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4" r:id="rId4"/>
    <p:sldId id="265" r:id="rId5"/>
    <p:sldId id="260" r:id="rId6"/>
    <p:sldId id="267" r:id="rId7"/>
    <p:sldId id="278" r:id="rId8"/>
    <p:sldId id="269" r:id="rId9"/>
    <p:sldId id="270" r:id="rId10"/>
    <p:sldId id="271" r:id="rId11"/>
    <p:sldId id="272" r:id="rId12"/>
    <p:sldId id="279" r:id="rId13"/>
    <p:sldId id="280" r:id="rId14"/>
    <p:sldId id="281" r:id="rId15"/>
    <p:sldId id="275" r:id="rId16"/>
    <p:sldId id="257" r:id="rId17"/>
    <p:sldId id="258" r:id="rId18"/>
    <p:sldId id="259" r:id="rId19"/>
    <p:sldId id="261" r:id="rId20"/>
    <p:sldId id="262" r:id="rId21"/>
    <p:sldId id="263" r:id="rId22"/>
    <p:sldId id="264" r:id="rId2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34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33F9-7D85-4AA4-5293-1EA8FD2A2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22667-6561-3825-6934-120F8C56D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8CB5C-7E28-E9A4-F6F6-904FBDFE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1719-58A0-3C62-E1A2-9EE33622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54DC1-1046-5A33-730D-CF5F00A3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448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61D0-9151-F786-A3E5-A9E8317F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0E2B-E5A0-059D-0980-B69AC657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  <a:lvl2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2pPr>
            <a:lvl3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3pPr>
            <a:lvl4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4pPr>
            <a:lvl5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5F08-F465-170C-980E-59A90FEE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fld id="{CEC8F660-6C7D-448E-B146-080D2D3C5BBD}" type="datetimeFigureOut">
              <a:rPr lang="he-IL" smtClean="0"/>
              <a:pPr/>
              <a:t>ז'/שבט/תשפ"ו</a:t>
            </a:fld>
            <a:endParaRPr lang="he-IL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53B46-F51E-052D-6811-8DD7E486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endParaRPr lang="he-IL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EADE-7524-FA0C-B773-86EF99C2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fld id="{C99E9FD9-2527-4573-B02C-B25A305134FE}" type="slidenum">
              <a:rPr lang="he-IL" smtClean="0"/>
              <a:pPr/>
              <a:t>‹#›</a:t>
            </a:fld>
            <a:endParaRPr lang="he-IL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9186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3221E-D15B-7B6A-C02A-7E415FF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795FA-8ED0-1FA2-C33C-A10AE9F9B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CA7B9-3674-F3A5-468E-29CCBA46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651F-A633-895D-61DD-4F230530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691D6-D92E-C522-F0E3-3912298D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49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82C5-C3EC-4E83-FF48-3CEA2C27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C385-EF1F-C20A-34F1-982A79E4F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D1D87-CA4E-7F1A-F130-0C4A48F59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2F48D-1BCB-80FE-58CB-34180030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BB801-2EA7-5B99-30AA-53682684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DDE3-836C-94AD-A9CF-B24DD0A0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350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4D36-55E7-19F6-08A1-A3524BF8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743C1-B45F-CB25-A5F6-569A4E12B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BB548-C8EE-8DBF-F0DD-451A755DF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6C2AB-28FF-9A34-17F8-4B15BE6A2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90052-5577-F7AF-C3BE-487FC24EC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14A93-90CC-264B-5FBD-7F1CB2BD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64D63-BE47-4CFF-A3A4-FAFB4BD1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294A2-C639-9E2F-C810-A14F27E1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352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E7E3-69E7-4A1F-7003-23717285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910E0-5C5D-822D-896D-ECC97BC8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fld id="{CEC8F660-6C7D-448E-B146-080D2D3C5BBD}" type="datetimeFigureOut">
              <a:rPr lang="he-IL" smtClean="0"/>
              <a:pPr/>
              <a:t>ז'/שבט/תשפ"ו</a:t>
            </a:fld>
            <a:endParaRPr lang="he-IL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AF403-0FDB-D938-AA03-6E66510C3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endParaRPr lang="he-IL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E8101-5FBE-F730-4DCD-916F60A0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1">
              <a:defRPr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fld id="{C99E9FD9-2527-4573-B02C-B25A305134FE}" type="slidenum">
              <a:rPr lang="he-IL" smtClean="0"/>
              <a:pPr/>
              <a:t>‹#›</a:t>
            </a:fld>
            <a:endParaRPr lang="he-IL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638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B407F-E984-080A-CD59-DCBB92BD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BE766B-F44B-4708-69AF-128FF0B2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6BD63-867D-6C0F-6119-EB80E8BA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730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D821-A7F1-1A19-4A20-FB2D615F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926B-0F0E-526A-A8AE-37CF5B070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328E1-A7E5-AB15-47F0-0794EB558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A63E7-66EC-0A35-76A0-72A65217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2A3EB-6A77-BD91-155D-90A682265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2C90B-9722-C973-9157-59A77FAA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753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8C04-C138-4F7F-C0FE-B308A3E3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32762-60AA-0678-6F4F-CB302FF4F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69C2D-4EE1-F5B5-2A95-D670F6C5D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A846F-52CC-5647-DFF1-1B992466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679ED-AD86-9A97-A206-8A5ABABC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1DB83-A34E-1359-559F-0626939D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3210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A002-3AF3-3436-5B5A-FEC30B71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CFE11-798E-FB76-C673-DB9BFE56D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6A08E-166B-AC6F-7F72-911AFBDB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E2B84-7E1F-6418-CA7B-3F3AE3DC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A5B63-98D2-7859-C502-FCED8D23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769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0F76B-419B-696A-02F7-2ECEE5F20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9B5F2-726A-67F6-B516-1C71197E9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49DD-8D79-FBA7-583F-D1A23D91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903ED-74C1-229F-BF3E-6EA56DFF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C6360-37A5-DDA8-71DA-D366165B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697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F163E-5605-1A15-68FC-98873A2C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44B11-9755-7F70-451C-83C011824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889BF-A40B-2554-0196-B0CF78712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8F660-6C7D-448E-B146-080D2D3C5BBD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5D625-F993-F2D6-3897-5621704D7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5C678-1469-B1A7-7D63-A3DDFE27A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E9FD9-2527-4573-B02C-B25A305134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467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500/word2vec_3d_galaxy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7672-58CB-4197-F676-70D32E7671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בינה מלאכותית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8AECC-F3AF-B8C5-F9A9-3DB2380CB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קורס מבוא ושיתוף ידע</a:t>
            </a:r>
          </a:p>
        </p:txBody>
      </p:sp>
    </p:spTree>
    <p:extLst>
      <p:ext uri="{BB962C8B-B14F-4D97-AF65-F5344CB8AC3E}">
        <p14:creationId xmlns:p14="http://schemas.microsoft.com/office/powerpoint/2010/main" val="414701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1992-2F21-2030-298F-D6623213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על מה נדבר היום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42A2-49BE-B6E5-14CE-0D65B345C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התפתחות רעיון הבינה המלאכותית</a:t>
            </a:r>
          </a:p>
          <a:p>
            <a:r>
              <a:rPr lang="he-IL" dirty="0"/>
              <a:t>יסודות הבינה המלאכותית</a:t>
            </a:r>
          </a:p>
          <a:p>
            <a:r>
              <a:rPr lang="he-IL" dirty="0"/>
              <a:t>ההתפתחויות בתחום העיבוד שפה טבעית בשנים האחרונות</a:t>
            </a:r>
          </a:p>
        </p:txBody>
      </p:sp>
    </p:spTree>
    <p:extLst>
      <p:ext uri="{BB962C8B-B14F-4D97-AF65-F5344CB8AC3E}">
        <p14:creationId xmlns:p14="http://schemas.microsoft.com/office/powerpoint/2010/main" val="256456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1FA9-02D8-9FA0-301B-92B27D13F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  <a:endParaRPr lang="he-IL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C06EFC8-F97E-6F74-3D66-1730FE7BB7E1}"/>
              </a:ext>
            </a:extLst>
          </p:cNvPr>
          <p:cNvSpPr/>
          <p:nvPr/>
        </p:nvSpPr>
        <p:spPr>
          <a:xfrm>
            <a:off x="1640541" y="1836881"/>
            <a:ext cx="7732454" cy="4388689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9B7B5-8AFB-A3BD-5235-7BAED7650A5A}"/>
              </a:ext>
            </a:extLst>
          </p:cNvPr>
          <p:cNvSpPr txBox="1"/>
          <p:nvPr/>
        </p:nvSpPr>
        <p:spPr>
          <a:xfrm>
            <a:off x="3999977" y="1951920"/>
            <a:ext cx="3103047" cy="44763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2100" b="1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Artificial</a:t>
            </a:r>
            <a:r>
              <a:rPr lang="he-IL" sz="210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 </a:t>
            </a:r>
            <a:r>
              <a:rPr lang="he-IL" sz="2100" b="1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Intelligence</a:t>
            </a:r>
            <a:endParaRPr lang="he-IL" sz="2100" b="1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68AE63-744B-2686-FFB5-FB041AAE5CC8}"/>
              </a:ext>
            </a:extLst>
          </p:cNvPr>
          <p:cNvSpPr/>
          <p:nvPr/>
        </p:nvSpPr>
        <p:spPr>
          <a:xfrm rot="1191501">
            <a:off x="1479080" y="2214747"/>
            <a:ext cx="4045546" cy="1462896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F13FE-CDE8-7FDD-15D3-BD1CB856D23E}"/>
              </a:ext>
            </a:extLst>
          </p:cNvPr>
          <p:cNvSpPr txBox="1"/>
          <p:nvPr/>
        </p:nvSpPr>
        <p:spPr>
          <a:xfrm>
            <a:off x="2943464" y="2676137"/>
            <a:ext cx="1383712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2400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Robotics</a:t>
            </a:r>
            <a:endParaRPr lang="he-IL" sz="24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3F1230-CC7A-2BE9-D3F3-34D468E8D538}"/>
              </a:ext>
            </a:extLst>
          </p:cNvPr>
          <p:cNvSpPr/>
          <p:nvPr/>
        </p:nvSpPr>
        <p:spPr>
          <a:xfrm>
            <a:off x="3834886" y="2411591"/>
            <a:ext cx="5346887" cy="3239271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9FD50-10AB-7618-7A8E-3A38F79F2BFC}"/>
              </a:ext>
            </a:extLst>
          </p:cNvPr>
          <p:cNvSpPr txBox="1"/>
          <p:nvPr/>
        </p:nvSpPr>
        <p:spPr>
          <a:xfrm>
            <a:off x="5781039" y="2775674"/>
            <a:ext cx="2551225" cy="42428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950" b="1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Machine</a:t>
            </a:r>
            <a:r>
              <a:rPr lang="he-IL" sz="195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 </a:t>
            </a:r>
            <a:r>
              <a:rPr lang="he-IL" sz="1950" b="1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Learning</a:t>
            </a:r>
            <a:endParaRPr lang="he-IL" sz="1950" b="1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B59F865-DACE-E65C-EC60-07CADD11354E}"/>
              </a:ext>
            </a:extLst>
          </p:cNvPr>
          <p:cNvSpPr/>
          <p:nvPr/>
        </p:nvSpPr>
        <p:spPr>
          <a:xfrm>
            <a:off x="2136883" y="3541920"/>
            <a:ext cx="3726188" cy="1776375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9AD6C-2A6E-46CF-9991-D6B095FF979E}"/>
              </a:ext>
            </a:extLst>
          </p:cNvPr>
          <p:cNvSpPr txBox="1"/>
          <p:nvPr/>
        </p:nvSpPr>
        <p:spPr>
          <a:xfrm>
            <a:off x="2499849" y="4088155"/>
            <a:ext cx="1425778" cy="4009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8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Computer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464A7D-2C60-EA40-7886-33E2A3D928FC}"/>
              </a:ext>
            </a:extLst>
          </p:cNvPr>
          <p:cNvSpPr txBox="1"/>
          <p:nvPr/>
        </p:nvSpPr>
        <p:spPr>
          <a:xfrm>
            <a:off x="2717998" y="4453879"/>
            <a:ext cx="989480" cy="4009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800" b="1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Vision</a:t>
            </a:r>
            <a:endParaRPr lang="he-IL" sz="1800" b="1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6A3E2EC-64ED-34E7-DE7D-C9B39E3518BE}"/>
              </a:ext>
            </a:extLst>
          </p:cNvPr>
          <p:cNvSpPr/>
          <p:nvPr/>
        </p:nvSpPr>
        <p:spPr>
          <a:xfrm>
            <a:off x="4753740" y="3163539"/>
            <a:ext cx="3211345" cy="2176219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he-I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7CBFDF-458E-5D02-9D7C-30379C92115F}"/>
              </a:ext>
            </a:extLst>
          </p:cNvPr>
          <p:cNvSpPr txBox="1"/>
          <p:nvPr/>
        </p:nvSpPr>
        <p:spPr>
          <a:xfrm>
            <a:off x="6488971" y="3613729"/>
            <a:ext cx="854782" cy="4009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800" b="1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Deep</a:t>
            </a:r>
            <a:endParaRPr lang="he-IL" sz="1800" b="1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FC4B8F-A99B-375D-1440-BB153958A437}"/>
              </a:ext>
            </a:extLst>
          </p:cNvPr>
          <p:cNvSpPr txBox="1"/>
          <p:nvPr/>
        </p:nvSpPr>
        <p:spPr>
          <a:xfrm>
            <a:off x="6266108" y="3979454"/>
            <a:ext cx="1300508" cy="4009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800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Learning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F927F0-07E3-EC4F-A266-911E30500F26}"/>
              </a:ext>
            </a:extLst>
          </p:cNvPr>
          <p:cNvSpPr/>
          <p:nvPr/>
        </p:nvSpPr>
        <p:spPr>
          <a:xfrm rot="19689715">
            <a:off x="4159836" y="4511325"/>
            <a:ext cx="2591185" cy="1508348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B0748-1300-2D6D-BBFD-7748577C0869}"/>
              </a:ext>
            </a:extLst>
          </p:cNvPr>
          <p:cNvSpPr txBox="1"/>
          <p:nvPr/>
        </p:nvSpPr>
        <p:spPr>
          <a:xfrm>
            <a:off x="4153746" y="5546076"/>
            <a:ext cx="1606530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400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Natural</a:t>
            </a:r>
            <a:r>
              <a:rPr lang="he-IL" sz="1400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 </a:t>
            </a:r>
            <a:r>
              <a:rPr lang="he-IL" sz="1400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Language</a:t>
            </a:r>
            <a:endParaRPr lang="he-IL" sz="14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36417A-6D4C-7E52-CAF7-9EF789CEF168}"/>
              </a:ext>
            </a:extLst>
          </p:cNvPr>
          <p:cNvSpPr txBox="1"/>
          <p:nvPr/>
        </p:nvSpPr>
        <p:spPr>
          <a:xfrm>
            <a:off x="4404855" y="5807308"/>
            <a:ext cx="1071127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40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Processing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4360A7A-B9CD-26E8-B81C-6E8440CCBFDC}"/>
              </a:ext>
            </a:extLst>
          </p:cNvPr>
          <p:cNvSpPr/>
          <p:nvPr/>
        </p:nvSpPr>
        <p:spPr>
          <a:xfrm rot="19784137">
            <a:off x="5986796" y="4922132"/>
            <a:ext cx="1880867" cy="1111531"/>
          </a:xfrm>
          <a:prstGeom prst="ellipse">
            <a:avLst/>
          </a:prstGeom>
          <a:noFill/>
          <a:ln w="15812" cap="flat">
            <a:solidFill>
              <a:srgbClr val="000000"/>
            </a:solidFill>
            <a:prstDash val="solid"/>
            <a:miter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6ACFE2-CF36-83F5-0B78-D9A03160F9CF}"/>
              </a:ext>
            </a:extLst>
          </p:cNvPr>
          <p:cNvSpPr txBox="1"/>
          <p:nvPr/>
        </p:nvSpPr>
        <p:spPr>
          <a:xfrm rot="19884973">
            <a:off x="6567607" y="5307326"/>
            <a:ext cx="808576" cy="30755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200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Speech</a:t>
            </a:r>
            <a:endParaRPr lang="he-IL" sz="12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01E1C3-138A-C744-8EEA-C38CEF138A2F}"/>
              </a:ext>
            </a:extLst>
          </p:cNvPr>
          <p:cNvSpPr txBox="1"/>
          <p:nvPr/>
        </p:nvSpPr>
        <p:spPr>
          <a:xfrm rot="19884973">
            <a:off x="6409644" y="5568558"/>
            <a:ext cx="1124503" cy="30755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he-IL" sz="1200" spc="0" baseline="0" dirty="0" err="1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Recognition</a:t>
            </a:r>
            <a:endParaRPr lang="he-IL" sz="12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A2A81C4-EA9C-86FE-0B69-373C71091BFB}"/>
              </a:ext>
            </a:extLst>
          </p:cNvPr>
          <p:cNvSpPr/>
          <p:nvPr/>
        </p:nvSpPr>
        <p:spPr>
          <a:xfrm>
            <a:off x="6447202" y="4762675"/>
            <a:ext cx="417969" cy="10449"/>
          </a:xfrm>
          <a:custGeom>
            <a:avLst/>
            <a:gdLst>
              <a:gd name="csX0" fmla="*/ 316461 w 316460"/>
              <a:gd name="csY0" fmla="*/ 0 h 7911"/>
              <a:gd name="csX1" fmla="*/ 0 w 316460"/>
              <a:gd name="csY1" fmla="*/ 0 h 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6460" h="7911">
                <a:moveTo>
                  <a:pt x="316461" y="0"/>
                </a:moveTo>
                <a:lnTo>
                  <a:pt x="0" y="0"/>
                </a:lnTo>
              </a:path>
            </a:pathLst>
          </a:custGeom>
          <a:ln w="15812" cap="flat">
            <a:solidFill>
              <a:srgbClr val="B8A77A"/>
            </a:solidFill>
            <a:prstDash val="solid"/>
            <a:miter/>
          </a:ln>
        </p:spPr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2F282B8-318F-81FC-8A88-993C742D0C71}"/>
              </a:ext>
            </a:extLst>
          </p:cNvPr>
          <p:cNvSpPr/>
          <p:nvPr/>
        </p:nvSpPr>
        <p:spPr>
          <a:xfrm>
            <a:off x="6447202" y="4710428"/>
            <a:ext cx="90492" cy="104492"/>
          </a:xfrm>
          <a:custGeom>
            <a:avLst/>
            <a:gdLst>
              <a:gd name="csX0" fmla="*/ 0 w 68515"/>
              <a:gd name="csY0" fmla="*/ 39558 h 79115"/>
              <a:gd name="csX1" fmla="*/ 68516 w 68515"/>
              <a:gd name="csY1" fmla="*/ 0 h 79115"/>
              <a:gd name="csX2" fmla="*/ 68516 w 68515"/>
              <a:gd name="csY2" fmla="*/ 79115 h 791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8515" h="79115">
                <a:moveTo>
                  <a:pt x="0" y="39558"/>
                </a:moveTo>
                <a:lnTo>
                  <a:pt x="68516" y="0"/>
                </a:lnTo>
                <a:lnTo>
                  <a:pt x="68516" y="79115"/>
                </a:lnTo>
                <a:close/>
              </a:path>
            </a:pathLst>
          </a:custGeom>
          <a:solidFill>
            <a:srgbClr val="B8A77A"/>
          </a:solidFill>
          <a:ln w="7906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0351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877A-21AE-2F78-1C4C-B6A7957A0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יסודות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7EDBE1-7221-DEF7-7574-A8F7F5E7F3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240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81E1-1D7B-FCF0-E026-CB7BF706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הנוירון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47B6A16-9644-8B7C-7142-54555CE84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076"/>
            <a:ext cx="12140156" cy="5202924"/>
          </a:xfrm>
        </p:spPr>
      </p:pic>
    </p:spTree>
    <p:extLst>
      <p:ext uri="{BB962C8B-B14F-4D97-AF65-F5344CB8AC3E}">
        <p14:creationId xmlns:p14="http://schemas.microsoft.com/office/powerpoint/2010/main" val="398360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6E5F-8755-01DE-5BD5-BC396AF76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פוטנציאל פעולה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881904-E84E-95E8-F844-55340883A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43" y="1826097"/>
            <a:ext cx="11330313" cy="4806799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B73765-8F18-7522-71EA-CEFF9CDC2BBF}"/>
              </a:ext>
            </a:extLst>
          </p:cNvPr>
          <p:cNvSpPr/>
          <p:nvPr/>
        </p:nvSpPr>
        <p:spPr>
          <a:xfrm>
            <a:off x="8025205" y="2006301"/>
            <a:ext cx="3523129" cy="87674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38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7859-3FA2-ED47-59CF-78E75F5F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A00B80-A2CE-23E9-02FE-5744D9A912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587039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930690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50442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Biological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Artificial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69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Dendrites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45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Synapse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539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Cell body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Weighted 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9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Action potential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Activation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73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17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3FD1-F018-BB79-DCE9-FF5A60858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פרספטרון</a:t>
            </a:r>
            <a:endParaRPr lang="he-IL" dirty="0"/>
          </a:p>
        </p:txBody>
      </p:sp>
      <p:pic>
        <p:nvPicPr>
          <p:cNvPr id="2050" name="Picture 2" descr="Perceptron">
            <a:extLst>
              <a:ext uri="{FF2B5EF4-FFF2-40B4-BE49-F238E27FC236}">
                <a16:creationId xmlns:a16="http://schemas.microsoft.com/office/drawing/2014/main" id="{50772BD5-7F95-6AA0-96AC-E2AC0F151C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590" y="2247444"/>
            <a:ext cx="5537410" cy="3471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75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91BD-EFAD-7775-FEA3-A3022A2E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פרספטרון</a:t>
            </a:r>
            <a:r>
              <a:rPr lang="he-IL" dirty="0"/>
              <a:t> - דוגמא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09599-479A-7A08-FD4D-E14195131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2573"/>
          </a:xfrm>
        </p:spPr>
        <p:txBody>
          <a:bodyPr/>
          <a:lstStyle/>
          <a:p>
            <a:pPr marL="0" indent="0">
              <a:buNone/>
            </a:pPr>
            <a:r>
              <a:rPr lang="he-IL" i="1" dirty="0"/>
              <a:t>מטרה: לסווג אימייל כ־</a:t>
            </a:r>
            <a:r>
              <a:rPr lang="he-IL" b="1" i="1" dirty="0"/>
              <a:t>ספאם (1)</a:t>
            </a:r>
            <a:r>
              <a:rPr lang="he-IL" i="1" dirty="0"/>
              <a:t> או </a:t>
            </a:r>
            <a:r>
              <a:rPr lang="he-IL" b="1" i="1" dirty="0"/>
              <a:t>לא ספאם (0)</a:t>
            </a:r>
          </a:p>
          <a:p>
            <a:endParaRPr lang="en-US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FFADF5-6C4D-B14C-F2C1-FAFA188BB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337390"/>
              </p:ext>
            </p:extLst>
          </p:nvPr>
        </p:nvGraphicFramePr>
        <p:xfrm>
          <a:off x="3840481" y="3025037"/>
          <a:ext cx="7513319" cy="2194560"/>
        </p:xfrm>
        <a:graphic>
          <a:graphicData uri="http://schemas.openxmlformats.org/drawingml/2006/table">
            <a:tbl>
              <a:tblPr/>
              <a:tblGrid>
                <a:gridCol w="2504440">
                  <a:extLst>
                    <a:ext uri="{9D8B030D-6E8A-4147-A177-3AD203B41FA5}">
                      <a16:colId xmlns:a16="http://schemas.microsoft.com/office/drawing/2014/main" val="1253316349"/>
                    </a:ext>
                  </a:extLst>
                </a:gridCol>
                <a:gridCol w="4024833">
                  <a:extLst>
                    <a:ext uri="{9D8B030D-6E8A-4147-A177-3AD203B41FA5}">
                      <a16:colId xmlns:a16="http://schemas.microsoft.com/office/drawing/2014/main" val="3086037821"/>
                    </a:ext>
                  </a:extLst>
                </a:gridCol>
                <a:gridCol w="984046">
                  <a:extLst>
                    <a:ext uri="{9D8B030D-6E8A-4147-A177-3AD203B41FA5}">
                      <a16:colId xmlns:a16="http://schemas.microsoft.com/office/drawing/2014/main" val="1727333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מאפיין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תיאור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ערך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443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x₁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מכיל מילות מפתח חשודות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87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dirty="0"/>
                        <a:t>x₂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מספר קישורים (מנורמל)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0.6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277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x₃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מוניטין השולח (מנורמל)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68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x₄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אורך ההודעה (מנורמל)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0.4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99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dirty="0"/>
                        <a:t>x₅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שימוש באותיות גדולות בלבד </a:t>
                      </a:r>
                      <a:r>
                        <a:rPr lang="en-US" dirty="0"/>
                        <a:t>(ALL CAPS)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44455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EC6C49-E558-52D4-6F74-862070270BE4}"/>
              </a:ext>
            </a:extLst>
          </p:cNvPr>
          <p:cNvSpPr txBox="1">
            <a:spLocks/>
          </p:cNvSpPr>
          <p:nvPr/>
        </p:nvSpPr>
        <p:spPr>
          <a:xfrm>
            <a:off x="877644" y="2462464"/>
            <a:ext cx="10515600" cy="562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מאפייני הקלט (</a:t>
            </a:r>
            <a:r>
              <a:rPr lang="en-US" dirty="0"/>
              <a:t>features</a:t>
            </a:r>
            <a:r>
              <a:rPr lang="he-I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42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C674-70FD-7CE1-DE83-F4965414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8019-0FD9-319E-2CFC-451F45E25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פרספטרון</a:t>
            </a:r>
            <a:r>
              <a:rPr lang="he-IL" dirty="0"/>
              <a:t> - דוגמא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5B7358-CA62-A075-0D2D-E78E3C5A2842}"/>
              </a:ext>
            </a:extLst>
          </p:cNvPr>
          <p:cNvSpPr txBox="1">
            <a:spLocks/>
          </p:cNvSpPr>
          <p:nvPr/>
        </p:nvSpPr>
        <p:spPr>
          <a:xfrm>
            <a:off x="838200" y="1548064"/>
            <a:ext cx="10515600" cy="562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משקולות (</a:t>
            </a:r>
            <a:r>
              <a:rPr lang="en-US" dirty="0"/>
              <a:t>weights</a:t>
            </a:r>
            <a:r>
              <a:rPr lang="he-IL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41AA4A-2146-2E0D-A986-9FA7EAFF6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792061"/>
              </p:ext>
            </p:extLst>
          </p:nvPr>
        </p:nvGraphicFramePr>
        <p:xfrm>
          <a:off x="6490448" y="1989614"/>
          <a:ext cx="4823908" cy="2194560"/>
        </p:xfrm>
        <a:graphic>
          <a:graphicData uri="http://schemas.openxmlformats.org/drawingml/2006/table">
            <a:tbl>
              <a:tblPr/>
              <a:tblGrid>
                <a:gridCol w="973567">
                  <a:extLst>
                    <a:ext uri="{9D8B030D-6E8A-4147-A177-3AD203B41FA5}">
                      <a16:colId xmlns:a16="http://schemas.microsoft.com/office/drawing/2014/main" val="241628834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1680788598"/>
                    </a:ext>
                  </a:extLst>
                </a:gridCol>
                <a:gridCol w="832821">
                  <a:extLst>
                    <a:ext uri="{9D8B030D-6E8A-4147-A177-3AD203B41FA5}">
                      <a16:colId xmlns:a16="http://schemas.microsoft.com/office/drawing/2014/main" val="3167594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משקולת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משמעות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ערך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178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w₁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חשיבות מילות מפתח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41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w₂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חשיבות מספר הקישורים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0.7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04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w₃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אמינות השולח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−0.8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231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w₄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חשיבות אורך ההודעה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83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/>
                        <a:t>w₅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/>
                        <a:t>השפעת כתיבה באותיות גדולות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he-IL" dirty="0"/>
                        <a:t>0.6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186503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F39C12B-A437-27AE-A098-D6EBFD432EBC}"/>
              </a:ext>
            </a:extLst>
          </p:cNvPr>
          <p:cNvSpPr txBox="1">
            <a:spLocks/>
          </p:cNvSpPr>
          <p:nvPr/>
        </p:nvSpPr>
        <p:spPr>
          <a:xfrm>
            <a:off x="838200" y="4330709"/>
            <a:ext cx="10515600" cy="562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פונקציית האקטיבציה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3AEA93-D282-DC78-3178-8A84C4193EEA}"/>
              </a:ext>
            </a:extLst>
          </p:cNvPr>
          <p:cNvSpPr txBox="1">
            <a:spLocks/>
          </p:cNvSpPr>
          <p:nvPr/>
        </p:nvSpPr>
        <p:spPr>
          <a:xfrm>
            <a:off x="838200" y="4893282"/>
            <a:ext cx="10515600" cy="1292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2000" dirty="0"/>
              <a:t>1 – אם </a:t>
            </a:r>
            <a:r>
              <a:rPr lang="en-US" sz="2000" dirty="0"/>
              <a:t>z &gt;= 1</a:t>
            </a:r>
          </a:p>
          <a:p>
            <a:pPr marL="0" indent="0">
              <a:buNone/>
            </a:pPr>
            <a:r>
              <a:rPr lang="en-US" sz="2000" dirty="0"/>
              <a:t>0</a:t>
            </a:r>
            <a:r>
              <a:rPr lang="he-IL" sz="2000" dirty="0"/>
              <a:t> – אם </a:t>
            </a:r>
            <a:r>
              <a:rPr lang="en-US" sz="2000" dirty="0"/>
              <a:t>z &lt; 1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78382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D7A2-35E8-8558-8B17-1F9CCF0D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פרספטרון</a:t>
            </a:r>
            <a:r>
              <a:rPr lang="he-IL" dirty="0"/>
              <a:t> - דוגמא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47F63-D11C-5648-91A1-46EA6AB9F7B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89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z=(1.0⋅0.9)+(0.6⋅0.7)+(0.2⋅(−0.8))+(0.4⋅0.2)+(1.0⋅0.6)−0.5=</a:t>
            </a:r>
            <a:endParaRPr lang="he-IL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 rtl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he-IL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0.9+0.42−0.16+0.08+0.6−0.5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=1.34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1B5F814-F3AD-833C-97BE-BD58CBCF795C}"/>
              </a:ext>
            </a:extLst>
          </p:cNvPr>
          <p:cNvSpPr txBox="1">
            <a:spLocks/>
          </p:cNvSpPr>
          <p:nvPr/>
        </p:nvSpPr>
        <p:spPr>
          <a:xfrm>
            <a:off x="796962" y="3177503"/>
            <a:ext cx="10515600" cy="43101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lef" panose="00000500000000000000" pitchFamily="2" charset="-79"/>
                <a:ea typeface="+mn-ea"/>
                <a:cs typeface="Alef" panose="00000500000000000000" pitchFamily="2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he-IL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בגלל שמתקיים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1.34 &gt; 1</a:t>
            </a:r>
            <a:r>
              <a:rPr lang="he-IL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אפשר לקבוע שהמייל הוא ספאם.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61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164A-084E-9CD2-BDDC-5D42FE9C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3CD6B-D6F4-9C52-C497-F09CEF8DB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831" y="40032"/>
            <a:ext cx="11156674" cy="6817968"/>
          </a:xfrm>
        </p:spPr>
      </p:pic>
    </p:spTree>
    <p:extLst>
      <p:ext uri="{BB962C8B-B14F-4D97-AF65-F5344CB8AC3E}">
        <p14:creationId xmlns:p14="http://schemas.microsoft.com/office/powerpoint/2010/main" val="30740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432D-B4D8-E5AA-E894-CDB706A5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84590-9246-7ED3-5CC5-21D37EE9B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8964"/>
            <a:ext cx="12205423" cy="6435587"/>
          </a:xfrm>
        </p:spPr>
      </p:pic>
    </p:spTree>
    <p:extLst>
      <p:ext uri="{BB962C8B-B14F-4D97-AF65-F5344CB8AC3E}">
        <p14:creationId xmlns:p14="http://schemas.microsoft.com/office/powerpoint/2010/main" val="2376586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0011-5687-9D29-9B35-3138C423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FF99C8-3C2C-93F9-7DA7-0C70060B0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565" y="11294"/>
            <a:ext cx="11057283" cy="6835411"/>
          </a:xfrm>
        </p:spPr>
      </p:pic>
    </p:spTree>
    <p:extLst>
      <p:ext uri="{BB962C8B-B14F-4D97-AF65-F5344CB8AC3E}">
        <p14:creationId xmlns:p14="http://schemas.microsoft.com/office/powerpoint/2010/main" val="35002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2E6F-F03D-A5C6-9D2E-EB4B9DB680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בינה מלאכותית בעת האחרונה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AEE4-6F4F-C5E0-CE5E-5EFF4465F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2012-2026</a:t>
            </a:r>
          </a:p>
        </p:txBody>
      </p:sp>
    </p:spTree>
    <p:extLst>
      <p:ext uri="{BB962C8B-B14F-4D97-AF65-F5344CB8AC3E}">
        <p14:creationId xmlns:p14="http://schemas.microsoft.com/office/powerpoint/2010/main" val="2172245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9D12B2-33F0-EC78-E9BF-A2F8CD84E042}"/>
              </a:ext>
            </a:extLst>
          </p:cNvPr>
          <p:cNvSpPr/>
          <p:nvPr/>
        </p:nvSpPr>
        <p:spPr>
          <a:xfrm>
            <a:off x="705320" y="3651148"/>
            <a:ext cx="11051578" cy="8702"/>
          </a:xfrm>
          <a:custGeom>
            <a:avLst/>
            <a:gdLst>
              <a:gd name="csX0" fmla="*/ 0 w 11051578"/>
              <a:gd name="csY0" fmla="*/ 0 h 8702"/>
              <a:gd name="csX1" fmla="*/ 11051578 w 11051578"/>
              <a:gd name="csY1" fmla="*/ 0 h 8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051578" h="8702">
                <a:moveTo>
                  <a:pt x="0" y="0"/>
                </a:moveTo>
                <a:lnTo>
                  <a:pt x="11051578" y="0"/>
                </a:lnTo>
              </a:path>
            </a:pathLst>
          </a:custGeom>
          <a:noFill/>
          <a:ln w="26105" cap="flat">
            <a:solidFill>
              <a:srgbClr val="888888"/>
            </a:solidFill>
            <a:prstDash val="solid"/>
            <a:miter/>
          </a:ln>
        </p:spPr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B5EA1F-EE70-C38D-8DB8-363FB0BCC63A}"/>
              </a:ext>
            </a:extLst>
          </p:cNvPr>
          <p:cNvSpPr/>
          <p:nvPr/>
        </p:nvSpPr>
        <p:spPr>
          <a:xfrm>
            <a:off x="11681538" y="3607638"/>
            <a:ext cx="75359" cy="87020"/>
          </a:xfrm>
          <a:custGeom>
            <a:avLst/>
            <a:gdLst>
              <a:gd name="csX0" fmla="*/ 75360 w 75359"/>
              <a:gd name="csY0" fmla="*/ 43510 h 87020"/>
              <a:gd name="csX1" fmla="*/ 0 w 75359"/>
              <a:gd name="csY1" fmla="*/ 87020 h 87020"/>
              <a:gd name="csX2" fmla="*/ 0 w 75359"/>
              <a:gd name="csY2" fmla="*/ 0 h 87020"/>
              <a:gd name="csX3" fmla="*/ 75360 w 75359"/>
              <a:gd name="csY3" fmla="*/ 43510 h 87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59" h="87020">
                <a:moveTo>
                  <a:pt x="75360" y="43510"/>
                </a:moveTo>
                <a:lnTo>
                  <a:pt x="0" y="87020"/>
                </a:lnTo>
                <a:lnTo>
                  <a:pt x="0" y="0"/>
                </a:lnTo>
                <a:lnTo>
                  <a:pt x="75360" y="43510"/>
                </a:lnTo>
                <a:close/>
              </a:path>
            </a:pathLst>
          </a:custGeom>
          <a:solidFill>
            <a:srgbClr val="888888"/>
          </a:solidFill>
          <a:ln w="8702" cap="flat">
            <a:noFill/>
            <a:prstDash val="solid"/>
            <a:miter/>
          </a:ln>
        </p:spPr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6C121BA-E2E8-1CD5-4FB0-0A3367ADD3D5}"/>
              </a:ext>
            </a:extLst>
          </p:cNvPr>
          <p:cNvSpPr/>
          <p:nvPr/>
        </p:nvSpPr>
        <p:spPr>
          <a:xfrm>
            <a:off x="705320" y="3651148"/>
            <a:ext cx="1044243" cy="8702"/>
          </a:xfrm>
          <a:custGeom>
            <a:avLst/>
            <a:gdLst>
              <a:gd name="csX0" fmla="*/ 0 w 1044243"/>
              <a:gd name="csY0" fmla="*/ 0 h 8702"/>
              <a:gd name="csX1" fmla="*/ 1044244 w 1044243"/>
              <a:gd name="csY1" fmla="*/ 0 h 8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44243" h="8702">
                <a:moveTo>
                  <a:pt x="0" y="0"/>
                </a:moveTo>
                <a:lnTo>
                  <a:pt x="1044244" y="0"/>
                </a:lnTo>
              </a:path>
            </a:pathLst>
          </a:custGeom>
          <a:noFill/>
          <a:ln w="26105" cap="flat">
            <a:solidFill>
              <a:srgbClr val="888888"/>
            </a:solidFill>
            <a:custDash>
              <a:ds d="375000" sp="375000"/>
            </a:custDash>
            <a:miter/>
          </a:ln>
        </p:spPr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B8652DD-9F7B-6BD1-B226-9268C9F16435}"/>
              </a:ext>
            </a:extLst>
          </p:cNvPr>
          <p:cNvSpPr/>
          <p:nvPr/>
        </p:nvSpPr>
        <p:spPr>
          <a:xfrm>
            <a:off x="1679947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1" y="0"/>
                  <a:pt x="0" y="31171"/>
                  <a:pt x="0" y="69616"/>
                </a:cubicBezTo>
                <a:cubicBezTo>
                  <a:pt x="0" y="108062"/>
                  <a:pt x="31171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9F3B60F-BD21-E845-52FA-ACE7DE02F81A}"/>
              </a:ext>
            </a:extLst>
          </p:cNvPr>
          <p:cNvSpPr/>
          <p:nvPr/>
        </p:nvSpPr>
        <p:spPr>
          <a:xfrm>
            <a:off x="2898231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1" y="0"/>
                  <a:pt x="0" y="31171"/>
                  <a:pt x="0" y="69616"/>
                </a:cubicBezTo>
                <a:cubicBezTo>
                  <a:pt x="0" y="108062"/>
                  <a:pt x="31171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7C53203-4E86-D125-D1C3-4D5AC4266B65}"/>
              </a:ext>
            </a:extLst>
          </p:cNvPr>
          <p:cNvSpPr/>
          <p:nvPr/>
        </p:nvSpPr>
        <p:spPr>
          <a:xfrm>
            <a:off x="4116516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1" y="0"/>
                  <a:pt x="0" y="31171"/>
                  <a:pt x="0" y="69616"/>
                </a:cubicBezTo>
                <a:cubicBezTo>
                  <a:pt x="0" y="108062"/>
                  <a:pt x="31171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C01AB3-3AEA-C909-D4F2-7783BFCF1189}"/>
              </a:ext>
            </a:extLst>
          </p:cNvPr>
          <p:cNvSpPr/>
          <p:nvPr/>
        </p:nvSpPr>
        <p:spPr>
          <a:xfrm>
            <a:off x="5334800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0" y="0"/>
                  <a:pt x="0" y="31171"/>
                  <a:pt x="0" y="69616"/>
                </a:cubicBezTo>
                <a:cubicBezTo>
                  <a:pt x="0" y="108062"/>
                  <a:pt x="31170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CF96F4B-436B-4616-EB41-1F80E52D281C}"/>
              </a:ext>
            </a:extLst>
          </p:cNvPr>
          <p:cNvSpPr/>
          <p:nvPr/>
        </p:nvSpPr>
        <p:spPr>
          <a:xfrm>
            <a:off x="5334800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0" y="0"/>
                  <a:pt x="0" y="31171"/>
                  <a:pt x="0" y="69616"/>
                </a:cubicBezTo>
                <a:cubicBezTo>
                  <a:pt x="0" y="108062"/>
                  <a:pt x="31170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F23D06-3A06-1549-8BED-682C71DA220A}"/>
              </a:ext>
            </a:extLst>
          </p:cNvPr>
          <p:cNvSpPr/>
          <p:nvPr/>
        </p:nvSpPr>
        <p:spPr>
          <a:xfrm>
            <a:off x="6292023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0" y="0"/>
                  <a:pt x="0" y="31171"/>
                  <a:pt x="0" y="69616"/>
                </a:cubicBezTo>
                <a:cubicBezTo>
                  <a:pt x="0" y="108062"/>
                  <a:pt x="31170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124E66-C769-FD26-085A-DA980E49951A}"/>
              </a:ext>
            </a:extLst>
          </p:cNvPr>
          <p:cNvSpPr/>
          <p:nvPr/>
        </p:nvSpPr>
        <p:spPr>
          <a:xfrm>
            <a:off x="7623434" y="3607638"/>
            <a:ext cx="87020" cy="87020"/>
          </a:xfrm>
          <a:custGeom>
            <a:avLst/>
            <a:gdLst>
              <a:gd name="csX0" fmla="*/ 43510 w 87020"/>
              <a:gd name="csY0" fmla="*/ 87020 h 87020"/>
              <a:gd name="csX1" fmla="*/ 87020 w 87020"/>
              <a:gd name="csY1" fmla="*/ 43510 h 87020"/>
              <a:gd name="csX2" fmla="*/ 43510 w 87020"/>
              <a:gd name="csY2" fmla="*/ 0 h 87020"/>
              <a:gd name="csX3" fmla="*/ 0 w 87020"/>
              <a:gd name="csY3" fmla="*/ 43510 h 87020"/>
              <a:gd name="csX4" fmla="*/ 43510 w 87020"/>
              <a:gd name="csY4" fmla="*/ 87020 h 87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020" h="87020">
                <a:moveTo>
                  <a:pt x="43510" y="87020"/>
                </a:moveTo>
                <a:cubicBezTo>
                  <a:pt x="67536" y="87020"/>
                  <a:pt x="87020" y="67536"/>
                  <a:pt x="87020" y="43510"/>
                </a:cubicBezTo>
                <a:cubicBezTo>
                  <a:pt x="87020" y="19484"/>
                  <a:pt x="67536" y="0"/>
                  <a:pt x="43510" y="0"/>
                </a:cubicBezTo>
                <a:cubicBezTo>
                  <a:pt x="19484" y="0"/>
                  <a:pt x="0" y="19484"/>
                  <a:pt x="0" y="43510"/>
                </a:cubicBezTo>
                <a:cubicBezTo>
                  <a:pt x="0" y="67536"/>
                  <a:pt x="19484" y="87020"/>
                  <a:pt x="43510" y="87020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1B5DE46-0814-1BAB-FE65-A77E3EA600DB}"/>
              </a:ext>
            </a:extLst>
          </p:cNvPr>
          <p:cNvSpPr/>
          <p:nvPr/>
        </p:nvSpPr>
        <p:spPr>
          <a:xfrm>
            <a:off x="8119449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62" y="139232"/>
                  <a:pt x="139232" y="108062"/>
                  <a:pt x="139232" y="69616"/>
                </a:cubicBezTo>
                <a:cubicBezTo>
                  <a:pt x="139232" y="31171"/>
                  <a:pt x="108062" y="0"/>
                  <a:pt x="69616" y="0"/>
                </a:cubicBezTo>
                <a:cubicBezTo>
                  <a:pt x="31170" y="0"/>
                  <a:pt x="0" y="31171"/>
                  <a:pt x="0" y="69616"/>
                </a:cubicBezTo>
                <a:cubicBezTo>
                  <a:pt x="0" y="108062"/>
                  <a:pt x="31170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667A084-C703-A89F-9EEA-D42F4C54A181}"/>
              </a:ext>
            </a:extLst>
          </p:cNvPr>
          <p:cNvSpPr/>
          <p:nvPr/>
        </p:nvSpPr>
        <p:spPr>
          <a:xfrm>
            <a:off x="8989652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80" y="139232"/>
                  <a:pt x="139232" y="108062"/>
                  <a:pt x="139232" y="69616"/>
                </a:cubicBezTo>
                <a:cubicBezTo>
                  <a:pt x="139232" y="31171"/>
                  <a:pt x="108080" y="0"/>
                  <a:pt x="69616" y="0"/>
                </a:cubicBezTo>
                <a:cubicBezTo>
                  <a:pt x="31153" y="0"/>
                  <a:pt x="0" y="31171"/>
                  <a:pt x="0" y="69616"/>
                </a:cubicBezTo>
                <a:cubicBezTo>
                  <a:pt x="0" y="108062"/>
                  <a:pt x="31153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AAD70EC-3B51-F2E8-ED65-418DC3317B31}"/>
              </a:ext>
            </a:extLst>
          </p:cNvPr>
          <p:cNvSpPr/>
          <p:nvPr/>
        </p:nvSpPr>
        <p:spPr>
          <a:xfrm>
            <a:off x="9946876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80" y="139232"/>
                  <a:pt x="139232" y="108062"/>
                  <a:pt x="139232" y="69616"/>
                </a:cubicBezTo>
                <a:cubicBezTo>
                  <a:pt x="139232" y="31171"/>
                  <a:pt x="108080" y="0"/>
                  <a:pt x="69616" y="0"/>
                </a:cubicBezTo>
                <a:cubicBezTo>
                  <a:pt x="31153" y="0"/>
                  <a:pt x="0" y="31171"/>
                  <a:pt x="0" y="69616"/>
                </a:cubicBezTo>
                <a:cubicBezTo>
                  <a:pt x="0" y="108062"/>
                  <a:pt x="31153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35F4E22-1548-82D5-C62F-128CF8E0031C}"/>
              </a:ext>
            </a:extLst>
          </p:cNvPr>
          <p:cNvSpPr/>
          <p:nvPr/>
        </p:nvSpPr>
        <p:spPr>
          <a:xfrm>
            <a:off x="10904099" y="3581532"/>
            <a:ext cx="139232" cy="139232"/>
          </a:xfrm>
          <a:custGeom>
            <a:avLst/>
            <a:gdLst>
              <a:gd name="csX0" fmla="*/ 69616 w 139232"/>
              <a:gd name="csY0" fmla="*/ 139232 h 139232"/>
              <a:gd name="csX1" fmla="*/ 139232 w 139232"/>
              <a:gd name="csY1" fmla="*/ 69616 h 139232"/>
              <a:gd name="csX2" fmla="*/ 69616 w 139232"/>
              <a:gd name="csY2" fmla="*/ 0 h 139232"/>
              <a:gd name="csX3" fmla="*/ 0 w 139232"/>
              <a:gd name="csY3" fmla="*/ 69616 h 139232"/>
              <a:gd name="csX4" fmla="*/ 69616 w 139232"/>
              <a:gd name="csY4" fmla="*/ 139232 h 139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232" h="139232">
                <a:moveTo>
                  <a:pt x="69616" y="139232"/>
                </a:moveTo>
                <a:cubicBezTo>
                  <a:pt x="108080" y="139232"/>
                  <a:pt x="139232" y="108062"/>
                  <a:pt x="139232" y="69616"/>
                </a:cubicBezTo>
                <a:cubicBezTo>
                  <a:pt x="139232" y="31171"/>
                  <a:pt x="108080" y="0"/>
                  <a:pt x="69616" y="0"/>
                </a:cubicBezTo>
                <a:cubicBezTo>
                  <a:pt x="31153" y="0"/>
                  <a:pt x="0" y="31171"/>
                  <a:pt x="0" y="69616"/>
                </a:cubicBezTo>
                <a:cubicBezTo>
                  <a:pt x="0" y="108062"/>
                  <a:pt x="31153" y="139232"/>
                  <a:pt x="69616" y="139232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4A62F65-7D16-91CC-B54C-CD6D37EAFEBB}"/>
              </a:ext>
            </a:extLst>
          </p:cNvPr>
          <p:cNvSpPr/>
          <p:nvPr/>
        </p:nvSpPr>
        <p:spPr>
          <a:xfrm>
            <a:off x="1452548" y="3824253"/>
            <a:ext cx="593318" cy="159456"/>
          </a:xfrm>
          <a:custGeom>
            <a:avLst/>
            <a:gdLst>
              <a:gd name="csX0" fmla="*/ 0 w 331338"/>
              <a:gd name="csY0" fmla="*/ 54422 h 89047"/>
              <a:gd name="csX1" fmla="*/ 0 w 331338"/>
              <a:gd name="csY1" fmla="*/ 42231 h 89047"/>
              <a:gd name="csX2" fmla="*/ 16534 w 331338"/>
              <a:gd name="csY2" fmla="*/ 35095 h 89047"/>
              <a:gd name="csX3" fmla="*/ 24035 w 331338"/>
              <a:gd name="csY3" fmla="*/ 36166 h 89047"/>
              <a:gd name="csX4" fmla="*/ 35217 w 331338"/>
              <a:gd name="csY4" fmla="*/ 40264 h 89047"/>
              <a:gd name="csX5" fmla="*/ 41343 w 331338"/>
              <a:gd name="csY5" fmla="*/ 42527 h 89047"/>
              <a:gd name="csX6" fmla="*/ 45503 w 331338"/>
              <a:gd name="csY6" fmla="*/ 43066 h 89047"/>
              <a:gd name="csX7" fmla="*/ 53474 w 331338"/>
              <a:gd name="csY7" fmla="*/ 40743 h 89047"/>
              <a:gd name="csX8" fmla="*/ 60853 w 331338"/>
              <a:gd name="csY8" fmla="*/ 34913 h 89047"/>
              <a:gd name="csX9" fmla="*/ 60853 w 331338"/>
              <a:gd name="csY9" fmla="*/ 47522 h 89047"/>
              <a:gd name="csX10" fmla="*/ 53117 w 331338"/>
              <a:gd name="csY10" fmla="*/ 52699 h 89047"/>
              <a:gd name="csX11" fmla="*/ 44380 w 331338"/>
              <a:gd name="csY11" fmla="*/ 54309 h 89047"/>
              <a:gd name="csX12" fmla="*/ 37532 w 331338"/>
              <a:gd name="csY12" fmla="*/ 53474 h 89047"/>
              <a:gd name="csX13" fmla="*/ 27246 w 331338"/>
              <a:gd name="csY13" fmla="*/ 49489 h 89047"/>
              <a:gd name="csX14" fmla="*/ 15524 w 331338"/>
              <a:gd name="csY14" fmla="*/ 46338 h 89047"/>
              <a:gd name="csX15" fmla="*/ 8328 w 331338"/>
              <a:gd name="csY15" fmla="*/ 48001 h 89047"/>
              <a:gd name="csX16" fmla="*/ 0 w 331338"/>
              <a:gd name="csY16" fmla="*/ 54422 h 89047"/>
              <a:gd name="csX17" fmla="*/ 127302 w 331338"/>
              <a:gd name="csY17" fmla="*/ 77265 h 89047"/>
              <a:gd name="csX18" fmla="*/ 127302 w 331338"/>
              <a:gd name="csY18" fmla="*/ 87560 h 89047"/>
              <a:gd name="csX19" fmla="*/ 69660 w 331338"/>
              <a:gd name="csY19" fmla="*/ 87560 h 89047"/>
              <a:gd name="csX20" fmla="*/ 70904 w 331338"/>
              <a:gd name="csY20" fmla="*/ 80128 h 89047"/>
              <a:gd name="csX21" fmla="*/ 77927 w 331338"/>
              <a:gd name="csY21" fmla="*/ 68520 h 89047"/>
              <a:gd name="csX22" fmla="*/ 91963 w 331338"/>
              <a:gd name="csY22" fmla="*/ 55319 h 89047"/>
              <a:gd name="csX23" fmla="*/ 111177 w 331338"/>
              <a:gd name="csY23" fmla="*/ 36879 h 89047"/>
              <a:gd name="csX24" fmla="*/ 116172 w 331338"/>
              <a:gd name="csY24" fmla="*/ 23965 h 89047"/>
              <a:gd name="csX25" fmla="*/ 111595 w 331338"/>
              <a:gd name="csY25" fmla="*/ 13262 h 89047"/>
              <a:gd name="csX26" fmla="*/ 99760 w 331338"/>
              <a:gd name="csY26" fmla="*/ 8859 h 89047"/>
              <a:gd name="csX27" fmla="*/ 87386 w 331338"/>
              <a:gd name="csY27" fmla="*/ 13497 h 89047"/>
              <a:gd name="csX28" fmla="*/ 82687 w 331338"/>
              <a:gd name="csY28" fmla="*/ 26350 h 89047"/>
              <a:gd name="csX29" fmla="*/ 71679 w 331338"/>
              <a:gd name="csY29" fmla="*/ 25219 h 89047"/>
              <a:gd name="csX30" fmla="*/ 80189 w 331338"/>
              <a:gd name="csY30" fmla="*/ 6483 h 89047"/>
              <a:gd name="csX31" fmla="*/ 99995 w 331338"/>
              <a:gd name="csY31" fmla="*/ 0 h 89047"/>
              <a:gd name="csX32" fmla="*/ 119862 w 331338"/>
              <a:gd name="csY32" fmla="*/ 6953 h 89047"/>
              <a:gd name="csX33" fmla="*/ 127180 w 331338"/>
              <a:gd name="csY33" fmla="*/ 24209 h 89047"/>
              <a:gd name="csX34" fmla="*/ 125039 w 331338"/>
              <a:gd name="csY34" fmla="*/ 34495 h 89047"/>
              <a:gd name="csX35" fmla="*/ 117904 w 331338"/>
              <a:gd name="csY35" fmla="*/ 45146 h 89047"/>
              <a:gd name="csX36" fmla="*/ 101422 w 331338"/>
              <a:gd name="csY36" fmla="*/ 60497 h 89047"/>
              <a:gd name="csX37" fmla="*/ 89048 w 331338"/>
              <a:gd name="csY37" fmla="*/ 71496 h 89047"/>
              <a:gd name="csX38" fmla="*/ 84531 w 331338"/>
              <a:gd name="csY38" fmla="*/ 77265 h 89047"/>
              <a:gd name="csX39" fmla="*/ 127302 w 331338"/>
              <a:gd name="csY39" fmla="*/ 77265 h 89047"/>
              <a:gd name="csX40" fmla="*/ 138841 w 331338"/>
              <a:gd name="csY40" fmla="*/ 44555 h 89047"/>
              <a:gd name="csX41" fmla="*/ 141991 w 331338"/>
              <a:gd name="csY41" fmla="*/ 19684 h 89047"/>
              <a:gd name="csX42" fmla="*/ 151450 w 331338"/>
              <a:gd name="csY42" fmla="*/ 5108 h 89047"/>
              <a:gd name="csX43" fmla="*/ 167279 w 331338"/>
              <a:gd name="csY43" fmla="*/ 0 h 89047"/>
              <a:gd name="csX44" fmla="*/ 179593 w 331338"/>
              <a:gd name="csY44" fmla="*/ 2854 h 89047"/>
              <a:gd name="csX45" fmla="*/ 188329 w 331338"/>
              <a:gd name="csY45" fmla="*/ 10999 h 89047"/>
              <a:gd name="csX46" fmla="*/ 193751 w 331338"/>
              <a:gd name="csY46" fmla="*/ 23965 h 89047"/>
              <a:gd name="csX47" fmla="*/ 195709 w 331338"/>
              <a:gd name="csY47" fmla="*/ 44555 h 89047"/>
              <a:gd name="csX48" fmla="*/ 192558 w 331338"/>
              <a:gd name="csY48" fmla="*/ 69355 h 89047"/>
              <a:gd name="csX49" fmla="*/ 183099 w 331338"/>
              <a:gd name="csY49" fmla="*/ 83931 h 89047"/>
              <a:gd name="csX50" fmla="*/ 167279 w 331338"/>
              <a:gd name="csY50" fmla="*/ 89048 h 89047"/>
              <a:gd name="csX51" fmla="*/ 147465 w 331338"/>
              <a:gd name="csY51" fmla="*/ 80006 h 89047"/>
              <a:gd name="csX52" fmla="*/ 138841 w 331338"/>
              <a:gd name="csY52" fmla="*/ 44555 h 89047"/>
              <a:gd name="csX53" fmla="*/ 149849 w 331338"/>
              <a:gd name="csY53" fmla="*/ 44555 h 89047"/>
              <a:gd name="csX54" fmla="*/ 154844 w 331338"/>
              <a:gd name="csY54" fmla="*/ 73167 h 89047"/>
              <a:gd name="csX55" fmla="*/ 167279 w 331338"/>
              <a:gd name="csY55" fmla="*/ 80241 h 89047"/>
              <a:gd name="csX56" fmla="*/ 179645 w 331338"/>
              <a:gd name="csY56" fmla="*/ 73106 h 89047"/>
              <a:gd name="csX57" fmla="*/ 184701 w 331338"/>
              <a:gd name="csY57" fmla="*/ 44555 h 89047"/>
              <a:gd name="csX58" fmla="*/ 179645 w 331338"/>
              <a:gd name="csY58" fmla="*/ 15942 h 89047"/>
              <a:gd name="csX59" fmla="*/ 167157 w 331338"/>
              <a:gd name="csY59" fmla="*/ 8859 h 89047"/>
              <a:gd name="csX60" fmla="*/ 155375 w 331338"/>
              <a:gd name="csY60" fmla="*/ 15107 h 89047"/>
              <a:gd name="csX61" fmla="*/ 149849 w 331338"/>
              <a:gd name="csY61" fmla="*/ 44555 h 89047"/>
              <a:gd name="csX62" fmla="*/ 206656 w 331338"/>
              <a:gd name="csY62" fmla="*/ 44555 h 89047"/>
              <a:gd name="csX63" fmla="*/ 209806 w 331338"/>
              <a:gd name="csY63" fmla="*/ 19684 h 89047"/>
              <a:gd name="csX64" fmla="*/ 219265 w 331338"/>
              <a:gd name="csY64" fmla="*/ 5108 h 89047"/>
              <a:gd name="csX65" fmla="*/ 235094 w 331338"/>
              <a:gd name="csY65" fmla="*/ 0 h 89047"/>
              <a:gd name="csX66" fmla="*/ 247407 w 331338"/>
              <a:gd name="csY66" fmla="*/ 2854 h 89047"/>
              <a:gd name="csX67" fmla="*/ 256144 w 331338"/>
              <a:gd name="csY67" fmla="*/ 10999 h 89047"/>
              <a:gd name="csX68" fmla="*/ 261566 w 331338"/>
              <a:gd name="csY68" fmla="*/ 23965 h 89047"/>
              <a:gd name="csX69" fmla="*/ 263523 w 331338"/>
              <a:gd name="csY69" fmla="*/ 44555 h 89047"/>
              <a:gd name="csX70" fmla="*/ 260373 w 331338"/>
              <a:gd name="csY70" fmla="*/ 69355 h 89047"/>
              <a:gd name="csX71" fmla="*/ 250914 w 331338"/>
              <a:gd name="csY71" fmla="*/ 83931 h 89047"/>
              <a:gd name="csX72" fmla="*/ 235094 w 331338"/>
              <a:gd name="csY72" fmla="*/ 89048 h 89047"/>
              <a:gd name="csX73" fmla="*/ 215280 w 331338"/>
              <a:gd name="csY73" fmla="*/ 80006 h 89047"/>
              <a:gd name="csX74" fmla="*/ 206656 w 331338"/>
              <a:gd name="csY74" fmla="*/ 44555 h 89047"/>
              <a:gd name="csX75" fmla="*/ 217664 w 331338"/>
              <a:gd name="csY75" fmla="*/ 44555 h 89047"/>
              <a:gd name="csX76" fmla="*/ 222659 w 331338"/>
              <a:gd name="csY76" fmla="*/ 73167 h 89047"/>
              <a:gd name="csX77" fmla="*/ 235094 w 331338"/>
              <a:gd name="csY77" fmla="*/ 80241 h 89047"/>
              <a:gd name="csX78" fmla="*/ 247460 w 331338"/>
              <a:gd name="csY78" fmla="*/ 73106 h 89047"/>
              <a:gd name="csX79" fmla="*/ 252515 w 331338"/>
              <a:gd name="csY79" fmla="*/ 44555 h 89047"/>
              <a:gd name="csX80" fmla="*/ 247460 w 331338"/>
              <a:gd name="csY80" fmla="*/ 15942 h 89047"/>
              <a:gd name="csX81" fmla="*/ 234972 w 331338"/>
              <a:gd name="csY81" fmla="*/ 8859 h 89047"/>
              <a:gd name="csX82" fmla="*/ 223190 w 331338"/>
              <a:gd name="csY82" fmla="*/ 15107 h 89047"/>
              <a:gd name="csX83" fmla="*/ 217664 w 331338"/>
              <a:gd name="csY83" fmla="*/ 44555 h 89047"/>
              <a:gd name="csX84" fmla="*/ 274471 w 331338"/>
              <a:gd name="csY84" fmla="*/ 44555 h 89047"/>
              <a:gd name="csX85" fmla="*/ 277621 w 331338"/>
              <a:gd name="csY85" fmla="*/ 19684 h 89047"/>
              <a:gd name="csX86" fmla="*/ 287080 w 331338"/>
              <a:gd name="csY86" fmla="*/ 5108 h 89047"/>
              <a:gd name="csX87" fmla="*/ 302900 w 331338"/>
              <a:gd name="csY87" fmla="*/ 0 h 89047"/>
              <a:gd name="csX88" fmla="*/ 315222 w 331338"/>
              <a:gd name="csY88" fmla="*/ 2854 h 89047"/>
              <a:gd name="csX89" fmla="*/ 323959 w 331338"/>
              <a:gd name="csY89" fmla="*/ 10999 h 89047"/>
              <a:gd name="csX90" fmla="*/ 329372 w 331338"/>
              <a:gd name="csY90" fmla="*/ 23965 h 89047"/>
              <a:gd name="csX91" fmla="*/ 331338 w 331338"/>
              <a:gd name="csY91" fmla="*/ 44555 h 89047"/>
              <a:gd name="csX92" fmla="*/ 328188 w 331338"/>
              <a:gd name="csY92" fmla="*/ 69355 h 89047"/>
              <a:gd name="csX93" fmla="*/ 318729 w 331338"/>
              <a:gd name="csY93" fmla="*/ 83931 h 89047"/>
              <a:gd name="csX94" fmla="*/ 302900 w 331338"/>
              <a:gd name="csY94" fmla="*/ 89048 h 89047"/>
              <a:gd name="csX95" fmla="*/ 283094 w 331338"/>
              <a:gd name="csY95" fmla="*/ 80006 h 89047"/>
              <a:gd name="csX96" fmla="*/ 274471 w 331338"/>
              <a:gd name="csY96" fmla="*/ 44555 h 89047"/>
              <a:gd name="csX97" fmla="*/ 285479 w 331338"/>
              <a:gd name="csY97" fmla="*/ 44555 h 89047"/>
              <a:gd name="csX98" fmla="*/ 290474 w 331338"/>
              <a:gd name="csY98" fmla="*/ 73167 h 89047"/>
              <a:gd name="csX99" fmla="*/ 302900 w 331338"/>
              <a:gd name="csY99" fmla="*/ 80241 h 89047"/>
              <a:gd name="csX100" fmla="*/ 315275 w 331338"/>
              <a:gd name="csY100" fmla="*/ 73106 h 89047"/>
              <a:gd name="csX101" fmla="*/ 320330 w 331338"/>
              <a:gd name="csY101" fmla="*/ 44555 h 89047"/>
              <a:gd name="csX102" fmla="*/ 315275 w 331338"/>
              <a:gd name="csY102" fmla="*/ 15942 h 89047"/>
              <a:gd name="csX103" fmla="*/ 302787 w 331338"/>
              <a:gd name="csY103" fmla="*/ 8859 h 89047"/>
              <a:gd name="csX104" fmla="*/ 291005 w 331338"/>
              <a:gd name="csY104" fmla="*/ 15107 h 89047"/>
              <a:gd name="csX105" fmla="*/ 285479 w 331338"/>
              <a:gd name="csY105" fmla="*/ 44555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</a:cxnLst>
            <a:rect l="l" t="t" r="r" b="b"/>
            <a:pathLst>
              <a:path w="331338" h="89047">
                <a:moveTo>
                  <a:pt x="0" y="54422"/>
                </a:moveTo>
                <a:lnTo>
                  <a:pt x="0" y="42231"/>
                </a:lnTo>
                <a:cubicBezTo>
                  <a:pt x="4203" y="37471"/>
                  <a:pt x="9711" y="35095"/>
                  <a:pt x="16534" y="35095"/>
                </a:cubicBezTo>
                <a:cubicBezTo>
                  <a:pt x="18918" y="35095"/>
                  <a:pt x="21416" y="35452"/>
                  <a:pt x="24035" y="36166"/>
                </a:cubicBezTo>
                <a:cubicBezTo>
                  <a:pt x="26646" y="36836"/>
                  <a:pt x="30379" y="38202"/>
                  <a:pt x="35217" y="40264"/>
                </a:cubicBezTo>
                <a:cubicBezTo>
                  <a:pt x="37949" y="41422"/>
                  <a:pt x="39994" y="42170"/>
                  <a:pt x="41343" y="42527"/>
                </a:cubicBezTo>
                <a:cubicBezTo>
                  <a:pt x="42727" y="42884"/>
                  <a:pt x="44119" y="43066"/>
                  <a:pt x="45503" y="43066"/>
                </a:cubicBezTo>
                <a:cubicBezTo>
                  <a:pt x="48087" y="43066"/>
                  <a:pt x="50741" y="42292"/>
                  <a:pt x="53474" y="40743"/>
                </a:cubicBezTo>
                <a:cubicBezTo>
                  <a:pt x="56250" y="39194"/>
                  <a:pt x="58713" y="37253"/>
                  <a:pt x="60853" y="34913"/>
                </a:cubicBezTo>
                <a:lnTo>
                  <a:pt x="60853" y="47522"/>
                </a:lnTo>
                <a:cubicBezTo>
                  <a:pt x="58312" y="49906"/>
                  <a:pt x="55736" y="51629"/>
                  <a:pt x="53117" y="52699"/>
                </a:cubicBezTo>
                <a:cubicBezTo>
                  <a:pt x="50541" y="53770"/>
                  <a:pt x="47626" y="54309"/>
                  <a:pt x="44380" y="54309"/>
                </a:cubicBezTo>
                <a:cubicBezTo>
                  <a:pt x="41996" y="54309"/>
                  <a:pt x="39716" y="54031"/>
                  <a:pt x="37532" y="53474"/>
                </a:cubicBezTo>
                <a:cubicBezTo>
                  <a:pt x="35391" y="52917"/>
                  <a:pt x="31962" y="51594"/>
                  <a:pt x="27246" y="49489"/>
                </a:cubicBezTo>
                <a:cubicBezTo>
                  <a:pt x="22564" y="47383"/>
                  <a:pt x="18657" y="46338"/>
                  <a:pt x="15524" y="46338"/>
                </a:cubicBezTo>
                <a:cubicBezTo>
                  <a:pt x="12983" y="46338"/>
                  <a:pt x="10590" y="46887"/>
                  <a:pt x="8328" y="48001"/>
                </a:cubicBezTo>
                <a:cubicBezTo>
                  <a:pt x="6109" y="49071"/>
                  <a:pt x="3333" y="51212"/>
                  <a:pt x="0" y="54422"/>
                </a:cubicBezTo>
                <a:close/>
                <a:moveTo>
                  <a:pt x="127302" y="77265"/>
                </a:moveTo>
                <a:lnTo>
                  <a:pt x="127302" y="87560"/>
                </a:lnTo>
                <a:lnTo>
                  <a:pt x="69660" y="87560"/>
                </a:lnTo>
                <a:cubicBezTo>
                  <a:pt x="69581" y="84984"/>
                  <a:pt x="69999" y="82504"/>
                  <a:pt x="70904" y="80128"/>
                </a:cubicBezTo>
                <a:cubicBezTo>
                  <a:pt x="72375" y="76195"/>
                  <a:pt x="74716" y="72331"/>
                  <a:pt x="77927" y="68520"/>
                </a:cubicBezTo>
                <a:cubicBezTo>
                  <a:pt x="81181" y="64717"/>
                  <a:pt x="85854" y="60314"/>
                  <a:pt x="91963" y="55319"/>
                </a:cubicBezTo>
                <a:cubicBezTo>
                  <a:pt x="101440" y="47548"/>
                  <a:pt x="107844" y="41396"/>
                  <a:pt x="111177" y="36879"/>
                </a:cubicBezTo>
                <a:cubicBezTo>
                  <a:pt x="114510" y="32320"/>
                  <a:pt x="116172" y="28012"/>
                  <a:pt x="116172" y="23965"/>
                </a:cubicBezTo>
                <a:cubicBezTo>
                  <a:pt x="116172" y="19727"/>
                  <a:pt x="114649" y="16160"/>
                  <a:pt x="111595" y="13262"/>
                </a:cubicBezTo>
                <a:cubicBezTo>
                  <a:pt x="108584" y="10329"/>
                  <a:pt x="104633" y="8859"/>
                  <a:pt x="99760" y="8859"/>
                </a:cubicBezTo>
                <a:cubicBezTo>
                  <a:pt x="94600" y="8859"/>
                  <a:pt x="90475" y="10408"/>
                  <a:pt x="87386" y="13497"/>
                </a:cubicBezTo>
                <a:cubicBezTo>
                  <a:pt x="84288" y="16595"/>
                  <a:pt x="82721" y="20876"/>
                  <a:pt x="82687" y="26350"/>
                </a:cubicBezTo>
                <a:lnTo>
                  <a:pt x="71679" y="25219"/>
                </a:lnTo>
                <a:cubicBezTo>
                  <a:pt x="72436" y="17013"/>
                  <a:pt x="75273" y="10764"/>
                  <a:pt x="80189" y="6483"/>
                </a:cubicBezTo>
                <a:cubicBezTo>
                  <a:pt x="85106" y="2158"/>
                  <a:pt x="91711" y="0"/>
                  <a:pt x="99995" y="0"/>
                </a:cubicBezTo>
                <a:cubicBezTo>
                  <a:pt x="108366" y="0"/>
                  <a:pt x="114989" y="2315"/>
                  <a:pt x="119862" y="6953"/>
                </a:cubicBezTo>
                <a:cubicBezTo>
                  <a:pt x="124744" y="11600"/>
                  <a:pt x="127180" y="17343"/>
                  <a:pt x="127180" y="24209"/>
                </a:cubicBezTo>
                <a:cubicBezTo>
                  <a:pt x="127180" y="27699"/>
                  <a:pt x="126467" y="31127"/>
                  <a:pt x="125039" y="34495"/>
                </a:cubicBezTo>
                <a:cubicBezTo>
                  <a:pt x="123612" y="37871"/>
                  <a:pt x="121237" y="41422"/>
                  <a:pt x="117904" y="45146"/>
                </a:cubicBezTo>
                <a:cubicBezTo>
                  <a:pt x="114606" y="48871"/>
                  <a:pt x="109115" y="53987"/>
                  <a:pt x="101422" y="60497"/>
                </a:cubicBezTo>
                <a:cubicBezTo>
                  <a:pt x="95000" y="65883"/>
                  <a:pt x="90875" y="69555"/>
                  <a:pt x="89048" y="71496"/>
                </a:cubicBezTo>
                <a:cubicBezTo>
                  <a:pt x="87229" y="73402"/>
                  <a:pt x="85715" y="75325"/>
                  <a:pt x="84531" y="77265"/>
                </a:cubicBezTo>
                <a:lnTo>
                  <a:pt x="127302" y="77265"/>
                </a:lnTo>
                <a:close/>
                <a:moveTo>
                  <a:pt x="138841" y="44555"/>
                </a:moveTo>
                <a:cubicBezTo>
                  <a:pt x="138841" y="34242"/>
                  <a:pt x="139894" y="25950"/>
                  <a:pt x="141991" y="19684"/>
                </a:cubicBezTo>
                <a:cubicBezTo>
                  <a:pt x="144132" y="13384"/>
                  <a:pt x="147291" y="8519"/>
                  <a:pt x="151450" y="5108"/>
                </a:cubicBezTo>
                <a:cubicBezTo>
                  <a:pt x="155653" y="1697"/>
                  <a:pt x="160927" y="0"/>
                  <a:pt x="167279" y="0"/>
                </a:cubicBezTo>
                <a:cubicBezTo>
                  <a:pt x="171952" y="0"/>
                  <a:pt x="176059" y="949"/>
                  <a:pt x="179593" y="2854"/>
                </a:cubicBezTo>
                <a:cubicBezTo>
                  <a:pt x="183117" y="4717"/>
                  <a:pt x="186032" y="7432"/>
                  <a:pt x="188329" y="10999"/>
                </a:cubicBezTo>
                <a:cubicBezTo>
                  <a:pt x="190635" y="14533"/>
                  <a:pt x="192437" y="18849"/>
                  <a:pt x="193751" y="23965"/>
                </a:cubicBezTo>
                <a:cubicBezTo>
                  <a:pt x="195056" y="29047"/>
                  <a:pt x="195709" y="35905"/>
                  <a:pt x="195709" y="44555"/>
                </a:cubicBezTo>
                <a:cubicBezTo>
                  <a:pt x="195709" y="54779"/>
                  <a:pt x="194656" y="63055"/>
                  <a:pt x="192558" y="69355"/>
                </a:cubicBezTo>
                <a:cubicBezTo>
                  <a:pt x="190453" y="75621"/>
                  <a:pt x="187303" y="80485"/>
                  <a:pt x="183099" y="83931"/>
                </a:cubicBezTo>
                <a:cubicBezTo>
                  <a:pt x="178931" y="87342"/>
                  <a:pt x="173658" y="89048"/>
                  <a:pt x="167279" y="89048"/>
                </a:cubicBezTo>
                <a:cubicBezTo>
                  <a:pt x="158864" y="89048"/>
                  <a:pt x="152268" y="86037"/>
                  <a:pt x="147465" y="80006"/>
                </a:cubicBezTo>
                <a:cubicBezTo>
                  <a:pt x="141712" y="72749"/>
                  <a:pt x="138841" y="60932"/>
                  <a:pt x="138841" y="44555"/>
                </a:cubicBezTo>
                <a:close/>
                <a:moveTo>
                  <a:pt x="149849" y="44555"/>
                </a:moveTo>
                <a:cubicBezTo>
                  <a:pt x="149849" y="58869"/>
                  <a:pt x="151511" y="68407"/>
                  <a:pt x="154844" y="73167"/>
                </a:cubicBezTo>
                <a:cubicBezTo>
                  <a:pt x="158212" y="77883"/>
                  <a:pt x="162354" y="80241"/>
                  <a:pt x="167279" y="80241"/>
                </a:cubicBezTo>
                <a:cubicBezTo>
                  <a:pt x="172196" y="80241"/>
                  <a:pt x="176320" y="77866"/>
                  <a:pt x="179645" y="73106"/>
                </a:cubicBezTo>
                <a:cubicBezTo>
                  <a:pt x="183021" y="68346"/>
                  <a:pt x="184701" y="58826"/>
                  <a:pt x="184701" y="44555"/>
                </a:cubicBezTo>
                <a:cubicBezTo>
                  <a:pt x="184701" y="30196"/>
                  <a:pt x="183021" y="20659"/>
                  <a:pt x="179645" y="15942"/>
                </a:cubicBezTo>
                <a:cubicBezTo>
                  <a:pt x="176320" y="11217"/>
                  <a:pt x="172152" y="8859"/>
                  <a:pt x="167157" y="8859"/>
                </a:cubicBezTo>
                <a:cubicBezTo>
                  <a:pt x="162241" y="8859"/>
                  <a:pt x="158316" y="10939"/>
                  <a:pt x="155375" y="15107"/>
                </a:cubicBezTo>
                <a:cubicBezTo>
                  <a:pt x="151694" y="20424"/>
                  <a:pt x="149849" y="30231"/>
                  <a:pt x="149849" y="44555"/>
                </a:cubicBezTo>
                <a:close/>
                <a:moveTo>
                  <a:pt x="206656" y="44555"/>
                </a:moveTo>
                <a:cubicBezTo>
                  <a:pt x="206656" y="34242"/>
                  <a:pt x="207709" y="25950"/>
                  <a:pt x="209806" y="19684"/>
                </a:cubicBezTo>
                <a:cubicBezTo>
                  <a:pt x="211947" y="13384"/>
                  <a:pt x="215105" y="8519"/>
                  <a:pt x="219265" y="5108"/>
                </a:cubicBezTo>
                <a:cubicBezTo>
                  <a:pt x="223468" y="1697"/>
                  <a:pt x="228742" y="0"/>
                  <a:pt x="235094" y="0"/>
                </a:cubicBezTo>
                <a:cubicBezTo>
                  <a:pt x="239767" y="0"/>
                  <a:pt x="243874" y="949"/>
                  <a:pt x="247407" y="2854"/>
                </a:cubicBezTo>
                <a:cubicBezTo>
                  <a:pt x="250932" y="4717"/>
                  <a:pt x="253847" y="7432"/>
                  <a:pt x="256144" y="10999"/>
                </a:cubicBezTo>
                <a:cubicBezTo>
                  <a:pt x="258450" y="14533"/>
                  <a:pt x="260252" y="18849"/>
                  <a:pt x="261566" y="23965"/>
                </a:cubicBezTo>
                <a:cubicBezTo>
                  <a:pt x="262871" y="29047"/>
                  <a:pt x="263523" y="35905"/>
                  <a:pt x="263523" y="44555"/>
                </a:cubicBezTo>
                <a:cubicBezTo>
                  <a:pt x="263523" y="54779"/>
                  <a:pt x="262471" y="63055"/>
                  <a:pt x="260373" y="69355"/>
                </a:cubicBezTo>
                <a:cubicBezTo>
                  <a:pt x="258268" y="75621"/>
                  <a:pt x="255117" y="80485"/>
                  <a:pt x="250914" y="83931"/>
                </a:cubicBezTo>
                <a:cubicBezTo>
                  <a:pt x="246746" y="87342"/>
                  <a:pt x="241473" y="89048"/>
                  <a:pt x="235094" y="89048"/>
                </a:cubicBezTo>
                <a:cubicBezTo>
                  <a:pt x="226679" y="89048"/>
                  <a:pt x="220083" y="86037"/>
                  <a:pt x="215280" y="80006"/>
                </a:cubicBezTo>
                <a:cubicBezTo>
                  <a:pt x="209527" y="72749"/>
                  <a:pt x="206656" y="60932"/>
                  <a:pt x="206656" y="44555"/>
                </a:cubicBezTo>
                <a:close/>
                <a:moveTo>
                  <a:pt x="217664" y="44555"/>
                </a:moveTo>
                <a:cubicBezTo>
                  <a:pt x="217664" y="58869"/>
                  <a:pt x="219326" y="68407"/>
                  <a:pt x="222659" y="73167"/>
                </a:cubicBezTo>
                <a:cubicBezTo>
                  <a:pt x="226027" y="77883"/>
                  <a:pt x="230169" y="80241"/>
                  <a:pt x="235094" y="80241"/>
                </a:cubicBezTo>
                <a:cubicBezTo>
                  <a:pt x="240011" y="80241"/>
                  <a:pt x="244135" y="77866"/>
                  <a:pt x="247460" y="73106"/>
                </a:cubicBezTo>
                <a:cubicBezTo>
                  <a:pt x="250836" y="68346"/>
                  <a:pt x="252515" y="58826"/>
                  <a:pt x="252515" y="44555"/>
                </a:cubicBezTo>
                <a:cubicBezTo>
                  <a:pt x="252515" y="30196"/>
                  <a:pt x="250836" y="20659"/>
                  <a:pt x="247460" y="15942"/>
                </a:cubicBezTo>
                <a:cubicBezTo>
                  <a:pt x="244135" y="11217"/>
                  <a:pt x="239967" y="8859"/>
                  <a:pt x="234972" y="8859"/>
                </a:cubicBezTo>
                <a:cubicBezTo>
                  <a:pt x="230056" y="8859"/>
                  <a:pt x="226131" y="10939"/>
                  <a:pt x="223190" y="15107"/>
                </a:cubicBezTo>
                <a:cubicBezTo>
                  <a:pt x="219509" y="20424"/>
                  <a:pt x="217664" y="30231"/>
                  <a:pt x="217664" y="44555"/>
                </a:cubicBezTo>
                <a:close/>
                <a:moveTo>
                  <a:pt x="274471" y="44555"/>
                </a:moveTo>
                <a:cubicBezTo>
                  <a:pt x="274471" y="34242"/>
                  <a:pt x="275524" y="25950"/>
                  <a:pt x="277621" y="19684"/>
                </a:cubicBezTo>
                <a:cubicBezTo>
                  <a:pt x="279762" y="13384"/>
                  <a:pt x="282920" y="8519"/>
                  <a:pt x="287080" y="5108"/>
                </a:cubicBezTo>
                <a:cubicBezTo>
                  <a:pt x="291283" y="1697"/>
                  <a:pt x="296556" y="0"/>
                  <a:pt x="302900" y="0"/>
                </a:cubicBezTo>
                <a:cubicBezTo>
                  <a:pt x="307582" y="0"/>
                  <a:pt x="311689" y="949"/>
                  <a:pt x="315222" y="2854"/>
                </a:cubicBezTo>
                <a:cubicBezTo>
                  <a:pt x="318747" y="4717"/>
                  <a:pt x="321662" y="7432"/>
                  <a:pt x="323959" y="10999"/>
                </a:cubicBezTo>
                <a:cubicBezTo>
                  <a:pt x="326265" y="14533"/>
                  <a:pt x="328067" y="18849"/>
                  <a:pt x="329372" y="23965"/>
                </a:cubicBezTo>
                <a:cubicBezTo>
                  <a:pt x="330686" y="29047"/>
                  <a:pt x="331338" y="35905"/>
                  <a:pt x="331338" y="44555"/>
                </a:cubicBezTo>
                <a:cubicBezTo>
                  <a:pt x="331338" y="54779"/>
                  <a:pt x="330286" y="63055"/>
                  <a:pt x="328188" y="69355"/>
                </a:cubicBezTo>
                <a:cubicBezTo>
                  <a:pt x="326082" y="75621"/>
                  <a:pt x="322932" y="80485"/>
                  <a:pt x="318729" y="83931"/>
                </a:cubicBezTo>
                <a:cubicBezTo>
                  <a:pt x="314561" y="87342"/>
                  <a:pt x="309287" y="89048"/>
                  <a:pt x="302900" y="89048"/>
                </a:cubicBezTo>
                <a:cubicBezTo>
                  <a:pt x="294494" y="89048"/>
                  <a:pt x="287898" y="86037"/>
                  <a:pt x="283094" y="80006"/>
                </a:cubicBezTo>
                <a:cubicBezTo>
                  <a:pt x="277342" y="72749"/>
                  <a:pt x="274471" y="60932"/>
                  <a:pt x="274471" y="44555"/>
                </a:cubicBezTo>
                <a:close/>
                <a:moveTo>
                  <a:pt x="285479" y="44555"/>
                </a:moveTo>
                <a:cubicBezTo>
                  <a:pt x="285479" y="58869"/>
                  <a:pt x="287141" y="68407"/>
                  <a:pt x="290474" y="73167"/>
                </a:cubicBezTo>
                <a:cubicBezTo>
                  <a:pt x="293841" y="77883"/>
                  <a:pt x="297984" y="80241"/>
                  <a:pt x="302900" y="80241"/>
                </a:cubicBezTo>
                <a:cubicBezTo>
                  <a:pt x="307826" y="80241"/>
                  <a:pt x="311950" y="77866"/>
                  <a:pt x="315275" y="73106"/>
                </a:cubicBezTo>
                <a:cubicBezTo>
                  <a:pt x="318651" y="68346"/>
                  <a:pt x="320330" y="58826"/>
                  <a:pt x="320330" y="44555"/>
                </a:cubicBezTo>
                <a:cubicBezTo>
                  <a:pt x="320330" y="30196"/>
                  <a:pt x="318651" y="20659"/>
                  <a:pt x="315275" y="15942"/>
                </a:cubicBezTo>
                <a:cubicBezTo>
                  <a:pt x="311950" y="11217"/>
                  <a:pt x="307782" y="8859"/>
                  <a:pt x="302787" y="8859"/>
                </a:cubicBezTo>
                <a:cubicBezTo>
                  <a:pt x="297870" y="8859"/>
                  <a:pt x="293946" y="10939"/>
                  <a:pt x="291005" y="15107"/>
                </a:cubicBezTo>
                <a:cubicBezTo>
                  <a:pt x="287315" y="20424"/>
                  <a:pt x="285479" y="30231"/>
                  <a:pt x="285479" y="44555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8933AFE-3779-57B3-F0F5-C3A4B293801D}"/>
              </a:ext>
            </a:extLst>
          </p:cNvPr>
          <p:cNvSpPr/>
          <p:nvPr/>
        </p:nvSpPr>
        <p:spPr>
          <a:xfrm>
            <a:off x="2732326" y="3824229"/>
            <a:ext cx="469128" cy="159564"/>
          </a:xfrm>
          <a:custGeom>
            <a:avLst/>
            <a:gdLst>
              <a:gd name="csX0" fmla="*/ 57651 w 261983"/>
              <a:gd name="csY0" fmla="*/ 77265 h 89108"/>
              <a:gd name="csX1" fmla="*/ 57651 w 261983"/>
              <a:gd name="csY1" fmla="*/ 87560 h 89108"/>
              <a:gd name="csX2" fmla="*/ 9 w 261983"/>
              <a:gd name="csY2" fmla="*/ 87560 h 89108"/>
              <a:gd name="csX3" fmla="*/ 1253 w 261983"/>
              <a:gd name="csY3" fmla="*/ 80128 h 89108"/>
              <a:gd name="csX4" fmla="*/ 8276 w 261983"/>
              <a:gd name="csY4" fmla="*/ 68520 h 89108"/>
              <a:gd name="csX5" fmla="*/ 22312 w 261983"/>
              <a:gd name="csY5" fmla="*/ 55319 h 89108"/>
              <a:gd name="csX6" fmla="*/ 41527 w 261983"/>
              <a:gd name="csY6" fmla="*/ 36879 h 89108"/>
              <a:gd name="csX7" fmla="*/ 46530 w 261983"/>
              <a:gd name="csY7" fmla="*/ 23965 h 89108"/>
              <a:gd name="csX8" fmla="*/ 41944 w 261983"/>
              <a:gd name="csY8" fmla="*/ 13262 h 89108"/>
              <a:gd name="csX9" fmla="*/ 30109 w 261983"/>
              <a:gd name="csY9" fmla="*/ 8859 h 89108"/>
              <a:gd name="csX10" fmla="*/ 17735 w 261983"/>
              <a:gd name="csY10" fmla="*/ 13497 h 89108"/>
              <a:gd name="csX11" fmla="*/ 13036 w 261983"/>
              <a:gd name="csY11" fmla="*/ 26350 h 89108"/>
              <a:gd name="csX12" fmla="*/ 2028 w 261983"/>
              <a:gd name="csY12" fmla="*/ 25219 h 89108"/>
              <a:gd name="csX13" fmla="*/ 10539 w 261983"/>
              <a:gd name="csY13" fmla="*/ 6483 h 89108"/>
              <a:gd name="csX14" fmla="*/ 30344 w 261983"/>
              <a:gd name="csY14" fmla="*/ 0 h 89108"/>
              <a:gd name="csX15" fmla="*/ 50211 w 261983"/>
              <a:gd name="csY15" fmla="*/ 6953 h 89108"/>
              <a:gd name="csX16" fmla="*/ 57530 w 261983"/>
              <a:gd name="csY16" fmla="*/ 24209 h 89108"/>
              <a:gd name="csX17" fmla="*/ 55389 w 261983"/>
              <a:gd name="csY17" fmla="*/ 34495 h 89108"/>
              <a:gd name="csX18" fmla="*/ 48253 w 261983"/>
              <a:gd name="csY18" fmla="*/ 45146 h 89108"/>
              <a:gd name="csX19" fmla="*/ 31772 w 261983"/>
              <a:gd name="csY19" fmla="*/ 60497 h 89108"/>
              <a:gd name="csX20" fmla="*/ 19397 w 261983"/>
              <a:gd name="csY20" fmla="*/ 71496 h 89108"/>
              <a:gd name="csX21" fmla="*/ 14881 w 261983"/>
              <a:gd name="csY21" fmla="*/ 77265 h 89108"/>
              <a:gd name="csX22" fmla="*/ 57651 w 261983"/>
              <a:gd name="csY22" fmla="*/ 77265 h 89108"/>
              <a:gd name="csX23" fmla="*/ 69190 w 261983"/>
              <a:gd name="csY23" fmla="*/ 44555 h 89108"/>
              <a:gd name="csX24" fmla="*/ 72340 w 261983"/>
              <a:gd name="csY24" fmla="*/ 19684 h 89108"/>
              <a:gd name="csX25" fmla="*/ 81800 w 261983"/>
              <a:gd name="csY25" fmla="*/ 5108 h 89108"/>
              <a:gd name="csX26" fmla="*/ 97629 w 261983"/>
              <a:gd name="csY26" fmla="*/ 0 h 89108"/>
              <a:gd name="csX27" fmla="*/ 109942 w 261983"/>
              <a:gd name="csY27" fmla="*/ 2854 h 89108"/>
              <a:gd name="csX28" fmla="*/ 118688 w 261983"/>
              <a:gd name="csY28" fmla="*/ 10999 h 89108"/>
              <a:gd name="csX29" fmla="*/ 124100 w 261983"/>
              <a:gd name="csY29" fmla="*/ 23965 h 89108"/>
              <a:gd name="csX30" fmla="*/ 126058 w 261983"/>
              <a:gd name="csY30" fmla="*/ 44555 h 89108"/>
              <a:gd name="csX31" fmla="*/ 122908 w 261983"/>
              <a:gd name="csY31" fmla="*/ 69355 h 89108"/>
              <a:gd name="csX32" fmla="*/ 113449 w 261983"/>
              <a:gd name="csY32" fmla="*/ 83931 h 89108"/>
              <a:gd name="csX33" fmla="*/ 97629 w 261983"/>
              <a:gd name="csY33" fmla="*/ 89048 h 89108"/>
              <a:gd name="csX34" fmla="*/ 77814 w 261983"/>
              <a:gd name="csY34" fmla="*/ 80006 h 89108"/>
              <a:gd name="csX35" fmla="*/ 69190 w 261983"/>
              <a:gd name="csY35" fmla="*/ 44555 h 89108"/>
              <a:gd name="csX36" fmla="*/ 80198 w 261983"/>
              <a:gd name="csY36" fmla="*/ 44555 h 89108"/>
              <a:gd name="csX37" fmla="*/ 85193 w 261983"/>
              <a:gd name="csY37" fmla="*/ 73167 h 89108"/>
              <a:gd name="csX38" fmla="*/ 97629 w 261983"/>
              <a:gd name="csY38" fmla="*/ 80241 h 89108"/>
              <a:gd name="csX39" fmla="*/ 110003 w 261983"/>
              <a:gd name="csY39" fmla="*/ 73106 h 89108"/>
              <a:gd name="csX40" fmla="*/ 115059 w 261983"/>
              <a:gd name="csY40" fmla="*/ 44555 h 89108"/>
              <a:gd name="csX41" fmla="*/ 110003 w 261983"/>
              <a:gd name="csY41" fmla="*/ 15942 h 89108"/>
              <a:gd name="csX42" fmla="*/ 97507 w 261983"/>
              <a:gd name="csY42" fmla="*/ 8859 h 89108"/>
              <a:gd name="csX43" fmla="*/ 85724 w 261983"/>
              <a:gd name="csY43" fmla="*/ 15107 h 89108"/>
              <a:gd name="csX44" fmla="*/ 80198 w 261983"/>
              <a:gd name="csY44" fmla="*/ 44555 h 89108"/>
              <a:gd name="csX45" fmla="*/ 177339 w 261983"/>
              <a:gd name="csY45" fmla="*/ 87560 h 89108"/>
              <a:gd name="csX46" fmla="*/ 166627 w 261983"/>
              <a:gd name="csY46" fmla="*/ 87560 h 89108"/>
              <a:gd name="csX47" fmla="*/ 166627 w 261983"/>
              <a:gd name="csY47" fmla="*/ 19327 h 89108"/>
              <a:gd name="csX48" fmla="*/ 156454 w 261983"/>
              <a:gd name="csY48" fmla="*/ 26707 h 89108"/>
              <a:gd name="csX49" fmla="*/ 145211 w 261983"/>
              <a:gd name="csY49" fmla="*/ 32241 h 89108"/>
              <a:gd name="csX50" fmla="*/ 145211 w 261983"/>
              <a:gd name="csY50" fmla="*/ 21886 h 89108"/>
              <a:gd name="csX51" fmla="*/ 160919 w 261983"/>
              <a:gd name="csY51" fmla="*/ 11652 h 89108"/>
              <a:gd name="csX52" fmla="*/ 170438 w 261983"/>
              <a:gd name="csY52" fmla="*/ 0 h 89108"/>
              <a:gd name="csX53" fmla="*/ 177339 w 261983"/>
              <a:gd name="csY53" fmla="*/ 0 h 89108"/>
              <a:gd name="csX54" fmla="*/ 177339 w 261983"/>
              <a:gd name="csY54" fmla="*/ 87560 h 89108"/>
              <a:gd name="csX55" fmla="*/ 204881 w 261983"/>
              <a:gd name="csY55" fmla="*/ 64534 h 89108"/>
              <a:gd name="csX56" fmla="*/ 215585 w 261983"/>
              <a:gd name="csY56" fmla="*/ 63107 h 89108"/>
              <a:gd name="csX57" fmla="*/ 221833 w 261983"/>
              <a:gd name="csY57" fmla="*/ 76256 h 89108"/>
              <a:gd name="csX58" fmla="*/ 232658 w 261983"/>
              <a:gd name="csY58" fmla="*/ 80241 h 89108"/>
              <a:gd name="csX59" fmla="*/ 245389 w 261983"/>
              <a:gd name="csY59" fmla="*/ 75012 h 89108"/>
              <a:gd name="csX60" fmla="*/ 250628 w 261983"/>
              <a:gd name="csY60" fmla="*/ 62037 h 89108"/>
              <a:gd name="csX61" fmla="*/ 245807 w 261983"/>
              <a:gd name="csY61" fmla="*/ 49906 h 89108"/>
              <a:gd name="csX62" fmla="*/ 233554 w 261983"/>
              <a:gd name="csY62" fmla="*/ 45085 h 89108"/>
              <a:gd name="csX63" fmla="*/ 226001 w 261983"/>
              <a:gd name="csY63" fmla="*/ 46278 h 89108"/>
              <a:gd name="csX64" fmla="*/ 227184 w 261983"/>
              <a:gd name="csY64" fmla="*/ 36879 h 89108"/>
              <a:gd name="csX65" fmla="*/ 228916 w 261983"/>
              <a:gd name="csY65" fmla="*/ 36992 h 89108"/>
              <a:gd name="csX66" fmla="*/ 241230 w 261983"/>
              <a:gd name="csY66" fmla="*/ 33425 h 89108"/>
              <a:gd name="csX67" fmla="*/ 246703 w 261983"/>
              <a:gd name="csY67" fmla="*/ 22425 h 89108"/>
              <a:gd name="csX68" fmla="*/ 242718 w 261983"/>
              <a:gd name="csY68" fmla="*/ 12670 h 89108"/>
              <a:gd name="csX69" fmla="*/ 232423 w 261983"/>
              <a:gd name="csY69" fmla="*/ 8798 h 89108"/>
              <a:gd name="csX70" fmla="*/ 222015 w 261983"/>
              <a:gd name="csY70" fmla="*/ 12722 h 89108"/>
              <a:gd name="csX71" fmla="*/ 216655 w 261983"/>
              <a:gd name="csY71" fmla="*/ 24505 h 89108"/>
              <a:gd name="csX72" fmla="*/ 205951 w 261983"/>
              <a:gd name="csY72" fmla="*/ 22599 h 89108"/>
              <a:gd name="csX73" fmla="*/ 214871 w 261983"/>
              <a:gd name="csY73" fmla="*/ 5944 h 89108"/>
              <a:gd name="csX74" fmla="*/ 232188 w 261983"/>
              <a:gd name="csY74" fmla="*/ 0 h 89108"/>
              <a:gd name="csX75" fmla="*/ 245328 w 261983"/>
              <a:gd name="csY75" fmla="*/ 3089 h 89108"/>
              <a:gd name="csX76" fmla="*/ 254491 w 261983"/>
              <a:gd name="csY76" fmla="*/ 11417 h 89108"/>
              <a:gd name="csX77" fmla="*/ 257702 w 261983"/>
              <a:gd name="csY77" fmla="*/ 22660 h 89108"/>
              <a:gd name="csX78" fmla="*/ 254674 w 261983"/>
              <a:gd name="csY78" fmla="*/ 32955 h 89108"/>
              <a:gd name="csX79" fmla="*/ 245685 w 261983"/>
              <a:gd name="csY79" fmla="*/ 40325 h 89108"/>
              <a:gd name="csX80" fmla="*/ 257702 w 261983"/>
              <a:gd name="csY80" fmla="*/ 47766 h 89108"/>
              <a:gd name="csX81" fmla="*/ 261984 w 261983"/>
              <a:gd name="csY81" fmla="*/ 61802 h 89108"/>
              <a:gd name="csX82" fmla="*/ 253656 w 261983"/>
              <a:gd name="csY82" fmla="*/ 81199 h 89108"/>
              <a:gd name="csX83" fmla="*/ 232597 w 261983"/>
              <a:gd name="csY83" fmla="*/ 89109 h 89108"/>
              <a:gd name="csX84" fmla="*/ 213505 w 261983"/>
              <a:gd name="csY84" fmla="*/ 82269 h 89108"/>
              <a:gd name="csX85" fmla="*/ 204881 w 261983"/>
              <a:gd name="csY85" fmla="*/ 64534 h 89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</a:cxnLst>
            <a:rect l="l" t="t" r="r" b="b"/>
            <a:pathLst>
              <a:path w="261983" h="89108">
                <a:moveTo>
                  <a:pt x="57651" y="77265"/>
                </a:moveTo>
                <a:lnTo>
                  <a:pt x="57651" y="87560"/>
                </a:lnTo>
                <a:lnTo>
                  <a:pt x="9" y="87560"/>
                </a:lnTo>
                <a:cubicBezTo>
                  <a:pt x="-69" y="84984"/>
                  <a:pt x="349" y="82504"/>
                  <a:pt x="1253" y="80128"/>
                </a:cubicBezTo>
                <a:cubicBezTo>
                  <a:pt x="2724" y="76195"/>
                  <a:pt x="5065" y="72331"/>
                  <a:pt x="8276" y="68520"/>
                </a:cubicBezTo>
                <a:cubicBezTo>
                  <a:pt x="11531" y="64717"/>
                  <a:pt x="16212" y="60314"/>
                  <a:pt x="22312" y="55319"/>
                </a:cubicBezTo>
                <a:cubicBezTo>
                  <a:pt x="31798" y="47548"/>
                  <a:pt x="38202" y="41396"/>
                  <a:pt x="41527" y="36879"/>
                </a:cubicBezTo>
                <a:cubicBezTo>
                  <a:pt x="44859" y="32320"/>
                  <a:pt x="46530" y="28012"/>
                  <a:pt x="46530" y="23965"/>
                </a:cubicBezTo>
                <a:cubicBezTo>
                  <a:pt x="46530" y="19727"/>
                  <a:pt x="44999" y="16160"/>
                  <a:pt x="41944" y="13262"/>
                </a:cubicBezTo>
                <a:cubicBezTo>
                  <a:pt x="38933" y="10329"/>
                  <a:pt x="34983" y="8859"/>
                  <a:pt x="30109" y="8859"/>
                </a:cubicBezTo>
                <a:cubicBezTo>
                  <a:pt x="24949" y="8859"/>
                  <a:pt x="20825" y="10408"/>
                  <a:pt x="17735" y="13497"/>
                </a:cubicBezTo>
                <a:cubicBezTo>
                  <a:pt x="14646" y="16595"/>
                  <a:pt x="13080" y="20876"/>
                  <a:pt x="13036" y="26350"/>
                </a:cubicBezTo>
                <a:lnTo>
                  <a:pt x="2028" y="25219"/>
                </a:lnTo>
                <a:cubicBezTo>
                  <a:pt x="2785" y="17013"/>
                  <a:pt x="5622" y="10764"/>
                  <a:pt x="10539" y="6483"/>
                </a:cubicBezTo>
                <a:cubicBezTo>
                  <a:pt x="15455" y="2158"/>
                  <a:pt x="22060" y="0"/>
                  <a:pt x="30344" y="0"/>
                </a:cubicBezTo>
                <a:cubicBezTo>
                  <a:pt x="38716" y="0"/>
                  <a:pt x="45338" y="2315"/>
                  <a:pt x="50211" y="6953"/>
                </a:cubicBezTo>
                <a:cubicBezTo>
                  <a:pt x="55093" y="11600"/>
                  <a:pt x="57530" y="17343"/>
                  <a:pt x="57530" y="24209"/>
                </a:cubicBezTo>
                <a:cubicBezTo>
                  <a:pt x="57530" y="27699"/>
                  <a:pt x="56816" y="31127"/>
                  <a:pt x="55389" y="34495"/>
                </a:cubicBezTo>
                <a:cubicBezTo>
                  <a:pt x="53962" y="37871"/>
                  <a:pt x="51586" y="41422"/>
                  <a:pt x="48253" y="45146"/>
                </a:cubicBezTo>
                <a:cubicBezTo>
                  <a:pt x="44964" y="48871"/>
                  <a:pt x="39464" y="53987"/>
                  <a:pt x="31772" y="60497"/>
                </a:cubicBezTo>
                <a:cubicBezTo>
                  <a:pt x="25349" y="65883"/>
                  <a:pt x="21225" y="69555"/>
                  <a:pt x="19397" y="71496"/>
                </a:cubicBezTo>
                <a:cubicBezTo>
                  <a:pt x="17579" y="73402"/>
                  <a:pt x="16073" y="75325"/>
                  <a:pt x="14881" y="77265"/>
                </a:cubicBezTo>
                <a:lnTo>
                  <a:pt x="57651" y="77265"/>
                </a:lnTo>
                <a:close/>
                <a:moveTo>
                  <a:pt x="69190" y="44555"/>
                </a:moveTo>
                <a:cubicBezTo>
                  <a:pt x="69190" y="34242"/>
                  <a:pt x="70243" y="25950"/>
                  <a:pt x="72340" y="19684"/>
                </a:cubicBezTo>
                <a:cubicBezTo>
                  <a:pt x="74481" y="13384"/>
                  <a:pt x="77640" y="8519"/>
                  <a:pt x="81800" y="5108"/>
                </a:cubicBezTo>
                <a:cubicBezTo>
                  <a:pt x="86003" y="1697"/>
                  <a:pt x="91276" y="0"/>
                  <a:pt x="97629" y="0"/>
                </a:cubicBezTo>
                <a:cubicBezTo>
                  <a:pt x="102301" y="0"/>
                  <a:pt x="106409" y="949"/>
                  <a:pt x="109942" y="2854"/>
                </a:cubicBezTo>
                <a:cubicBezTo>
                  <a:pt x="113466" y="4717"/>
                  <a:pt x="116381" y="7432"/>
                  <a:pt x="118688" y="10999"/>
                </a:cubicBezTo>
                <a:cubicBezTo>
                  <a:pt x="120985" y="14533"/>
                  <a:pt x="122786" y="18849"/>
                  <a:pt x="124100" y="23965"/>
                </a:cubicBezTo>
                <a:cubicBezTo>
                  <a:pt x="125405" y="29047"/>
                  <a:pt x="126058" y="35905"/>
                  <a:pt x="126058" y="44555"/>
                </a:cubicBezTo>
                <a:cubicBezTo>
                  <a:pt x="126058" y="54779"/>
                  <a:pt x="125005" y="63055"/>
                  <a:pt x="122908" y="69355"/>
                </a:cubicBezTo>
                <a:cubicBezTo>
                  <a:pt x="120802" y="75621"/>
                  <a:pt x="117652" y="80485"/>
                  <a:pt x="113449" y="83931"/>
                </a:cubicBezTo>
                <a:cubicBezTo>
                  <a:pt x="109289" y="87342"/>
                  <a:pt x="104007" y="89048"/>
                  <a:pt x="97629" y="89048"/>
                </a:cubicBezTo>
                <a:cubicBezTo>
                  <a:pt x="89222" y="89048"/>
                  <a:pt x="82617" y="86037"/>
                  <a:pt x="77814" y="80006"/>
                </a:cubicBezTo>
                <a:cubicBezTo>
                  <a:pt x="72062" y="72749"/>
                  <a:pt x="69190" y="60932"/>
                  <a:pt x="69190" y="44555"/>
                </a:cubicBezTo>
                <a:close/>
                <a:moveTo>
                  <a:pt x="80198" y="44555"/>
                </a:moveTo>
                <a:cubicBezTo>
                  <a:pt x="80198" y="58869"/>
                  <a:pt x="81860" y="68407"/>
                  <a:pt x="85193" y="73167"/>
                </a:cubicBezTo>
                <a:cubicBezTo>
                  <a:pt x="88561" y="77883"/>
                  <a:pt x="92712" y="80241"/>
                  <a:pt x="97629" y="80241"/>
                </a:cubicBezTo>
                <a:cubicBezTo>
                  <a:pt x="102545" y="80241"/>
                  <a:pt x="106670" y="77866"/>
                  <a:pt x="110003" y="73106"/>
                </a:cubicBezTo>
                <a:cubicBezTo>
                  <a:pt x="113370" y="68346"/>
                  <a:pt x="115059" y="58826"/>
                  <a:pt x="115059" y="44555"/>
                </a:cubicBezTo>
                <a:cubicBezTo>
                  <a:pt x="115059" y="30196"/>
                  <a:pt x="113370" y="20659"/>
                  <a:pt x="110003" y="15942"/>
                </a:cubicBezTo>
                <a:cubicBezTo>
                  <a:pt x="106670" y="11217"/>
                  <a:pt x="102502" y="8859"/>
                  <a:pt x="97507" y="8859"/>
                </a:cubicBezTo>
                <a:cubicBezTo>
                  <a:pt x="92590" y="8859"/>
                  <a:pt x="88665" y="10939"/>
                  <a:pt x="85724" y="15107"/>
                </a:cubicBezTo>
                <a:cubicBezTo>
                  <a:pt x="82043" y="20424"/>
                  <a:pt x="80198" y="30231"/>
                  <a:pt x="80198" y="44555"/>
                </a:cubicBezTo>
                <a:close/>
                <a:moveTo>
                  <a:pt x="177339" y="87560"/>
                </a:moveTo>
                <a:lnTo>
                  <a:pt x="166627" y="87560"/>
                </a:lnTo>
                <a:lnTo>
                  <a:pt x="166627" y="19327"/>
                </a:lnTo>
                <a:cubicBezTo>
                  <a:pt x="164051" y="21790"/>
                  <a:pt x="160657" y="24244"/>
                  <a:pt x="156454" y="26707"/>
                </a:cubicBezTo>
                <a:cubicBezTo>
                  <a:pt x="152295" y="29161"/>
                  <a:pt x="148544" y="31005"/>
                  <a:pt x="145211" y="32241"/>
                </a:cubicBezTo>
                <a:lnTo>
                  <a:pt x="145211" y="21886"/>
                </a:lnTo>
                <a:cubicBezTo>
                  <a:pt x="151207" y="19075"/>
                  <a:pt x="156437" y="15664"/>
                  <a:pt x="160919" y="11652"/>
                </a:cubicBezTo>
                <a:cubicBezTo>
                  <a:pt x="165400" y="7649"/>
                  <a:pt x="168576" y="3759"/>
                  <a:pt x="170438" y="0"/>
                </a:cubicBezTo>
                <a:lnTo>
                  <a:pt x="177339" y="0"/>
                </a:lnTo>
                <a:lnTo>
                  <a:pt x="177339" y="87560"/>
                </a:lnTo>
                <a:close/>
                <a:moveTo>
                  <a:pt x="204881" y="64534"/>
                </a:moveTo>
                <a:lnTo>
                  <a:pt x="215585" y="63107"/>
                </a:lnTo>
                <a:cubicBezTo>
                  <a:pt x="216820" y="69181"/>
                  <a:pt x="218900" y="73558"/>
                  <a:pt x="221833" y="76256"/>
                </a:cubicBezTo>
                <a:cubicBezTo>
                  <a:pt x="224809" y="78919"/>
                  <a:pt x="228420" y="80241"/>
                  <a:pt x="232658" y="80241"/>
                </a:cubicBezTo>
                <a:cubicBezTo>
                  <a:pt x="237696" y="80241"/>
                  <a:pt x="241943" y="78501"/>
                  <a:pt x="245389" y="75012"/>
                </a:cubicBezTo>
                <a:cubicBezTo>
                  <a:pt x="248879" y="71522"/>
                  <a:pt x="250628" y="67197"/>
                  <a:pt x="250628" y="62037"/>
                </a:cubicBezTo>
                <a:cubicBezTo>
                  <a:pt x="250628" y="57120"/>
                  <a:pt x="249018" y="53074"/>
                  <a:pt x="245807" y="49906"/>
                </a:cubicBezTo>
                <a:cubicBezTo>
                  <a:pt x="242596" y="46695"/>
                  <a:pt x="238506" y="45085"/>
                  <a:pt x="233554" y="45085"/>
                </a:cubicBezTo>
                <a:cubicBezTo>
                  <a:pt x="231527" y="45085"/>
                  <a:pt x="229012" y="45486"/>
                  <a:pt x="226001" y="46278"/>
                </a:cubicBezTo>
                <a:lnTo>
                  <a:pt x="227184" y="36879"/>
                </a:lnTo>
                <a:cubicBezTo>
                  <a:pt x="227898" y="36958"/>
                  <a:pt x="228472" y="36992"/>
                  <a:pt x="228916" y="36992"/>
                </a:cubicBezTo>
                <a:cubicBezTo>
                  <a:pt x="233476" y="36992"/>
                  <a:pt x="237575" y="35809"/>
                  <a:pt x="241230" y="33425"/>
                </a:cubicBezTo>
                <a:cubicBezTo>
                  <a:pt x="244876" y="31049"/>
                  <a:pt x="246703" y="27377"/>
                  <a:pt x="246703" y="22425"/>
                </a:cubicBezTo>
                <a:cubicBezTo>
                  <a:pt x="246703" y="18492"/>
                  <a:pt x="245372" y="15246"/>
                  <a:pt x="242718" y="12670"/>
                </a:cubicBezTo>
                <a:cubicBezTo>
                  <a:pt x="240055" y="10086"/>
                  <a:pt x="236626" y="8798"/>
                  <a:pt x="232423" y="8798"/>
                </a:cubicBezTo>
                <a:cubicBezTo>
                  <a:pt x="228255" y="8798"/>
                  <a:pt x="224791" y="10112"/>
                  <a:pt x="222015" y="12722"/>
                </a:cubicBezTo>
                <a:cubicBezTo>
                  <a:pt x="219239" y="15342"/>
                  <a:pt x="217455" y="19266"/>
                  <a:pt x="216655" y="24505"/>
                </a:cubicBezTo>
                <a:lnTo>
                  <a:pt x="205951" y="22599"/>
                </a:lnTo>
                <a:cubicBezTo>
                  <a:pt x="207257" y="15420"/>
                  <a:pt x="210233" y="9868"/>
                  <a:pt x="214871" y="5944"/>
                </a:cubicBezTo>
                <a:cubicBezTo>
                  <a:pt x="219509" y="1976"/>
                  <a:pt x="225287" y="0"/>
                  <a:pt x="232188" y="0"/>
                </a:cubicBezTo>
                <a:cubicBezTo>
                  <a:pt x="236939" y="0"/>
                  <a:pt x="241325" y="1027"/>
                  <a:pt x="245328" y="3089"/>
                </a:cubicBezTo>
                <a:cubicBezTo>
                  <a:pt x="249340" y="5108"/>
                  <a:pt x="252385" y="7884"/>
                  <a:pt x="254491" y="11417"/>
                </a:cubicBezTo>
                <a:cubicBezTo>
                  <a:pt x="256632" y="14950"/>
                  <a:pt x="257702" y="18692"/>
                  <a:pt x="257702" y="22660"/>
                </a:cubicBezTo>
                <a:cubicBezTo>
                  <a:pt x="257702" y="26428"/>
                  <a:pt x="256693" y="29857"/>
                  <a:pt x="254674" y="32955"/>
                </a:cubicBezTo>
                <a:cubicBezTo>
                  <a:pt x="252646" y="36044"/>
                  <a:pt x="249653" y="38507"/>
                  <a:pt x="245685" y="40325"/>
                </a:cubicBezTo>
                <a:cubicBezTo>
                  <a:pt x="250845" y="41518"/>
                  <a:pt x="254848" y="43997"/>
                  <a:pt x="257702" y="47766"/>
                </a:cubicBezTo>
                <a:cubicBezTo>
                  <a:pt x="260557" y="51490"/>
                  <a:pt x="261984" y="56172"/>
                  <a:pt x="261984" y="61802"/>
                </a:cubicBezTo>
                <a:cubicBezTo>
                  <a:pt x="261984" y="69416"/>
                  <a:pt x="259208" y="75882"/>
                  <a:pt x="253656" y="81199"/>
                </a:cubicBezTo>
                <a:cubicBezTo>
                  <a:pt x="248104" y="86472"/>
                  <a:pt x="241090" y="89109"/>
                  <a:pt x="232597" y="89109"/>
                </a:cubicBezTo>
                <a:cubicBezTo>
                  <a:pt x="224948" y="89109"/>
                  <a:pt x="218578" y="86829"/>
                  <a:pt x="213505" y="82269"/>
                </a:cubicBezTo>
                <a:cubicBezTo>
                  <a:pt x="208466" y="77709"/>
                  <a:pt x="205595" y="71792"/>
                  <a:pt x="204881" y="64534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AD84D0E-690E-2D18-D5FC-EF81BBAD04A0}"/>
              </a:ext>
            </a:extLst>
          </p:cNvPr>
          <p:cNvSpPr/>
          <p:nvPr/>
        </p:nvSpPr>
        <p:spPr>
          <a:xfrm>
            <a:off x="3950611" y="3824253"/>
            <a:ext cx="469128" cy="159456"/>
          </a:xfrm>
          <a:custGeom>
            <a:avLst/>
            <a:gdLst>
              <a:gd name="csX0" fmla="*/ 57651 w 261983"/>
              <a:gd name="csY0" fmla="*/ 77265 h 89047"/>
              <a:gd name="csX1" fmla="*/ 57651 w 261983"/>
              <a:gd name="csY1" fmla="*/ 87560 h 89047"/>
              <a:gd name="csX2" fmla="*/ 9 w 261983"/>
              <a:gd name="csY2" fmla="*/ 87560 h 89047"/>
              <a:gd name="csX3" fmla="*/ 1253 w 261983"/>
              <a:gd name="csY3" fmla="*/ 80128 h 89047"/>
              <a:gd name="csX4" fmla="*/ 8276 w 261983"/>
              <a:gd name="csY4" fmla="*/ 68520 h 89047"/>
              <a:gd name="csX5" fmla="*/ 22312 w 261983"/>
              <a:gd name="csY5" fmla="*/ 55319 h 89047"/>
              <a:gd name="csX6" fmla="*/ 41527 w 261983"/>
              <a:gd name="csY6" fmla="*/ 36879 h 89047"/>
              <a:gd name="csX7" fmla="*/ 46530 w 261983"/>
              <a:gd name="csY7" fmla="*/ 23965 h 89047"/>
              <a:gd name="csX8" fmla="*/ 41944 w 261983"/>
              <a:gd name="csY8" fmla="*/ 13262 h 89047"/>
              <a:gd name="csX9" fmla="*/ 30109 w 261983"/>
              <a:gd name="csY9" fmla="*/ 8859 h 89047"/>
              <a:gd name="csX10" fmla="*/ 17735 w 261983"/>
              <a:gd name="csY10" fmla="*/ 13497 h 89047"/>
              <a:gd name="csX11" fmla="*/ 13036 w 261983"/>
              <a:gd name="csY11" fmla="*/ 26350 h 89047"/>
              <a:gd name="csX12" fmla="*/ 2028 w 261983"/>
              <a:gd name="csY12" fmla="*/ 25219 h 89047"/>
              <a:gd name="csX13" fmla="*/ 10539 w 261983"/>
              <a:gd name="csY13" fmla="*/ 6483 h 89047"/>
              <a:gd name="csX14" fmla="*/ 30344 w 261983"/>
              <a:gd name="csY14" fmla="*/ 0 h 89047"/>
              <a:gd name="csX15" fmla="*/ 50211 w 261983"/>
              <a:gd name="csY15" fmla="*/ 6953 h 89047"/>
              <a:gd name="csX16" fmla="*/ 57530 w 261983"/>
              <a:gd name="csY16" fmla="*/ 24209 h 89047"/>
              <a:gd name="csX17" fmla="*/ 55389 w 261983"/>
              <a:gd name="csY17" fmla="*/ 34495 h 89047"/>
              <a:gd name="csX18" fmla="*/ 48253 w 261983"/>
              <a:gd name="csY18" fmla="*/ 45146 h 89047"/>
              <a:gd name="csX19" fmla="*/ 31772 w 261983"/>
              <a:gd name="csY19" fmla="*/ 60497 h 89047"/>
              <a:gd name="csX20" fmla="*/ 19397 w 261983"/>
              <a:gd name="csY20" fmla="*/ 71496 h 89047"/>
              <a:gd name="csX21" fmla="*/ 14881 w 261983"/>
              <a:gd name="csY21" fmla="*/ 77265 h 89047"/>
              <a:gd name="csX22" fmla="*/ 57651 w 261983"/>
              <a:gd name="csY22" fmla="*/ 77265 h 89047"/>
              <a:gd name="csX23" fmla="*/ 69190 w 261983"/>
              <a:gd name="csY23" fmla="*/ 44555 h 89047"/>
              <a:gd name="csX24" fmla="*/ 72340 w 261983"/>
              <a:gd name="csY24" fmla="*/ 19684 h 89047"/>
              <a:gd name="csX25" fmla="*/ 81800 w 261983"/>
              <a:gd name="csY25" fmla="*/ 5108 h 89047"/>
              <a:gd name="csX26" fmla="*/ 97629 w 261983"/>
              <a:gd name="csY26" fmla="*/ 0 h 89047"/>
              <a:gd name="csX27" fmla="*/ 109942 w 261983"/>
              <a:gd name="csY27" fmla="*/ 2854 h 89047"/>
              <a:gd name="csX28" fmla="*/ 118688 w 261983"/>
              <a:gd name="csY28" fmla="*/ 10999 h 89047"/>
              <a:gd name="csX29" fmla="*/ 124100 w 261983"/>
              <a:gd name="csY29" fmla="*/ 23965 h 89047"/>
              <a:gd name="csX30" fmla="*/ 126058 w 261983"/>
              <a:gd name="csY30" fmla="*/ 44555 h 89047"/>
              <a:gd name="csX31" fmla="*/ 122908 w 261983"/>
              <a:gd name="csY31" fmla="*/ 69355 h 89047"/>
              <a:gd name="csX32" fmla="*/ 113449 w 261983"/>
              <a:gd name="csY32" fmla="*/ 83931 h 89047"/>
              <a:gd name="csX33" fmla="*/ 97629 w 261983"/>
              <a:gd name="csY33" fmla="*/ 89048 h 89047"/>
              <a:gd name="csX34" fmla="*/ 77814 w 261983"/>
              <a:gd name="csY34" fmla="*/ 80006 h 89047"/>
              <a:gd name="csX35" fmla="*/ 69190 w 261983"/>
              <a:gd name="csY35" fmla="*/ 44555 h 89047"/>
              <a:gd name="csX36" fmla="*/ 80198 w 261983"/>
              <a:gd name="csY36" fmla="*/ 44555 h 89047"/>
              <a:gd name="csX37" fmla="*/ 85193 w 261983"/>
              <a:gd name="csY37" fmla="*/ 73167 h 89047"/>
              <a:gd name="csX38" fmla="*/ 97629 w 261983"/>
              <a:gd name="csY38" fmla="*/ 80241 h 89047"/>
              <a:gd name="csX39" fmla="*/ 110003 w 261983"/>
              <a:gd name="csY39" fmla="*/ 73106 h 89047"/>
              <a:gd name="csX40" fmla="*/ 115059 w 261983"/>
              <a:gd name="csY40" fmla="*/ 44555 h 89047"/>
              <a:gd name="csX41" fmla="*/ 110003 w 261983"/>
              <a:gd name="csY41" fmla="*/ 15942 h 89047"/>
              <a:gd name="csX42" fmla="*/ 97507 w 261983"/>
              <a:gd name="csY42" fmla="*/ 8859 h 89047"/>
              <a:gd name="csX43" fmla="*/ 85724 w 261983"/>
              <a:gd name="csY43" fmla="*/ 15107 h 89047"/>
              <a:gd name="csX44" fmla="*/ 80198 w 261983"/>
              <a:gd name="csY44" fmla="*/ 44555 h 89047"/>
              <a:gd name="csX45" fmla="*/ 177339 w 261983"/>
              <a:gd name="csY45" fmla="*/ 87560 h 89047"/>
              <a:gd name="csX46" fmla="*/ 166627 w 261983"/>
              <a:gd name="csY46" fmla="*/ 87560 h 89047"/>
              <a:gd name="csX47" fmla="*/ 166627 w 261983"/>
              <a:gd name="csY47" fmla="*/ 19327 h 89047"/>
              <a:gd name="csX48" fmla="*/ 156454 w 261983"/>
              <a:gd name="csY48" fmla="*/ 26707 h 89047"/>
              <a:gd name="csX49" fmla="*/ 145211 w 261983"/>
              <a:gd name="csY49" fmla="*/ 32241 h 89047"/>
              <a:gd name="csX50" fmla="*/ 145211 w 261983"/>
              <a:gd name="csY50" fmla="*/ 21886 h 89047"/>
              <a:gd name="csX51" fmla="*/ 160919 w 261983"/>
              <a:gd name="csY51" fmla="*/ 11652 h 89047"/>
              <a:gd name="csX52" fmla="*/ 170438 w 261983"/>
              <a:gd name="csY52" fmla="*/ 0 h 89047"/>
              <a:gd name="csX53" fmla="*/ 177339 w 261983"/>
              <a:gd name="csY53" fmla="*/ 0 h 89047"/>
              <a:gd name="csX54" fmla="*/ 177339 w 261983"/>
              <a:gd name="csY54" fmla="*/ 87560 h 89047"/>
              <a:gd name="csX55" fmla="*/ 205534 w 261983"/>
              <a:gd name="csY55" fmla="*/ 11774 h 89047"/>
              <a:gd name="csX56" fmla="*/ 205534 w 261983"/>
              <a:gd name="csY56" fmla="*/ 1479 h 89047"/>
              <a:gd name="csX57" fmla="*/ 261984 w 261983"/>
              <a:gd name="csY57" fmla="*/ 1479 h 89047"/>
              <a:gd name="csX58" fmla="*/ 261984 w 261983"/>
              <a:gd name="csY58" fmla="*/ 9807 h 89047"/>
              <a:gd name="csX59" fmla="*/ 245450 w 261983"/>
              <a:gd name="csY59" fmla="*/ 33364 h 89047"/>
              <a:gd name="csX60" fmla="*/ 232841 w 261983"/>
              <a:gd name="csY60" fmla="*/ 63586 h 89047"/>
              <a:gd name="csX61" fmla="*/ 228733 w 261983"/>
              <a:gd name="csY61" fmla="*/ 87560 h 89047"/>
              <a:gd name="csX62" fmla="*/ 217725 w 261983"/>
              <a:gd name="csY62" fmla="*/ 87560 h 89047"/>
              <a:gd name="csX63" fmla="*/ 221772 w 261983"/>
              <a:gd name="csY63" fmla="*/ 62698 h 89047"/>
              <a:gd name="csX64" fmla="*/ 232841 w 261983"/>
              <a:gd name="csY64" fmla="*/ 34617 h 89047"/>
              <a:gd name="csX65" fmla="*/ 248243 w 261983"/>
              <a:gd name="csY65" fmla="*/ 11774 h 89047"/>
              <a:gd name="csX66" fmla="*/ 205534 w 261983"/>
              <a:gd name="csY66" fmla="*/ 11774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</a:cxnLst>
            <a:rect l="l" t="t" r="r" b="b"/>
            <a:pathLst>
              <a:path w="261983" h="89047">
                <a:moveTo>
                  <a:pt x="57651" y="77265"/>
                </a:moveTo>
                <a:lnTo>
                  <a:pt x="57651" y="87560"/>
                </a:lnTo>
                <a:lnTo>
                  <a:pt x="9" y="87560"/>
                </a:lnTo>
                <a:cubicBezTo>
                  <a:pt x="-69" y="84984"/>
                  <a:pt x="349" y="82504"/>
                  <a:pt x="1253" y="80128"/>
                </a:cubicBezTo>
                <a:cubicBezTo>
                  <a:pt x="2724" y="76195"/>
                  <a:pt x="5065" y="72331"/>
                  <a:pt x="8276" y="68520"/>
                </a:cubicBezTo>
                <a:cubicBezTo>
                  <a:pt x="11531" y="64717"/>
                  <a:pt x="16212" y="60314"/>
                  <a:pt x="22312" y="55319"/>
                </a:cubicBezTo>
                <a:cubicBezTo>
                  <a:pt x="31798" y="47548"/>
                  <a:pt x="38202" y="41396"/>
                  <a:pt x="41527" y="36879"/>
                </a:cubicBezTo>
                <a:cubicBezTo>
                  <a:pt x="44859" y="32320"/>
                  <a:pt x="46530" y="28012"/>
                  <a:pt x="46530" y="23965"/>
                </a:cubicBezTo>
                <a:cubicBezTo>
                  <a:pt x="46530" y="19727"/>
                  <a:pt x="44999" y="16160"/>
                  <a:pt x="41944" y="13262"/>
                </a:cubicBezTo>
                <a:cubicBezTo>
                  <a:pt x="38933" y="10329"/>
                  <a:pt x="34983" y="8859"/>
                  <a:pt x="30109" y="8859"/>
                </a:cubicBezTo>
                <a:cubicBezTo>
                  <a:pt x="24949" y="8859"/>
                  <a:pt x="20825" y="10408"/>
                  <a:pt x="17735" y="13497"/>
                </a:cubicBezTo>
                <a:cubicBezTo>
                  <a:pt x="14646" y="16595"/>
                  <a:pt x="13080" y="20876"/>
                  <a:pt x="13036" y="26350"/>
                </a:cubicBezTo>
                <a:lnTo>
                  <a:pt x="2028" y="25219"/>
                </a:lnTo>
                <a:cubicBezTo>
                  <a:pt x="2785" y="17013"/>
                  <a:pt x="5622" y="10764"/>
                  <a:pt x="10539" y="6483"/>
                </a:cubicBezTo>
                <a:cubicBezTo>
                  <a:pt x="15455" y="2158"/>
                  <a:pt x="22060" y="0"/>
                  <a:pt x="30344" y="0"/>
                </a:cubicBezTo>
                <a:cubicBezTo>
                  <a:pt x="38716" y="0"/>
                  <a:pt x="45338" y="2315"/>
                  <a:pt x="50211" y="6953"/>
                </a:cubicBezTo>
                <a:cubicBezTo>
                  <a:pt x="55093" y="11600"/>
                  <a:pt x="57530" y="17343"/>
                  <a:pt x="57530" y="24209"/>
                </a:cubicBezTo>
                <a:cubicBezTo>
                  <a:pt x="57530" y="27699"/>
                  <a:pt x="56816" y="31127"/>
                  <a:pt x="55389" y="34495"/>
                </a:cubicBezTo>
                <a:cubicBezTo>
                  <a:pt x="53962" y="37871"/>
                  <a:pt x="51586" y="41422"/>
                  <a:pt x="48253" y="45146"/>
                </a:cubicBezTo>
                <a:cubicBezTo>
                  <a:pt x="44964" y="48871"/>
                  <a:pt x="39464" y="53987"/>
                  <a:pt x="31772" y="60497"/>
                </a:cubicBezTo>
                <a:cubicBezTo>
                  <a:pt x="25349" y="65883"/>
                  <a:pt x="21225" y="69555"/>
                  <a:pt x="19397" y="71496"/>
                </a:cubicBezTo>
                <a:cubicBezTo>
                  <a:pt x="17579" y="73402"/>
                  <a:pt x="16073" y="75325"/>
                  <a:pt x="14881" y="77265"/>
                </a:cubicBezTo>
                <a:lnTo>
                  <a:pt x="57651" y="77265"/>
                </a:lnTo>
                <a:close/>
                <a:moveTo>
                  <a:pt x="69190" y="44555"/>
                </a:moveTo>
                <a:cubicBezTo>
                  <a:pt x="69190" y="34242"/>
                  <a:pt x="70243" y="25950"/>
                  <a:pt x="72340" y="19684"/>
                </a:cubicBezTo>
                <a:cubicBezTo>
                  <a:pt x="74481" y="13384"/>
                  <a:pt x="77640" y="8519"/>
                  <a:pt x="81800" y="5108"/>
                </a:cubicBezTo>
                <a:cubicBezTo>
                  <a:pt x="86003" y="1697"/>
                  <a:pt x="91276" y="0"/>
                  <a:pt x="97629" y="0"/>
                </a:cubicBezTo>
                <a:cubicBezTo>
                  <a:pt x="102301" y="0"/>
                  <a:pt x="106409" y="949"/>
                  <a:pt x="109942" y="2854"/>
                </a:cubicBezTo>
                <a:cubicBezTo>
                  <a:pt x="113466" y="4717"/>
                  <a:pt x="116381" y="7432"/>
                  <a:pt x="118688" y="10999"/>
                </a:cubicBezTo>
                <a:cubicBezTo>
                  <a:pt x="120985" y="14533"/>
                  <a:pt x="122786" y="18849"/>
                  <a:pt x="124100" y="23965"/>
                </a:cubicBezTo>
                <a:cubicBezTo>
                  <a:pt x="125405" y="29047"/>
                  <a:pt x="126058" y="35905"/>
                  <a:pt x="126058" y="44555"/>
                </a:cubicBezTo>
                <a:cubicBezTo>
                  <a:pt x="126058" y="54779"/>
                  <a:pt x="125005" y="63055"/>
                  <a:pt x="122908" y="69355"/>
                </a:cubicBezTo>
                <a:cubicBezTo>
                  <a:pt x="120802" y="75621"/>
                  <a:pt x="117652" y="80485"/>
                  <a:pt x="113449" y="83931"/>
                </a:cubicBezTo>
                <a:cubicBezTo>
                  <a:pt x="109289" y="87342"/>
                  <a:pt x="104007" y="89048"/>
                  <a:pt x="97629" y="89048"/>
                </a:cubicBezTo>
                <a:cubicBezTo>
                  <a:pt x="89222" y="89048"/>
                  <a:pt x="82617" y="86037"/>
                  <a:pt x="77814" y="80006"/>
                </a:cubicBezTo>
                <a:cubicBezTo>
                  <a:pt x="72062" y="72749"/>
                  <a:pt x="69190" y="60932"/>
                  <a:pt x="69190" y="44555"/>
                </a:cubicBezTo>
                <a:close/>
                <a:moveTo>
                  <a:pt x="80198" y="44555"/>
                </a:moveTo>
                <a:cubicBezTo>
                  <a:pt x="80198" y="58869"/>
                  <a:pt x="81860" y="68407"/>
                  <a:pt x="85193" y="73167"/>
                </a:cubicBezTo>
                <a:cubicBezTo>
                  <a:pt x="88561" y="77883"/>
                  <a:pt x="92712" y="80241"/>
                  <a:pt x="97629" y="80241"/>
                </a:cubicBezTo>
                <a:cubicBezTo>
                  <a:pt x="102545" y="80241"/>
                  <a:pt x="106670" y="77866"/>
                  <a:pt x="110003" y="73106"/>
                </a:cubicBezTo>
                <a:cubicBezTo>
                  <a:pt x="113370" y="68346"/>
                  <a:pt x="115059" y="58826"/>
                  <a:pt x="115059" y="44555"/>
                </a:cubicBezTo>
                <a:cubicBezTo>
                  <a:pt x="115059" y="30196"/>
                  <a:pt x="113370" y="20659"/>
                  <a:pt x="110003" y="15942"/>
                </a:cubicBezTo>
                <a:cubicBezTo>
                  <a:pt x="106670" y="11217"/>
                  <a:pt x="102502" y="8859"/>
                  <a:pt x="97507" y="8859"/>
                </a:cubicBezTo>
                <a:cubicBezTo>
                  <a:pt x="92590" y="8859"/>
                  <a:pt x="88665" y="10939"/>
                  <a:pt x="85724" y="15107"/>
                </a:cubicBezTo>
                <a:cubicBezTo>
                  <a:pt x="82043" y="20424"/>
                  <a:pt x="80198" y="30231"/>
                  <a:pt x="80198" y="44555"/>
                </a:cubicBezTo>
                <a:close/>
                <a:moveTo>
                  <a:pt x="177339" y="87560"/>
                </a:moveTo>
                <a:lnTo>
                  <a:pt x="166627" y="87560"/>
                </a:lnTo>
                <a:lnTo>
                  <a:pt x="166627" y="19327"/>
                </a:lnTo>
                <a:cubicBezTo>
                  <a:pt x="164051" y="21790"/>
                  <a:pt x="160657" y="24244"/>
                  <a:pt x="156454" y="26707"/>
                </a:cubicBezTo>
                <a:cubicBezTo>
                  <a:pt x="152295" y="29161"/>
                  <a:pt x="148544" y="31005"/>
                  <a:pt x="145211" y="32241"/>
                </a:cubicBezTo>
                <a:lnTo>
                  <a:pt x="145211" y="21886"/>
                </a:lnTo>
                <a:cubicBezTo>
                  <a:pt x="151207" y="19075"/>
                  <a:pt x="156437" y="15664"/>
                  <a:pt x="160919" y="11652"/>
                </a:cubicBezTo>
                <a:cubicBezTo>
                  <a:pt x="165400" y="7649"/>
                  <a:pt x="168576" y="3759"/>
                  <a:pt x="170438" y="0"/>
                </a:cubicBezTo>
                <a:lnTo>
                  <a:pt x="177339" y="0"/>
                </a:lnTo>
                <a:lnTo>
                  <a:pt x="177339" y="87560"/>
                </a:lnTo>
                <a:close/>
                <a:moveTo>
                  <a:pt x="205534" y="11774"/>
                </a:moveTo>
                <a:lnTo>
                  <a:pt x="205534" y="1479"/>
                </a:lnTo>
                <a:lnTo>
                  <a:pt x="261984" y="1479"/>
                </a:lnTo>
                <a:lnTo>
                  <a:pt x="261984" y="9807"/>
                </a:lnTo>
                <a:cubicBezTo>
                  <a:pt x="256432" y="15716"/>
                  <a:pt x="250923" y="23574"/>
                  <a:pt x="245450" y="33364"/>
                </a:cubicBezTo>
                <a:cubicBezTo>
                  <a:pt x="240020" y="43162"/>
                  <a:pt x="235817" y="53239"/>
                  <a:pt x="232841" y="63586"/>
                </a:cubicBezTo>
                <a:cubicBezTo>
                  <a:pt x="230700" y="70887"/>
                  <a:pt x="229325" y="78875"/>
                  <a:pt x="228733" y="87560"/>
                </a:cubicBezTo>
                <a:lnTo>
                  <a:pt x="217725" y="87560"/>
                </a:lnTo>
                <a:cubicBezTo>
                  <a:pt x="217847" y="80703"/>
                  <a:pt x="219196" y="72410"/>
                  <a:pt x="221772" y="62698"/>
                </a:cubicBezTo>
                <a:cubicBezTo>
                  <a:pt x="224348" y="52978"/>
                  <a:pt x="228037" y="43623"/>
                  <a:pt x="232841" y="34617"/>
                </a:cubicBezTo>
                <a:cubicBezTo>
                  <a:pt x="237679" y="25575"/>
                  <a:pt x="242813" y="17961"/>
                  <a:pt x="248243" y="11774"/>
                </a:cubicBezTo>
                <a:lnTo>
                  <a:pt x="205534" y="11774"/>
                </a:ln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1187751-5E0B-7D52-6005-E546F403D3B8}"/>
              </a:ext>
            </a:extLst>
          </p:cNvPr>
          <p:cNvSpPr/>
          <p:nvPr/>
        </p:nvSpPr>
        <p:spPr>
          <a:xfrm>
            <a:off x="5168823" y="3824253"/>
            <a:ext cx="469454" cy="159456"/>
          </a:xfrm>
          <a:custGeom>
            <a:avLst/>
            <a:gdLst>
              <a:gd name="csX0" fmla="*/ 57651 w 262166"/>
              <a:gd name="csY0" fmla="*/ 77265 h 89047"/>
              <a:gd name="csX1" fmla="*/ 57651 w 262166"/>
              <a:gd name="csY1" fmla="*/ 87560 h 89047"/>
              <a:gd name="csX2" fmla="*/ 9 w 262166"/>
              <a:gd name="csY2" fmla="*/ 87560 h 89047"/>
              <a:gd name="csX3" fmla="*/ 1254 w 262166"/>
              <a:gd name="csY3" fmla="*/ 80128 h 89047"/>
              <a:gd name="csX4" fmla="*/ 8276 w 262166"/>
              <a:gd name="csY4" fmla="*/ 68520 h 89047"/>
              <a:gd name="csX5" fmla="*/ 22313 w 262166"/>
              <a:gd name="csY5" fmla="*/ 55319 h 89047"/>
              <a:gd name="csX6" fmla="*/ 41527 w 262166"/>
              <a:gd name="csY6" fmla="*/ 36879 h 89047"/>
              <a:gd name="csX7" fmla="*/ 46530 w 262166"/>
              <a:gd name="csY7" fmla="*/ 23965 h 89047"/>
              <a:gd name="csX8" fmla="*/ 41944 w 262166"/>
              <a:gd name="csY8" fmla="*/ 13262 h 89047"/>
              <a:gd name="csX9" fmla="*/ 30110 w 262166"/>
              <a:gd name="csY9" fmla="*/ 8859 h 89047"/>
              <a:gd name="csX10" fmla="*/ 17735 w 262166"/>
              <a:gd name="csY10" fmla="*/ 13497 h 89047"/>
              <a:gd name="csX11" fmla="*/ 13036 w 262166"/>
              <a:gd name="csY11" fmla="*/ 26350 h 89047"/>
              <a:gd name="csX12" fmla="*/ 2028 w 262166"/>
              <a:gd name="csY12" fmla="*/ 25219 h 89047"/>
              <a:gd name="csX13" fmla="*/ 10538 w 262166"/>
              <a:gd name="csY13" fmla="*/ 6483 h 89047"/>
              <a:gd name="csX14" fmla="*/ 30344 w 262166"/>
              <a:gd name="csY14" fmla="*/ 0 h 89047"/>
              <a:gd name="csX15" fmla="*/ 50211 w 262166"/>
              <a:gd name="csY15" fmla="*/ 6953 h 89047"/>
              <a:gd name="csX16" fmla="*/ 57530 w 262166"/>
              <a:gd name="csY16" fmla="*/ 24209 h 89047"/>
              <a:gd name="csX17" fmla="*/ 55389 w 262166"/>
              <a:gd name="csY17" fmla="*/ 34495 h 89047"/>
              <a:gd name="csX18" fmla="*/ 48253 w 262166"/>
              <a:gd name="csY18" fmla="*/ 45146 h 89047"/>
              <a:gd name="csX19" fmla="*/ 31771 w 262166"/>
              <a:gd name="csY19" fmla="*/ 60497 h 89047"/>
              <a:gd name="csX20" fmla="*/ 19397 w 262166"/>
              <a:gd name="csY20" fmla="*/ 71496 h 89047"/>
              <a:gd name="csX21" fmla="*/ 14881 w 262166"/>
              <a:gd name="csY21" fmla="*/ 77265 h 89047"/>
              <a:gd name="csX22" fmla="*/ 57651 w 262166"/>
              <a:gd name="csY22" fmla="*/ 77265 h 89047"/>
              <a:gd name="csX23" fmla="*/ 69191 w 262166"/>
              <a:gd name="csY23" fmla="*/ 44555 h 89047"/>
              <a:gd name="csX24" fmla="*/ 72341 w 262166"/>
              <a:gd name="csY24" fmla="*/ 19684 h 89047"/>
              <a:gd name="csX25" fmla="*/ 81800 w 262166"/>
              <a:gd name="csY25" fmla="*/ 5108 h 89047"/>
              <a:gd name="csX26" fmla="*/ 97629 w 262166"/>
              <a:gd name="csY26" fmla="*/ 0 h 89047"/>
              <a:gd name="csX27" fmla="*/ 109942 w 262166"/>
              <a:gd name="csY27" fmla="*/ 2854 h 89047"/>
              <a:gd name="csX28" fmla="*/ 118688 w 262166"/>
              <a:gd name="csY28" fmla="*/ 10999 h 89047"/>
              <a:gd name="csX29" fmla="*/ 124100 w 262166"/>
              <a:gd name="csY29" fmla="*/ 23965 h 89047"/>
              <a:gd name="csX30" fmla="*/ 126058 w 262166"/>
              <a:gd name="csY30" fmla="*/ 44555 h 89047"/>
              <a:gd name="csX31" fmla="*/ 122908 w 262166"/>
              <a:gd name="csY31" fmla="*/ 69355 h 89047"/>
              <a:gd name="csX32" fmla="*/ 113449 w 262166"/>
              <a:gd name="csY32" fmla="*/ 83931 h 89047"/>
              <a:gd name="csX33" fmla="*/ 97629 w 262166"/>
              <a:gd name="csY33" fmla="*/ 89048 h 89047"/>
              <a:gd name="csX34" fmla="*/ 77814 w 262166"/>
              <a:gd name="csY34" fmla="*/ 80006 h 89047"/>
              <a:gd name="csX35" fmla="*/ 69191 w 262166"/>
              <a:gd name="csY35" fmla="*/ 44555 h 89047"/>
              <a:gd name="csX36" fmla="*/ 80198 w 262166"/>
              <a:gd name="csY36" fmla="*/ 44555 h 89047"/>
              <a:gd name="csX37" fmla="*/ 85194 w 262166"/>
              <a:gd name="csY37" fmla="*/ 73167 h 89047"/>
              <a:gd name="csX38" fmla="*/ 97629 w 262166"/>
              <a:gd name="csY38" fmla="*/ 80241 h 89047"/>
              <a:gd name="csX39" fmla="*/ 110003 w 262166"/>
              <a:gd name="csY39" fmla="*/ 73106 h 89047"/>
              <a:gd name="csX40" fmla="*/ 115059 w 262166"/>
              <a:gd name="csY40" fmla="*/ 44555 h 89047"/>
              <a:gd name="csX41" fmla="*/ 110003 w 262166"/>
              <a:gd name="csY41" fmla="*/ 15942 h 89047"/>
              <a:gd name="csX42" fmla="*/ 97507 w 262166"/>
              <a:gd name="csY42" fmla="*/ 8859 h 89047"/>
              <a:gd name="csX43" fmla="*/ 85724 w 262166"/>
              <a:gd name="csY43" fmla="*/ 15107 h 89047"/>
              <a:gd name="csX44" fmla="*/ 80198 w 262166"/>
              <a:gd name="csY44" fmla="*/ 44555 h 89047"/>
              <a:gd name="csX45" fmla="*/ 177339 w 262166"/>
              <a:gd name="csY45" fmla="*/ 87560 h 89047"/>
              <a:gd name="csX46" fmla="*/ 166627 w 262166"/>
              <a:gd name="csY46" fmla="*/ 87560 h 89047"/>
              <a:gd name="csX47" fmla="*/ 166627 w 262166"/>
              <a:gd name="csY47" fmla="*/ 19327 h 89047"/>
              <a:gd name="csX48" fmla="*/ 156454 w 262166"/>
              <a:gd name="csY48" fmla="*/ 26707 h 89047"/>
              <a:gd name="csX49" fmla="*/ 145211 w 262166"/>
              <a:gd name="csY49" fmla="*/ 32241 h 89047"/>
              <a:gd name="csX50" fmla="*/ 145211 w 262166"/>
              <a:gd name="csY50" fmla="*/ 21886 h 89047"/>
              <a:gd name="csX51" fmla="*/ 160918 w 262166"/>
              <a:gd name="csY51" fmla="*/ 11652 h 89047"/>
              <a:gd name="csX52" fmla="*/ 170438 w 262166"/>
              <a:gd name="csY52" fmla="*/ 0 h 89047"/>
              <a:gd name="csX53" fmla="*/ 177339 w 262166"/>
              <a:gd name="csY53" fmla="*/ 0 h 89047"/>
              <a:gd name="csX54" fmla="*/ 177339 w 262166"/>
              <a:gd name="csY54" fmla="*/ 87560 h 89047"/>
              <a:gd name="csX55" fmla="*/ 221302 w 262166"/>
              <a:gd name="csY55" fmla="*/ 40264 h 89047"/>
              <a:gd name="csX56" fmla="*/ 211425 w 262166"/>
              <a:gd name="csY56" fmla="*/ 33311 h 89047"/>
              <a:gd name="csX57" fmla="*/ 208214 w 262166"/>
              <a:gd name="csY57" fmla="*/ 22477 h 89047"/>
              <a:gd name="csX58" fmla="*/ 215054 w 262166"/>
              <a:gd name="csY58" fmla="*/ 6483 h 89047"/>
              <a:gd name="csX59" fmla="*/ 233259 w 262166"/>
              <a:gd name="csY59" fmla="*/ 0 h 89047"/>
              <a:gd name="csX60" fmla="*/ 251637 w 262166"/>
              <a:gd name="csY60" fmla="*/ 6657 h 89047"/>
              <a:gd name="csX61" fmla="*/ 258599 w 262166"/>
              <a:gd name="csY61" fmla="*/ 22782 h 89047"/>
              <a:gd name="csX62" fmla="*/ 255388 w 262166"/>
              <a:gd name="csY62" fmla="*/ 33364 h 89047"/>
              <a:gd name="csX63" fmla="*/ 245746 w 262166"/>
              <a:gd name="csY63" fmla="*/ 40264 h 89047"/>
              <a:gd name="csX64" fmla="*/ 257946 w 262166"/>
              <a:gd name="csY64" fmla="*/ 48714 h 89047"/>
              <a:gd name="csX65" fmla="*/ 262167 w 262166"/>
              <a:gd name="csY65" fmla="*/ 62637 h 89047"/>
              <a:gd name="csX66" fmla="*/ 254256 w 262166"/>
              <a:gd name="csY66" fmla="*/ 81434 h 89047"/>
              <a:gd name="csX67" fmla="*/ 233432 w 262166"/>
              <a:gd name="csY67" fmla="*/ 89048 h 89047"/>
              <a:gd name="csX68" fmla="*/ 212617 w 262166"/>
              <a:gd name="csY68" fmla="*/ 81434 h 89047"/>
              <a:gd name="csX69" fmla="*/ 204698 w 262166"/>
              <a:gd name="csY69" fmla="*/ 62341 h 89047"/>
              <a:gd name="csX70" fmla="*/ 208989 w 262166"/>
              <a:gd name="csY70" fmla="*/ 48122 h 89047"/>
              <a:gd name="csX71" fmla="*/ 221302 w 262166"/>
              <a:gd name="csY71" fmla="*/ 40264 h 89047"/>
              <a:gd name="csX72" fmla="*/ 219152 w 262166"/>
              <a:gd name="csY72" fmla="*/ 22121 h 89047"/>
              <a:gd name="csX73" fmla="*/ 223138 w 262166"/>
              <a:gd name="csY73" fmla="*/ 32241 h 89047"/>
              <a:gd name="csX74" fmla="*/ 233493 w 262166"/>
              <a:gd name="csY74" fmla="*/ 36166 h 89047"/>
              <a:gd name="csX75" fmla="*/ 243605 w 262166"/>
              <a:gd name="csY75" fmla="*/ 32293 h 89047"/>
              <a:gd name="csX76" fmla="*/ 247591 w 262166"/>
              <a:gd name="csY76" fmla="*/ 22721 h 89047"/>
              <a:gd name="csX77" fmla="*/ 243483 w 262166"/>
              <a:gd name="csY77" fmla="*/ 12844 h 89047"/>
              <a:gd name="csX78" fmla="*/ 233372 w 262166"/>
              <a:gd name="csY78" fmla="*/ 8798 h 89047"/>
              <a:gd name="csX79" fmla="*/ 223199 w 262166"/>
              <a:gd name="csY79" fmla="*/ 12722 h 89047"/>
              <a:gd name="csX80" fmla="*/ 219152 w 262166"/>
              <a:gd name="csY80" fmla="*/ 22121 h 89047"/>
              <a:gd name="csX81" fmla="*/ 215706 w 262166"/>
              <a:gd name="csY81" fmla="*/ 62394 h 89047"/>
              <a:gd name="csX82" fmla="*/ 217847 w 262166"/>
              <a:gd name="csY82" fmla="*/ 71261 h 89047"/>
              <a:gd name="csX83" fmla="*/ 224330 w 262166"/>
              <a:gd name="csY83" fmla="*/ 77927 h 89047"/>
              <a:gd name="csX84" fmla="*/ 233555 w 262166"/>
              <a:gd name="csY84" fmla="*/ 80241 h 89047"/>
              <a:gd name="csX85" fmla="*/ 246225 w 262166"/>
              <a:gd name="csY85" fmla="*/ 75308 h 89047"/>
              <a:gd name="csX86" fmla="*/ 251219 w 262166"/>
              <a:gd name="csY86" fmla="*/ 62750 h 89047"/>
              <a:gd name="csX87" fmla="*/ 246042 w 262166"/>
              <a:gd name="csY87" fmla="*/ 49967 h 89047"/>
              <a:gd name="csX88" fmla="*/ 233198 w 262166"/>
              <a:gd name="csY88" fmla="*/ 44911 h 89047"/>
              <a:gd name="csX89" fmla="*/ 220641 w 262166"/>
              <a:gd name="csY89" fmla="*/ 49906 h 89047"/>
              <a:gd name="csX90" fmla="*/ 215706 w 262166"/>
              <a:gd name="csY90" fmla="*/ 62394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262166" h="89047">
                <a:moveTo>
                  <a:pt x="57651" y="77265"/>
                </a:moveTo>
                <a:lnTo>
                  <a:pt x="57651" y="87560"/>
                </a:lnTo>
                <a:lnTo>
                  <a:pt x="9" y="87560"/>
                </a:lnTo>
                <a:cubicBezTo>
                  <a:pt x="-69" y="84984"/>
                  <a:pt x="349" y="82504"/>
                  <a:pt x="1254" y="80128"/>
                </a:cubicBezTo>
                <a:cubicBezTo>
                  <a:pt x="2724" y="76195"/>
                  <a:pt x="5065" y="72331"/>
                  <a:pt x="8276" y="68520"/>
                </a:cubicBezTo>
                <a:cubicBezTo>
                  <a:pt x="11531" y="64717"/>
                  <a:pt x="16213" y="60314"/>
                  <a:pt x="22313" y="55319"/>
                </a:cubicBezTo>
                <a:cubicBezTo>
                  <a:pt x="31798" y="47548"/>
                  <a:pt x="38202" y="41396"/>
                  <a:pt x="41527" y="36879"/>
                </a:cubicBezTo>
                <a:cubicBezTo>
                  <a:pt x="44860" y="32320"/>
                  <a:pt x="46530" y="28012"/>
                  <a:pt x="46530" y="23965"/>
                </a:cubicBezTo>
                <a:cubicBezTo>
                  <a:pt x="46530" y="19727"/>
                  <a:pt x="44999" y="16160"/>
                  <a:pt x="41944" y="13262"/>
                </a:cubicBezTo>
                <a:cubicBezTo>
                  <a:pt x="38933" y="10329"/>
                  <a:pt x="34983" y="8859"/>
                  <a:pt x="30110" y="8859"/>
                </a:cubicBezTo>
                <a:cubicBezTo>
                  <a:pt x="24949" y="8859"/>
                  <a:pt x="20824" y="10408"/>
                  <a:pt x="17735" y="13497"/>
                </a:cubicBezTo>
                <a:cubicBezTo>
                  <a:pt x="14646" y="16595"/>
                  <a:pt x="13080" y="20876"/>
                  <a:pt x="13036" y="26350"/>
                </a:cubicBezTo>
                <a:lnTo>
                  <a:pt x="2028" y="25219"/>
                </a:lnTo>
                <a:cubicBezTo>
                  <a:pt x="2785" y="17013"/>
                  <a:pt x="5622" y="10764"/>
                  <a:pt x="10538" y="6483"/>
                </a:cubicBezTo>
                <a:cubicBezTo>
                  <a:pt x="15455" y="2158"/>
                  <a:pt x="22060" y="0"/>
                  <a:pt x="30344" y="0"/>
                </a:cubicBezTo>
                <a:cubicBezTo>
                  <a:pt x="38716" y="0"/>
                  <a:pt x="45338" y="2315"/>
                  <a:pt x="50211" y="6953"/>
                </a:cubicBezTo>
                <a:cubicBezTo>
                  <a:pt x="55093" y="11600"/>
                  <a:pt x="57530" y="17343"/>
                  <a:pt x="57530" y="24209"/>
                </a:cubicBezTo>
                <a:cubicBezTo>
                  <a:pt x="57530" y="27699"/>
                  <a:pt x="56816" y="31127"/>
                  <a:pt x="55389" y="34495"/>
                </a:cubicBezTo>
                <a:cubicBezTo>
                  <a:pt x="53962" y="37871"/>
                  <a:pt x="51586" y="41422"/>
                  <a:pt x="48253" y="45146"/>
                </a:cubicBezTo>
                <a:cubicBezTo>
                  <a:pt x="44964" y="48871"/>
                  <a:pt x="39464" y="53987"/>
                  <a:pt x="31771" y="60497"/>
                </a:cubicBezTo>
                <a:cubicBezTo>
                  <a:pt x="25350" y="65883"/>
                  <a:pt x="21225" y="69555"/>
                  <a:pt x="19397" y="71496"/>
                </a:cubicBezTo>
                <a:cubicBezTo>
                  <a:pt x="17579" y="73402"/>
                  <a:pt x="16073" y="75325"/>
                  <a:pt x="14881" y="77265"/>
                </a:cubicBezTo>
                <a:lnTo>
                  <a:pt x="57651" y="77265"/>
                </a:lnTo>
                <a:close/>
                <a:moveTo>
                  <a:pt x="69191" y="44555"/>
                </a:moveTo>
                <a:cubicBezTo>
                  <a:pt x="69191" y="34242"/>
                  <a:pt x="70243" y="25950"/>
                  <a:pt x="72341" y="19684"/>
                </a:cubicBezTo>
                <a:cubicBezTo>
                  <a:pt x="74481" y="13384"/>
                  <a:pt x="77640" y="8519"/>
                  <a:pt x="81800" y="5108"/>
                </a:cubicBezTo>
                <a:cubicBezTo>
                  <a:pt x="86002" y="1697"/>
                  <a:pt x="91276" y="0"/>
                  <a:pt x="97629" y="0"/>
                </a:cubicBezTo>
                <a:cubicBezTo>
                  <a:pt x="102302" y="0"/>
                  <a:pt x="106409" y="949"/>
                  <a:pt x="109942" y="2854"/>
                </a:cubicBezTo>
                <a:cubicBezTo>
                  <a:pt x="113466" y="4717"/>
                  <a:pt x="116381" y="7432"/>
                  <a:pt x="118688" y="10999"/>
                </a:cubicBezTo>
                <a:cubicBezTo>
                  <a:pt x="120985" y="14533"/>
                  <a:pt x="122786" y="18849"/>
                  <a:pt x="124100" y="23965"/>
                </a:cubicBezTo>
                <a:cubicBezTo>
                  <a:pt x="125405" y="29047"/>
                  <a:pt x="126058" y="35905"/>
                  <a:pt x="126058" y="44555"/>
                </a:cubicBezTo>
                <a:cubicBezTo>
                  <a:pt x="126058" y="54779"/>
                  <a:pt x="125005" y="63055"/>
                  <a:pt x="122908" y="69355"/>
                </a:cubicBezTo>
                <a:cubicBezTo>
                  <a:pt x="120802" y="75621"/>
                  <a:pt x="117652" y="80485"/>
                  <a:pt x="113449" y="83931"/>
                </a:cubicBezTo>
                <a:cubicBezTo>
                  <a:pt x="109289" y="87342"/>
                  <a:pt x="104007" y="89048"/>
                  <a:pt x="97629" y="89048"/>
                </a:cubicBezTo>
                <a:cubicBezTo>
                  <a:pt x="89223" y="89048"/>
                  <a:pt x="82618" y="86037"/>
                  <a:pt x="77814" y="80006"/>
                </a:cubicBezTo>
                <a:cubicBezTo>
                  <a:pt x="72062" y="72749"/>
                  <a:pt x="69191" y="60932"/>
                  <a:pt x="69191" y="44555"/>
                </a:cubicBezTo>
                <a:close/>
                <a:moveTo>
                  <a:pt x="80198" y="44555"/>
                </a:moveTo>
                <a:cubicBezTo>
                  <a:pt x="80198" y="58869"/>
                  <a:pt x="81861" y="68407"/>
                  <a:pt x="85194" y="73167"/>
                </a:cubicBezTo>
                <a:cubicBezTo>
                  <a:pt x="88561" y="77883"/>
                  <a:pt x="92712" y="80241"/>
                  <a:pt x="97629" y="80241"/>
                </a:cubicBezTo>
                <a:cubicBezTo>
                  <a:pt x="102545" y="80241"/>
                  <a:pt x="106670" y="77866"/>
                  <a:pt x="110003" y="73106"/>
                </a:cubicBezTo>
                <a:cubicBezTo>
                  <a:pt x="113370" y="68346"/>
                  <a:pt x="115059" y="58826"/>
                  <a:pt x="115059" y="44555"/>
                </a:cubicBezTo>
                <a:cubicBezTo>
                  <a:pt x="115059" y="30196"/>
                  <a:pt x="113370" y="20659"/>
                  <a:pt x="110003" y="15942"/>
                </a:cubicBezTo>
                <a:cubicBezTo>
                  <a:pt x="106670" y="11217"/>
                  <a:pt x="102502" y="8859"/>
                  <a:pt x="97507" y="8859"/>
                </a:cubicBezTo>
                <a:cubicBezTo>
                  <a:pt x="92590" y="8859"/>
                  <a:pt x="88666" y="10939"/>
                  <a:pt x="85724" y="15107"/>
                </a:cubicBezTo>
                <a:cubicBezTo>
                  <a:pt x="82043" y="20424"/>
                  <a:pt x="80198" y="30231"/>
                  <a:pt x="80198" y="44555"/>
                </a:cubicBezTo>
                <a:close/>
                <a:moveTo>
                  <a:pt x="177339" y="87560"/>
                </a:moveTo>
                <a:lnTo>
                  <a:pt x="166627" y="87560"/>
                </a:lnTo>
                <a:lnTo>
                  <a:pt x="166627" y="19327"/>
                </a:lnTo>
                <a:cubicBezTo>
                  <a:pt x="164051" y="21790"/>
                  <a:pt x="160658" y="24244"/>
                  <a:pt x="156454" y="26707"/>
                </a:cubicBezTo>
                <a:cubicBezTo>
                  <a:pt x="152295" y="29161"/>
                  <a:pt x="148544" y="31005"/>
                  <a:pt x="145211" y="32241"/>
                </a:cubicBezTo>
                <a:lnTo>
                  <a:pt x="145211" y="21886"/>
                </a:lnTo>
                <a:cubicBezTo>
                  <a:pt x="151207" y="19075"/>
                  <a:pt x="156437" y="15664"/>
                  <a:pt x="160918" y="11652"/>
                </a:cubicBezTo>
                <a:cubicBezTo>
                  <a:pt x="165400" y="7649"/>
                  <a:pt x="168576" y="3759"/>
                  <a:pt x="170438" y="0"/>
                </a:cubicBezTo>
                <a:lnTo>
                  <a:pt x="177339" y="0"/>
                </a:lnTo>
                <a:lnTo>
                  <a:pt x="177339" y="87560"/>
                </a:lnTo>
                <a:close/>
                <a:moveTo>
                  <a:pt x="221302" y="40264"/>
                </a:moveTo>
                <a:cubicBezTo>
                  <a:pt x="216855" y="38646"/>
                  <a:pt x="213566" y="36322"/>
                  <a:pt x="211425" y="33311"/>
                </a:cubicBezTo>
                <a:cubicBezTo>
                  <a:pt x="209285" y="30292"/>
                  <a:pt x="208214" y="26689"/>
                  <a:pt x="208214" y="22477"/>
                </a:cubicBezTo>
                <a:cubicBezTo>
                  <a:pt x="208214" y="16134"/>
                  <a:pt x="210494" y="10799"/>
                  <a:pt x="215054" y="6483"/>
                </a:cubicBezTo>
                <a:cubicBezTo>
                  <a:pt x="219613" y="2158"/>
                  <a:pt x="225679" y="0"/>
                  <a:pt x="233259" y="0"/>
                </a:cubicBezTo>
                <a:cubicBezTo>
                  <a:pt x="240873" y="0"/>
                  <a:pt x="246999" y="2219"/>
                  <a:pt x="251637" y="6657"/>
                </a:cubicBezTo>
                <a:cubicBezTo>
                  <a:pt x="256275" y="11061"/>
                  <a:pt x="258599" y="16429"/>
                  <a:pt x="258599" y="22782"/>
                </a:cubicBezTo>
                <a:cubicBezTo>
                  <a:pt x="258599" y="26828"/>
                  <a:pt x="257529" y="30353"/>
                  <a:pt x="255388" y="33364"/>
                </a:cubicBezTo>
                <a:cubicBezTo>
                  <a:pt x="253282" y="36340"/>
                  <a:pt x="250071" y="38646"/>
                  <a:pt x="245746" y="40264"/>
                </a:cubicBezTo>
                <a:cubicBezTo>
                  <a:pt x="251098" y="42013"/>
                  <a:pt x="255170" y="44833"/>
                  <a:pt x="257946" y="48714"/>
                </a:cubicBezTo>
                <a:cubicBezTo>
                  <a:pt x="260757" y="52604"/>
                  <a:pt x="262167" y="57242"/>
                  <a:pt x="262167" y="62637"/>
                </a:cubicBezTo>
                <a:cubicBezTo>
                  <a:pt x="262167" y="70095"/>
                  <a:pt x="259530" y="76361"/>
                  <a:pt x="254256" y="81434"/>
                </a:cubicBezTo>
                <a:cubicBezTo>
                  <a:pt x="248983" y="86507"/>
                  <a:pt x="242039" y="89048"/>
                  <a:pt x="233432" y="89048"/>
                </a:cubicBezTo>
                <a:cubicBezTo>
                  <a:pt x="224826" y="89048"/>
                  <a:pt x="217890" y="86507"/>
                  <a:pt x="212617" y="81434"/>
                </a:cubicBezTo>
                <a:cubicBezTo>
                  <a:pt x="207335" y="76317"/>
                  <a:pt x="204698" y="69956"/>
                  <a:pt x="204698" y="62341"/>
                </a:cubicBezTo>
                <a:cubicBezTo>
                  <a:pt x="204698" y="56668"/>
                  <a:pt x="206125" y="51925"/>
                  <a:pt x="208989" y="48122"/>
                </a:cubicBezTo>
                <a:cubicBezTo>
                  <a:pt x="211878" y="44276"/>
                  <a:pt x="215985" y="41657"/>
                  <a:pt x="221302" y="40264"/>
                </a:cubicBezTo>
                <a:close/>
                <a:moveTo>
                  <a:pt x="219152" y="22121"/>
                </a:moveTo>
                <a:cubicBezTo>
                  <a:pt x="219152" y="26246"/>
                  <a:pt x="220484" y="29622"/>
                  <a:pt x="223138" y="32241"/>
                </a:cubicBezTo>
                <a:cubicBezTo>
                  <a:pt x="225801" y="34852"/>
                  <a:pt x="229247" y="36166"/>
                  <a:pt x="233493" y="36166"/>
                </a:cubicBezTo>
                <a:cubicBezTo>
                  <a:pt x="237618" y="36166"/>
                  <a:pt x="240986" y="34878"/>
                  <a:pt x="243605" y="32293"/>
                </a:cubicBezTo>
                <a:cubicBezTo>
                  <a:pt x="246259" y="29683"/>
                  <a:pt x="247591" y="26489"/>
                  <a:pt x="247591" y="22721"/>
                </a:cubicBezTo>
                <a:cubicBezTo>
                  <a:pt x="247591" y="18796"/>
                  <a:pt x="246225" y="15498"/>
                  <a:pt x="243483" y="12844"/>
                </a:cubicBezTo>
                <a:cubicBezTo>
                  <a:pt x="240786" y="10147"/>
                  <a:pt x="237418" y="8798"/>
                  <a:pt x="233372" y="8798"/>
                </a:cubicBezTo>
                <a:cubicBezTo>
                  <a:pt x="229290" y="8798"/>
                  <a:pt x="225897" y="10112"/>
                  <a:pt x="223199" y="12722"/>
                </a:cubicBezTo>
                <a:cubicBezTo>
                  <a:pt x="220501" y="15342"/>
                  <a:pt x="219152" y="18475"/>
                  <a:pt x="219152" y="22121"/>
                </a:cubicBezTo>
                <a:close/>
                <a:moveTo>
                  <a:pt x="215706" y="62394"/>
                </a:moveTo>
                <a:cubicBezTo>
                  <a:pt x="215706" y="65448"/>
                  <a:pt x="216420" y="68407"/>
                  <a:pt x="217847" y="71261"/>
                </a:cubicBezTo>
                <a:cubicBezTo>
                  <a:pt x="219318" y="74115"/>
                  <a:pt x="221476" y="76334"/>
                  <a:pt x="224330" y="77927"/>
                </a:cubicBezTo>
                <a:cubicBezTo>
                  <a:pt x="227184" y="79467"/>
                  <a:pt x="230265" y="80241"/>
                  <a:pt x="233555" y="80241"/>
                </a:cubicBezTo>
                <a:cubicBezTo>
                  <a:pt x="238671" y="80241"/>
                  <a:pt x="242892" y="78597"/>
                  <a:pt x="246225" y="75308"/>
                </a:cubicBezTo>
                <a:cubicBezTo>
                  <a:pt x="249557" y="72018"/>
                  <a:pt x="251219" y="67832"/>
                  <a:pt x="251219" y="62750"/>
                </a:cubicBezTo>
                <a:cubicBezTo>
                  <a:pt x="251219" y="57599"/>
                  <a:pt x="249496" y="53335"/>
                  <a:pt x="246042" y="49967"/>
                </a:cubicBezTo>
                <a:cubicBezTo>
                  <a:pt x="242630" y="46591"/>
                  <a:pt x="238349" y="44911"/>
                  <a:pt x="233198" y="44911"/>
                </a:cubicBezTo>
                <a:cubicBezTo>
                  <a:pt x="228159" y="44911"/>
                  <a:pt x="223973" y="46573"/>
                  <a:pt x="220641" y="49906"/>
                </a:cubicBezTo>
                <a:cubicBezTo>
                  <a:pt x="217351" y="53239"/>
                  <a:pt x="215706" y="57399"/>
                  <a:pt x="215706" y="62394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E6AE903-7E98-2D39-58AE-E82E90DC0B2D}"/>
              </a:ext>
            </a:extLst>
          </p:cNvPr>
          <p:cNvSpPr/>
          <p:nvPr/>
        </p:nvSpPr>
        <p:spPr>
          <a:xfrm>
            <a:off x="6648168" y="3824253"/>
            <a:ext cx="469454" cy="159456"/>
          </a:xfrm>
          <a:custGeom>
            <a:avLst/>
            <a:gdLst>
              <a:gd name="csX0" fmla="*/ 57651 w 262166"/>
              <a:gd name="csY0" fmla="*/ 77265 h 89047"/>
              <a:gd name="csX1" fmla="*/ 57651 w 262166"/>
              <a:gd name="csY1" fmla="*/ 87560 h 89047"/>
              <a:gd name="csX2" fmla="*/ 9 w 262166"/>
              <a:gd name="csY2" fmla="*/ 87560 h 89047"/>
              <a:gd name="csX3" fmla="*/ 1254 w 262166"/>
              <a:gd name="csY3" fmla="*/ 80128 h 89047"/>
              <a:gd name="csX4" fmla="*/ 8276 w 262166"/>
              <a:gd name="csY4" fmla="*/ 68520 h 89047"/>
              <a:gd name="csX5" fmla="*/ 22313 w 262166"/>
              <a:gd name="csY5" fmla="*/ 55319 h 89047"/>
              <a:gd name="csX6" fmla="*/ 41527 w 262166"/>
              <a:gd name="csY6" fmla="*/ 36879 h 89047"/>
              <a:gd name="csX7" fmla="*/ 46530 w 262166"/>
              <a:gd name="csY7" fmla="*/ 23965 h 89047"/>
              <a:gd name="csX8" fmla="*/ 41944 w 262166"/>
              <a:gd name="csY8" fmla="*/ 13262 h 89047"/>
              <a:gd name="csX9" fmla="*/ 30110 w 262166"/>
              <a:gd name="csY9" fmla="*/ 8859 h 89047"/>
              <a:gd name="csX10" fmla="*/ 17735 w 262166"/>
              <a:gd name="csY10" fmla="*/ 13497 h 89047"/>
              <a:gd name="csX11" fmla="*/ 13036 w 262166"/>
              <a:gd name="csY11" fmla="*/ 26350 h 89047"/>
              <a:gd name="csX12" fmla="*/ 2028 w 262166"/>
              <a:gd name="csY12" fmla="*/ 25219 h 89047"/>
              <a:gd name="csX13" fmla="*/ 10538 w 262166"/>
              <a:gd name="csY13" fmla="*/ 6483 h 89047"/>
              <a:gd name="csX14" fmla="*/ 30344 w 262166"/>
              <a:gd name="csY14" fmla="*/ 0 h 89047"/>
              <a:gd name="csX15" fmla="*/ 50211 w 262166"/>
              <a:gd name="csY15" fmla="*/ 6953 h 89047"/>
              <a:gd name="csX16" fmla="*/ 57530 w 262166"/>
              <a:gd name="csY16" fmla="*/ 24209 h 89047"/>
              <a:gd name="csX17" fmla="*/ 55389 w 262166"/>
              <a:gd name="csY17" fmla="*/ 34495 h 89047"/>
              <a:gd name="csX18" fmla="*/ 48253 w 262166"/>
              <a:gd name="csY18" fmla="*/ 45146 h 89047"/>
              <a:gd name="csX19" fmla="*/ 31771 w 262166"/>
              <a:gd name="csY19" fmla="*/ 60497 h 89047"/>
              <a:gd name="csX20" fmla="*/ 19397 w 262166"/>
              <a:gd name="csY20" fmla="*/ 71496 h 89047"/>
              <a:gd name="csX21" fmla="*/ 14881 w 262166"/>
              <a:gd name="csY21" fmla="*/ 77265 h 89047"/>
              <a:gd name="csX22" fmla="*/ 57651 w 262166"/>
              <a:gd name="csY22" fmla="*/ 77265 h 89047"/>
              <a:gd name="csX23" fmla="*/ 69191 w 262166"/>
              <a:gd name="csY23" fmla="*/ 44555 h 89047"/>
              <a:gd name="csX24" fmla="*/ 72341 w 262166"/>
              <a:gd name="csY24" fmla="*/ 19684 h 89047"/>
              <a:gd name="csX25" fmla="*/ 81800 w 262166"/>
              <a:gd name="csY25" fmla="*/ 5108 h 89047"/>
              <a:gd name="csX26" fmla="*/ 97629 w 262166"/>
              <a:gd name="csY26" fmla="*/ 0 h 89047"/>
              <a:gd name="csX27" fmla="*/ 109942 w 262166"/>
              <a:gd name="csY27" fmla="*/ 2854 h 89047"/>
              <a:gd name="csX28" fmla="*/ 118688 w 262166"/>
              <a:gd name="csY28" fmla="*/ 10999 h 89047"/>
              <a:gd name="csX29" fmla="*/ 124100 w 262166"/>
              <a:gd name="csY29" fmla="*/ 23965 h 89047"/>
              <a:gd name="csX30" fmla="*/ 126058 w 262166"/>
              <a:gd name="csY30" fmla="*/ 44555 h 89047"/>
              <a:gd name="csX31" fmla="*/ 122908 w 262166"/>
              <a:gd name="csY31" fmla="*/ 69355 h 89047"/>
              <a:gd name="csX32" fmla="*/ 113449 w 262166"/>
              <a:gd name="csY32" fmla="*/ 83931 h 89047"/>
              <a:gd name="csX33" fmla="*/ 97629 w 262166"/>
              <a:gd name="csY33" fmla="*/ 89048 h 89047"/>
              <a:gd name="csX34" fmla="*/ 77814 w 262166"/>
              <a:gd name="csY34" fmla="*/ 80006 h 89047"/>
              <a:gd name="csX35" fmla="*/ 69191 w 262166"/>
              <a:gd name="csY35" fmla="*/ 44555 h 89047"/>
              <a:gd name="csX36" fmla="*/ 80198 w 262166"/>
              <a:gd name="csY36" fmla="*/ 44555 h 89047"/>
              <a:gd name="csX37" fmla="*/ 85194 w 262166"/>
              <a:gd name="csY37" fmla="*/ 73167 h 89047"/>
              <a:gd name="csX38" fmla="*/ 97629 w 262166"/>
              <a:gd name="csY38" fmla="*/ 80241 h 89047"/>
              <a:gd name="csX39" fmla="*/ 110003 w 262166"/>
              <a:gd name="csY39" fmla="*/ 73106 h 89047"/>
              <a:gd name="csX40" fmla="*/ 115059 w 262166"/>
              <a:gd name="csY40" fmla="*/ 44555 h 89047"/>
              <a:gd name="csX41" fmla="*/ 110003 w 262166"/>
              <a:gd name="csY41" fmla="*/ 15942 h 89047"/>
              <a:gd name="csX42" fmla="*/ 97507 w 262166"/>
              <a:gd name="csY42" fmla="*/ 8859 h 89047"/>
              <a:gd name="csX43" fmla="*/ 85724 w 262166"/>
              <a:gd name="csY43" fmla="*/ 15107 h 89047"/>
              <a:gd name="csX44" fmla="*/ 80198 w 262166"/>
              <a:gd name="csY44" fmla="*/ 44555 h 89047"/>
              <a:gd name="csX45" fmla="*/ 177339 w 262166"/>
              <a:gd name="csY45" fmla="*/ 87560 h 89047"/>
              <a:gd name="csX46" fmla="*/ 166627 w 262166"/>
              <a:gd name="csY46" fmla="*/ 87560 h 89047"/>
              <a:gd name="csX47" fmla="*/ 166627 w 262166"/>
              <a:gd name="csY47" fmla="*/ 19327 h 89047"/>
              <a:gd name="csX48" fmla="*/ 156454 w 262166"/>
              <a:gd name="csY48" fmla="*/ 26707 h 89047"/>
              <a:gd name="csX49" fmla="*/ 145211 w 262166"/>
              <a:gd name="csY49" fmla="*/ 32241 h 89047"/>
              <a:gd name="csX50" fmla="*/ 145211 w 262166"/>
              <a:gd name="csY50" fmla="*/ 21886 h 89047"/>
              <a:gd name="csX51" fmla="*/ 160918 w 262166"/>
              <a:gd name="csY51" fmla="*/ 11652 h 89047"/>
              <a:gd name="csX52" fmla="*/ 170438 w 262166"/>
              <a:gd name="csY52" fmla="*/ 0 h 89047"/>
              <a:gd name="csX53" fmla="*/ 177339 w 262166"/>
              <a:gd name="csY53" fmla="*/ 0 h 89047"/>
              <a:gd name="csX54" fmla="*/ 177339 w 262166"/>
              <a:gd name="csY54" fmla="*/ 87560 h 89047"/>
              <a:gd name="csX55" fmla="*/ 206430 w 262166"/>
              <a:gd name="csY55" fmla="*/ 67397 h 89047"/>
              <a:gd name="csX56" fmla="*/ 216716 w 262166"/>
              <a:gd name="csY56" fmla="*/ 66440 h 89047"/>
              <a:gd name="csX57" fmla="*/ 221711 w 262166"/>
              <a:gd name="csY57" fmla="*/ 76969 h 89047"/>
              <a:gd name="csX58" fmla="*/ 231170 w 262166"/>
              <a:gd name="csY58" fmla="*/ 80241 h 89047"/>
              <a:gd name="csX59" fmla="*/ 239802 w 262166"/>
              <a:gd name="csY59" fmla="*/ 77979 h 89047"/>
              <a:gd name="csX60" fmla="*/ 245929 w 262166"/>
              <a:gd name="csY60" fmla="*/ 71975 h 89047"/>
              <a:gd name="csX61" fmla="*/ 249914 w 262166"/>
              <a:gd name="csY61" fmla="*/ 61741 h 89047"/>
              <a:gd name="csX62" fmla="*/ 251515 w 262166"/>
              <a:gd name="csY62" fmla="*/ 48653 h 89047"/>
              <a:gd name="csX63" fmla="*/ 251454 w 262166"/>
              <a:gd name="csY63" fmla="*/ 46512 h 89047"/>
              <a:gd name="csX64" fmla="*/ 242657 w 262166"/>
              <a:gd name="csY64" fmla="*/ 54840 h 89047"/>
              <a:gd name="csX65" fmla="*/ 230639 w 262166"/>
              <a:gd name="csY65" fmla="*/ 57999 h 89047"/>
              <a:gd name="csX66" fmla="*/ 212313 w 262166"/>
              <a:gd name="csY66" fmla="*/ 50141 h 89047"/>
              <a:gd name="csX67" fmla="*/ 204820 w 262166"/>
              <a:gd name="csY67" fmla="*/ 29439 h 89047"/>
              <a:gd name="csX68" fmla="*/ 212617 w 262166"/>
              <a:gd name="csY68" fmla="*/ 8084 h 89047"/>
              <a:gd name="csX69" fmla="*/ 232241 w 262166"/>
              <a:gd name="csY69" fmla="*/ 0 h 89047"/>
              <a:gd name="csX70" fmla="*/ 247773 w 262166"/>
              <a:gd name="csY70" fmla="*/ 4577 h 89047"/>
              <a:gd name="csX71" fmla="*/ 258477 w 262166"/>
              <a:gd name="csY71" fmla="*/ 17665 h 89047"/>
              <a:gd name="csX72" fmla="*/ 262167 w 262166"/>
              <a:gd name="csY72" fmla="*/ 42170 h 89047"/>
              <a:gd name="csX73" fmla="*/ 258538 w 262166"/>
              <a:gd name="csY73" fmla="*/ 68824 h 89047"/>
              <a:gd name="csX74" fmla="*/ 247712 w 262166"/>
              <a:gd name="csY74" fmla="*/ 83870 h 89047"/>
              <a:gd name="csX75" fmla="*/ 230935 w 262166"/>
              <a:gd name="csY75" fmla="*/ 89048 h 89047"/>
              <a:gd name="csX76" fmla="*/ 214218 w 262166"/>
              <a:gd name="csY76" fmla="*/ 83392 h 89047"/>
              <a:gd name="csX77" fmla="*/ 206430 w 262166"/>
              <a:gd name="csY77" fmla="*/ 67397 h 89047"/>
              <a:gd name="csX78" fmla="*/ 250271 w 262166"/>
              <a:gd name="csY78" fmla="*/ 28908 h 89047"/>
              <a:gd name="csX79" fmla="*/ 245328 w 262166"/>
              <a:gd name="csY79" fmla="*/ 14271 h 89047"/>
              <a:gd name="csX80" fmla="*/ 233555 w 262166"/>
              <a:gd name="csY80" fmla="*/ 8859 h 89047"/>
              <a:gd name="csX81" fmla="*/ 221119 w 262166"/>
              <a:gd name="csY81" fmla="*/ 14689 h 89047"/>
              <a:gd name="csX82" fmla="*/ 215828 w 262166"/>
              <a:gd name="csY82" fmla="*/ 29796 h 89047"/>
              <a:gd name="csX83" fmla="*/ 220823 w 262166"/>
              <a:gd name="csY83" fmla="*/ 43362 h 89047"/>
              <a:gd name="csX84" fmla="*/ 233259 w 262166"/>
              <a:gd name="csY84" fmla="*/ 48540 h 89047"/>
              <a:gd name="csX85" fmla="*/ 245450 w 262166"/>
              <a:gd name="csY85" fmla="*/ 43362 h 89047"/>
              <a:gd name="csX86" fmla="*/ 250271 w 262166"/>
              <a:gd name="csY86" fmla="*/ 28908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</a:cxnLst>
            <a:rect l="l" t="t" r="r" b="b"/>
            <a:pathLst>
              <a:path w="262166" h="89047">
                <a:moveTo>
                  <a:pt x="57651" y="77265"/>
                </a:moveTo>
                <a:lnTo>
                  <a:pt x="57651" y="87560"/>
                </a:lnTo>
                <a:lnTo>
                  <a:pt x="9" y="87560"/>
                </a:lnTo>
                <a:cubicBezTo>
                  <a:pt x="-69" y="84984"/>
                  <a:pt x="349" y="82504"/>
                  <a:pt x="1254" y="80128"/>
                </a:cubicBezTo>
                <a:cubicBezTo>
                  <a:pt x="2724" y="76195"/>
                  <a:pt x="5065" y="72331"/>
                  <a:pt x="8276" y="68520"/>
                </a:cubicBezTo>
                <a:cubicBezTo>
                  <a:pt x="11531" y="64717"/>
                  <a:pt x="16213" y="60314"/>
                  <a:pt x="22313" y="55319"/>
                </a:cubicBezTo>
                <a:cubicBezTo>
                  <a:pt x="31798" y="47548"/>
                  <a:pt x="38202" y="41396"/>
                  <a:pt x="41527" y="36879"/>
                </a:cubicBezTo>
                <a:cubicBezTo>
                  <a:pt x="44860" y="32320"/>
                  <a:pt x="46530" y="28012"/>
                  <a:pt x="46530" y="23965"/>
                </a:cubicBezTo>
                <a:cubicBezTo>
                  <a:pt x="46530" y="19727"/>
                  <a:pt x="44999" y="16160"/>
                  <a:pt x="41944" y="13262"/>
                </a:cubicBezTo>
                <a:cubicBezTo>
                  <a:pt x="38933" y="10329"/>
                  <a:pt x="34983" y="8859"/>
                  <a:pt x="30110" y="8859"/>
                </a:cubicBezTo>
                <a:cubicBezTo>
                  <a:pt x="24949" y="8859"/>
                  <a:pt x="20824" y="10408"/>
                  <a:pt x="17735" y="13497"/>
                </a:cubicBezTo>
                <a:cubicBezTo>
                  <a:pt x="14646" y="16595"/>
                  <a:pt x="13080" y="20876"/>
                  <a:pt x="13036" y="26350"/>
                </a:cubicBezTo>
                <a:lnTo>
                  <a:pt x="2028" y="25219"/>
                </a:lnTo>
                <a:cubicBezTo>
                  <a:pt x="2785" y="17013"/>
                  <a:pt x="5622" y="10764"/>
                  <a:pt x="10538" y="6483"/>
                </a:cubicBezTo>
                <a:cubicBezTo>
                  <a:pt x="15455" y="2158"/>
                  <a:pt x="22060" y="0"/>
                  <a:pt x="30344" y="0"/>
                </a:cubicBezTo>
                <a:cubicBezTo>
                  <a:pt x="38716" y="0"/>
                  <a:pt x="45338" y="2315"/>
                  <a:pt x="50211" y="6953"/>
                </a:cubicBezTo>
                <a:cubicBezTo>
                  <a:pt x="55093" y="11600"/>
                  <a:pt x="57530" y="17343"/>
                  <a:pt x="57530" y="24209"/>
                </a:cubicBezTo>
                <a:cubicBezTo>
                  <a:pt x="57530" y="27699"/>
                  <a:pt x="56816" y="31127"/>
                  <a:pt x="55389" y="34495"/>
                </a:cubicBezTo>
                <a:cubicBezTo>
                  <a:pt x="53962" y="37871"/>
                  <a:pt x="51586" y="41422"/>
                  <a:pt x="48253" y="45146"/>
                </a:cubicBezTo>
                <a:cubicBezTo>
                  <a:pt x="44964" y="48871"/>
                  <a:pt x="39464" y="53987"/>
                  <a:pt x="31771" y="60497"/>
                </a:cubicBezTo>
                <a:cubicBezTo>
                  <a:pt x="25350" y="65883"/>
                  <a:pt x="21225" y="69555"/>
                  <a:pt x="19397" y="71496"/>
                </a:cubicBezTo>
                <a:cubicBezTo>
                  <a:pt x="17579" y="73402"/>
                  <a:pt x="16073" y="75325"/>
                  <a:pt x="14881" y="77265"/>
                </a:cubicBezTo>
                <a:lnTo>
                  <a:pt x="57651" y="77265"/>
                </a:lnTo>
                <a:close/>
                <a:moveTo>
                  <a:pt x="69191" y="44555"/>
                </a:moveTo>
                <a:cubicBezTo>
                  <a:pt x="69191" y="34242"/>
                  <a:pt x="70243" y="25950"/>
                  <a:pt x="72341" y="19684"/>
                </a:cubicBezTo>
                <a:cubicBezTo>
                  <a:pt x="74481" y="13384"/>
                  <a:pt x="77640" y="8519"/>
                  <a:pt x="81800" y="5108"/>
                </a:cubicBezTo>
                <a:cubicBezTo>
                  <a:pt x="86002" y="1697"/>
                  <a:pt x="91276" y="0"/>
                  <a:pt x="97629" y="0"/>
                </a:cubicBezTo>
                <a:cubicBezTo>
                  <a:pt x="102302" y="0"/>
                  <a:pt x="106409" y="949"/>
                  <a:pt x="109942" y="2854"/>
                </a:cubicBezTo>
                <a:cubicBezTo>
                  <a:pt x="113466" y="4717"/>
                  <a:pt x="116381" y="7432"/>
                  <a:pt x="118688" y="10999"/>
                </a:cubicBezTo>
                <a:cubicBezTo>
                  <a:pt x="120985" y="14533"/>
                  <a:pt x="122786" y="18849"/>
                  <a:pt x="124100" y="23965"/>
                </a:cubicBezTo>
                <a:cubicBezTo>
                  <a:pt x="125405" y="29047"/>
                  <a:pt x="126058" y="35905"/>
                  <a:pt x="126058" y="44555"/>
                </a:cubicBezTo>
                <a:cubicBezTo>
                  <a:pt x="126058" y="54779"/>
                  <a:pt x="125005" y="63055"/>
                  <a:pt x="122908" y="69355"/>
                </a:cubicBezTo>
                <a:cubicBezTo>
                  <a:pt x="120802" y="75621"/>
                  <a:pt x="117652" y="80485"/>
                  <a:pt x="113449" y="83931"/>
                </a:cubicBezTo>
                <a:cubicBezTo>
                  <a:pt x="109289" y="87342"/>
                  <a:pt x="104007" y="89048"/>
                  <a:pt x="97629" y="89048"/>
                </a:cubicBezTo>
                <a:cubicBezTo>
                  <a:pt x="89223" y="89048"/>
                  <a:pt x="82618" y="86037"/>
                  <a:pt x="77814" y="80006"/>
                </a:cubicBezTo>
                <a:cubicBezTo>
                  <a:pt x="72062" y="72749"/>
                  <a:pt x="69191" y="60932"/>
                  <a:pt x="69191" y="44555"/>
                </a:cubicBezTo>
                <a:close/>
                <a:moveTo>
                  <a:pt x="80198" y="44555"/>
                </a:moveTo>
                <a:cubicBezTo>
                  <a:pt x="80198" y="58869"/>
                  <a:pt x="81861" y="68407"/>
                  <a:pt x="85194" y="73167"/>
                </a:cubicBezTo>
                <a:cubicBezTo>
                  <a:pt x="88561" y="77883"/>
                  <a:pt x="92712" y="80241"/>
                  <a:pt x="97629" y="80241"/>
                </a:cubicBezTo>
                <a:cubicBezTo>
                  <a:pt x="102545" y="80241"/>
                  <a:pt x="106670" y="77866"/>
                  <a:pt x="110003" y="73106"/>
                </a:cubicBezTo>
                <a:cubicBezTo>
                  <a:pt x="113370" y="68346"/>
                  <a:pt x="115059" y="58826"/>
                  <a:pt x="115059" y="44555"/>
                </a:cubicBezTo>
                <a:cubicBezTo>
                  <a:pt x="115059" y="30196"/>
                  <a:pt x="113370" y="20659"/>
                  <a:pt x="110003" y="15942"/>
                </a:cubicBezTo>
                <a:cubicBezTo>
                  <a:pt x="106670" y="11217"/>
                  <a:pt x="102502" y="8859"/>
                  <a:pt x="97507" y="8859"/>
                </a:cubicBezTo>
                <a:cubicBezTo>
                  <a:pt x="92590" y="8859"/>
                  <a:pt x="88666" y="10939"/>
                  <a:pt x="85724" y="15107"/>
                </a:cubicBezTo>
                <a:cubicBezTo>
                  <a:pt x="82043" y="20424"/>
                  <a:pt x="80198" y="30231"/>
                  <a:pt x="80198" y="44555"/>
                </a:cubicBezTo>
                <a:close/>
                <a:moveTo>
                  <a:pt x="177339" y="87560"/>
                </a:moveTo>
                <a:lnTo>
                  <a:pt x="166627" y="87560"/>
                </a:lnTo>
                <a:lnTo>
                  <a:pt x="166627" y="19327"/>
                </a:lnTo>
                <a:cubicBezTo>
                  <a:pt x="164051" y="21790"/>
                  <a:pt x="160658" y="24244"/>
                  <a:pt x="156454" y="26707"/>
                </a:cubicBezTo>
                <a:cubicBezTo>
                  <a:pt x="152295" y="29161"/>
                  <a:pt x="148544" y="31005"/>
                  <a:pt x="145211" y="32241"/>
                </a:cubicBezTo>
                <a:lnTo>
                  <a:pt x="145211" y="21886"/>
                </a:lnTo>
                <a:cubicBezTo>
                  <a:pt x="151207" y="19075"/>
                  <a:pt x="156437" y="15664"/>
                  <a:pt x="160918" y="11652"/>
                </a:cubicBezTo>
                <a:cubicBezTo>
                  <a:pt x="165400" y="7649"/>
                  <a:pt x="168576" y="3759"/>
                  <a:pt x="170438" y="0"/>
                </a:cubicBezTo>
                <a:lnTo>
                  <a:pt x="177339" y="0"/>
                </a:lnTo>
                <a:lnTo>
                  <a:pt x="177339" y="87560"/>
                </a:lnTo>
                <a:close/>
                <a:moveTo>
                  <a:pt x="206430" y="67397"/>
                </a:moveTo>
                <a:lnTo>
                  <a:pt x="216716" y="66440"/>
                </a:lnTo>
                <a:cubicBezTo>
                  <a:pt x="217586" y="71278"/>
                  <a:pt x="219257" y="74794"/>
                  <a:pt x="221711" y="76969"/>
                </a:cubicBezTo>
                <a:cubicBezTo>
                  <a:pt x="224174" y="79154"/>
                  <a:pt x="227324" y="80241"/>
                  <a:pt x="231170" y="80241"/>
                </a:cubicBezTo>
                <a:cubicBezTo>
                  <a:pt x="234468" y="80241"/>
                  <a:pt x="237340" y="79493"/>
                  <a:pt x="239802" y="77979"/>
                </a:cubicBezTo>
                <a:cubicBezTo>
                  <a:pt x="242300" y="76474"/>
                  <a:pt x="244336" y="74472"/>
                  <a:pt x="245929" y="71975"/>
                </a:cubicBezTo>
                <a:cubicBezTo>
                  <a:pt x="247513" y="69434"/>
                  <a:pt x="248844" y="66022"/>
                  <a:pt x="249914" y="61741"/>
                </a:cubicBezTo>
                <a:cubicBezTo>
                  <a:pt x="250985" y="57459"/>
                  <a:pt x="251515" y="53100"/>
                  <a:pt x="251515" y="48653"/>
                </a:cubicBezTo>
                <a:cubicBezTo>
                  <a:pt x="251515" y="48183"/>
                  <a:pt x="251498" y="47470"/>
                  <a:pt x="251454" y="46512"/>
                </a:cubicBezTo>
                <a:cubicBezTo>
                  <a:pt x="249314" y="49924"/>
                  <a:pt x="246381" y="52699"/>
                  <a:pt x="242657" y="54840"/>
                </a:cubicBezTo>
                <a:cubicBezTo>
                  <a:pt x="238967" y="56946"/>
                  <a:pt x="234964" y="57999"/>
                  <a:pt x="230639" y="57999"/>
                </a:cubicBezTo>
                <a:cubicBezTo>
                  <a:pt x="223416" y="57999"/>
                  <a:pt x="217316" y="55380"/>
                  <a:pt x="212313" y="50141"/>
                </a:cubicBezTo>
                <a:cubicBezTo>
                  <a:pt x="207318" y="44911"/>
                  <a:pt x="204820" y="38011"/>
                  <a:pt x="204820" y="29439"/>
                </a:cubicBezTo>
                <a:cubicBezTo>
                  <a:pt x="204820" y="20598"/>
                  <a:pt x="207422" y="13480"/>
                  <a:pt x="212617" y="8084"/>
                </a:cubicBezTo>
                <a:cubicBezTo>
                  <a:pt x="217847" y="2689"/>
                  <a:pt x="224391" y="0"/>
                  <a:pt x="232241" y="0"/>
                </a:cubicBezTo>
                <a:cubicBezTo>
                  <a:pt x="237914" y="0"/>
                  <a:pt x="243092" y="1523"/>
                  <a:pt x="247773" y="4577"/>
                </a:cubicBezTo>
                <a:cubicBezTo>
                  <a:pt x="252490" y="7632"/>
                  <a:pt x="256058" y="11992"/>
                  <a:pt x="258477" y="17665"/>
                </a:cubicBezTo>
                <a:cubicBezTo>
                  <a:pt x="260940" y="23295"/>
                  <a:pt x="262167" y="31467"/>
                  <a:pt x="262167" y="42170"/>
                </a:cubicBezTo>
                <a:cubicBezTo>
                  <a:pt x="262167" y="53317"/>
                  <a:pt x="260957" y="62202"/>
                  <a:pt x="258538" y="68824"/>
                </a:cubicBezTo>
                <a:cubicBezTo>
                  <a:pt x="256119" y="75403"/>
                  <a:pt x="252507" y="80424"/>
                  <a:pt x="247712" y="83870"/>
                </a:cubicBezTo>
                <a:cubicBezTo>
                  <a:pt x="242952" y="87325"/>
                  <a:pt x="237357" y="89048"/>
                  <a:pt x="230935" y="89048"/>
                </a:cubicBezTo>
                <a:cubicBezTo>
                  <a:pt x="224113" y="89048"/>
                  <a:pt x="218543" y="87160"/>
                  <a:pt x="214218" y="83392"/>
                </a:cubicBezTo>
                <a:cubicBezTo>
                  <a:pt x="209893" y="79589"/>
                  <a:pt x="207300" y="74255"/>
                  <a:pt x="206430" y="67397"/>
                </a:cubicBezTo>
                <a:close/>
                <a:moveTo>
                  <a:pt x="250271" y="28908"/>
                </a:moveTo>
                <a:cubicBezTo>
                  <a:pt x="250271" y="22756"/>
                  <a:pt x="248626" y="17883"/>
                  <a:pt x="245328" y="14271"/>
                </a:cubicBezTo>
                <a:cubicBezTo>
                  <a:pt x="242082" y="10660"/>
                  <a:pt x="238149" y="8859"/>
                  <a:pt x="233555" y="8859"/>
                </a:cubicBezTo>
                <a:cubicBezTo>
                  <a:pt x="228795" y="8859"/>
                  <a:pt x="224652" y="10799"/>
                  <a:pt x="221119" y="14689"/>
                </a:cubicBezTo>
                <a:cubicBezTo>
                  <a:pt x="217586" y="18579"/>
                  <a:pt x="215828" y="23609"/>
                  <a:pt x="215828" y="29796"/>
                </a:cubicBezTo>
                <a:cubicBezTo>
                  <a:pt x="215828" y="35348"/>
                  <a:pt x="217491" y="39873"/>
                  <a:pt x="220823" y="43362"/>
                </a:cubicBezTo>
                <a:cubicBezTo>
                  <a:pt x="224191" y="46808"/>
                  <a:pt x="228333" y="48540"/>
                  <a:pt x="233259" y="48540"/>
                </a:cubicBezTo>
                <a:cubicBezTo>
                  <a:pt x="238210" y="48540"/>
                  <a:pt x="242274" y="46808"/>
                  <a:pt x="245450" y="43362"/>
                </a:cubicBezTo>
                <a:cubicBezTo>
                  <a:pt x="248661" y="39873"/>
                  <a:pt x="250271" y="35052"/>
                  <a:pt x="250271" y="28908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78E8A97-3567-0A52-C6C0-9FA3A57FF0C3}"/>
              </a:ext>
            </a:extLst>
          </p:cNvPr>
          <p:cNvSpPr/>
          <p:nvPr/>
        </p:nvSpPr>
        <p:spPr>
          <a:xfrm>
            <a:off x="7953661" y="3824253"/>
            <a:ext cx="468598" cy="159456"/>
          </a:xfrm>
          <a:custGeom>
            <a:avLst/>
            <a:gdLst>
              <a:gd name="csX0" fmla="*/ 57651 w 261687"/>
              <a:gd name="csY0" fmla="*/ 77265 h 89047"/>
              <a:gd name="csX1" fmla="*/ 57651 w 261687"/>
              <a:gd name="csY1" fmla="*/ 87560 h 89047"/>
              <a:gd name="csX2" fmla="*/ 9 w 261687"/>
              <a:gd name="csY2" fmla="*/ 87560 h 89047"/>
              <a:gd name="csX3" fmla="*/ 1254 w 261687"/>
              <a:gd name="csY3" fmla="*/ 80128 h 89047"/>
              <a:gd name="csX4" fmla="*/ 8276 w 261687"/>
              <a:gd name="csY4" fmla="*/ 68520 h 89047"/>
              <a:gd name="csX5" fmla="*/ 22313 w 261687"/>
              <a:gd name="csY5" fmla="*/ 55319 h 89047"/>
              <a:gd name="csX6" fmla="*/ 41527 w 261687"/>
              <a:gd name="csY6" fmla="*/ 36879 h 89047"/>
              <a:gd name="csX7" fmla="*/ 46530 w 261687"/>
              <a:gd name="csY7" fmla="*/ 23965 h 89047"/>
              <a:gd name="csX8" fmla="*/ 41944 w 261687"/>
              <a:gd name="csY8" fmla="*/ 13262 h 89047"/>
              <a:gd name="csX9" fmla="*/ 30110 w 261687"/>
              <a:gd name="csY9" fmla="*/ 8859 h 89047"/>
              <a:gd name="csX10" fmla="*/ 17735 w 261687"/>
              <a:gd name="csY10" fmla="*/ 13497 h 89047"/>
              <a:gd name="csX11" fmla="*/ 13036 w 261687"/>
              <a:gd name="csY11" fmla="*/ 26350 h 89047"/>
              <a:gd name="csX12" fmla="*/ 2028 w 261687"/>
              <a:gd name="csY12" fmla="*/ 25219 h 89047"/>
              <a:gd name="csX13" fmla="*/ 10538 w 261687"/>
              <a:gd name="csY13" fmla="*/ 6483 h 89047"/>
              <a:gd name="csX14" fmla="*/ 30344 w 261687"/>
              <a:gd name="csY14" fmla="*/ 0 h 89047"/>
              <a:gd name="csX15" fmla="*/ 50211 w 261687"/>
              <a:gd name="csY15" fmla="*/ 6953 h 89047"/>
              <a:gd name="csX16" fmla="*/ 57530 w 261687"/>
              <a:gd name="csY16" fmla="*/ 24209 h 89047"/>
              <a:gd name="csX17" fmla="*/ 55389 w 261687"/>
              <a:gd name="csY17" fmla="*/ 34495 h 89047"/>
              <a:gd name="csX18" fmla="*/ 48253 w 261687"/>
              <a:gd name="csY18" fmla="*/ 45146 h 89047"/>
              <a:gd name="csX19" fmla="*/ 31771 w 261687"/>
              <a:gd name="csY19" fmla="*/ 60497 h 89047"/>
              <a:gd name="csX20" fmla="*/ 19397 w 261687"/>
              <a:gd name="csY20" fmla="*/ 71496 h 89047"/>
              <a:gd name="csX21" fmla="*/ 14881 w 261687"/>
              <a:gd name="csY21" fmla="*/ 77265 h 89047"/>
              <a:gd name="csX22" fmla="*/ 57651 w 261687"/>
              <a:gd name="csY22" fmla="*/ 77265 h 89047"/>
              <a:gd name="csX23" fmla="*/ 69191 w 261687"/>
              <a:gd name="csY23" fmla="*/ 44555 h 89047"/>
              <a:gd name="csX24" fmla="*/ 72341 w 261687"/>
              <a:gd name="csY24" fmla="*/ 19684 h 89047"/>
              <a:gd name="csX25" fmla="*/ 81800 w 261687"/>
              <a:gd name="csY25" fmla="*/ 5108 h 89047"/>
              <a:gd name="csX26" fmla="*/ 97629 w 261687"/>
              <a:gd name="csY26" fmla="*/ 0 h 89047"/>
              <a:gd name="csX27" fmla="*/ 109942 w 261687"/>
              <a:gd name="csY27" fmla="*/ 2854 h 89047"/>
              <a:gd name="csX28" fmla="*/ 118688 w 261687"/>
              <a:gd name="csY28" fmla="*/ 10999 h 89047"/>
              <a:gd name="csX29" fmla="*/ 124100 w 261687"/>
              <a:gd name="csY29" fmla="*/ 23965 h 89047"/>
              <a:gd name="csX30" fmla="*/ 126058 w 261687"/>
              <a:gd name="csY30" fmla="*/ 44555 h 89047"/>
              <a:gd name="csX31" fmla="*/ 122908 w 261687"/>
              <a:gd name="csY31" fmla="*/ 69355 h 89047"/>
              <a:gd name="csX32" fmla="*/ 113449 w 261687"/>
              <a:gd name="csY32" fmla="*/ 83931 h 89047"/>
              <a:gd name="csX33" fmla="*/ 97629 w 261687"/>
              <a:gd name="csY33" fmla="*/ 89048 h 89047"/>
              <a:gd name="csX34" fmla="*/ 77814 w 261687"/>
              <a:gd name="csY34" fmla="*/ 80006 h 89047"/>
              <a:gd name="csX35" fmla="*/ 69191 w 261687"/>
              <a:gd name="csY35" fmla="*/ 44555 h 89047"/>
              <a:gd name="csX36" fmla="*/ 80198 w 261687"/>
              <a:gd name="csY36" fmla="*/ 44555 h 89047"/>
              <a:gd name="csX37" fmla="*/ 85194 w 261687"/>
              <a:gd name="csY37" fmla="*/ 73167 h 89047"/>
              <a:gd name="csX38" fmla="*/ 97629 w 261687"/>
              <a:gd name="csY38" fmla="*/ 80241 h 89047"/>
              <a:gd name="csX39" fmla="*/ 110003 w 261687"/>
              <a:gd name="csY39" fmla="*/ 73106 h 89047"/>
              <a:gd name="csX40" fmla="*/ 115059 w 261687"/>
              <a:gd name="csY40" fmla="*/ 44555 h 89047"/>
              <a:gd name="csX41" fmla="*/ 110003 w 261687"/>
              <a:gd name="csY41" fmla="*/ 15942 h 89047"/>
              <a:gd name="csX42" fmla="*/ 97507 w 261687"/>
              <a:gd name="csY42" fmla="*/ 8859 h 89047"/>
              <a:gd name="csX43" fmla="*/ 85724 w 261687"/>
              <a:gd name="csY43" fmla="*/ 15107 h 89047"/>
              <a:gd name="csX44" fmla="*/ 80198 w 261687"/>
              <a:gd name="csY44" fmla="*/ 44555 h 89047"/>
              <a:gd name="csX45" fmla="*/ 193281 w 261687"/>
              <a:gd name="csY45" fmla="*/ 77265 h 89047"/>
              <a:gd name="csX46" fmla="*/ 193281 w 261687"/>
              <a:gd name="csY46" fmla="*/ 87560 h 89047"/>
              <a:gd name="csX47" fmla="*/ 135639 w 261687"/>
              <a:gd name="csY47" fmla="*/ 87560 h 89047"/>
              <a:gd name="csX48" fmla="*/ 136884 w 261687"/>
              <a:gd name="csY48" fmla="*/ 80128 h 89047"/>
              <a:gd name="csX49" fmla="*/ 143906 w 261687"/>
              <a:gd name="csY49" fmla="*/ 68520 h 89047"/>
              <a:gd name="csX50" fmla="*/ 157942 w 261687"/>
              <a:gd name="csY50" fmla="*/ 55319 h 89047"/>
              <a:gd name="csX51" fmla="*/ 177157 w 261687"/>
              <a:gd name="csY51" fmla="*/ 36879 h 89047"/>
              <a:gd name="csX52" fmla="*/ 182160 w 261687"/>
              <a:gd name="csY52" fmla="*/ 23965 h 89047"/>
              <a:gd name="csX53" fmla="*/ 177574 w 261687"/>
              <a:gd name="csY53" fmla="*/ 13262 h 89047"/>
              <a:gd name="csX54" fmla="*/ 165739 w 261687"/>
              <a:gd name="csY54" fmla="*/ 8859 h 89047"/>
              <a:gd name="csX55" fmla="*/ 153365 w 261687"/>
              <a:gd name="csY55" fmla="*/ 13497 h 89047"/>
              <a:gd name="csX56" fmla="*/ 148666 w 261687"/>
              <a:gd name="csY56" fmla="*/ 26350 h 89047"/>
              <a:gd name="csX57" fmla="*/ 137658 w 261687"/>
              <a:gd name="csY57" fmla="*/ 25219 h 89047"/>
              <a:gd name="csX58" fmla="*/ 146168 w 261687"/>
              <a:gd name="csY58" fmla="*/ 6483 h 89047"/>
              <a:gd name="csX59" fmla="*/ 165974 w 261687"/>
              <a:gd name="csY59" fmla="*/ 0 h 89047"/>
              <a:gd name="csX60" fmla="*/ 185841 w 261687"/>
              <a:gd name="csY60" fmla="*/ 6953 h 89047"/>
              <a:gd name="csX61" fmla="*/ 193159 w 261687"/>
              <a:gd name="csY61" fmla="*/ 24209 h 89047"/>
              <a:gd name="csX62" fmla="*/ 191019 w 261687"/>
              <a:gd name="csY62" fmla="*/ 34495 h 89047"/>
              <a:gd name="csX63" fmla="*/ 183883 w 261687"/>
              <a:gd name="csY63" fmla="*/ 45146 h 89047"/>
              <a:gd name="csX64" fmla="*/ 167401 w 261687"/>
              <a:gd name="csY64" fmla="*/ 60497 h 89047"/>
              <a:gd name="csX65" fmla="*/ 155027 w 261687"/>
              <a:gd name="csY65" fmla="*/ 71496 h 89047"/>
              <a:gd name="csX66" fmla="*/ 150511 w 261687"/>
              <a:gd name="csY66" fmla="*/ 77265 h 89047"/>
              <a:gd name="csX67" fmla="*/ 193281 w 261687"/>
              <a:gd name="csY67" fmla="*/ 77265 h 89047"/>
              <a:gd name="csX68" fmla="*/ 204820 w 261687"/>
              <a:gd name="csY68" fmla="*/ 44555 h 89047"/>
              <a:gd name="csX69" fmla="*/ 207971 w 261687"/>
              <a:gd name="csY69" fmla="*/ 19684 h 89047"/>
              <a:gd name="csX70" fmla="*/ 217429 w 261687"/>
              <a:gd name="csY70" fmla="*/ 5108 h 89047"/>
              <a:gd name="csX71" fmla="*/ 233259 w 261687"/>
              <a:gd name="csY71" fmla="*/ 0 h 89047"/>
              <a:gd name="csX72" fmla="*/ 245572 w 261687"/>
              <a:gd name="csY72" fmla="*/ 2854 h 89047"/>
              <a:gd name="csX73" fmla="*/ 254317 w 261687"/>
              <a:gd name="csY73" fmla="*/ 10999 h 89047"/>
              <a:gd name="csX74" fmla="*/ 259730 w 261687"/>
              <a:gd name="csY74" fmla="*/ 23965 h 89047"/>
              <a:gd name="csX75" fmla="*/ 261688 w 261687"/>
              <a:gd name="csY75" fmla="*/ 44555 h 89047"/>
              <a:gd name="csX76" fmla="*/ 258538 w 261687"/>
              <a:gd name="csY76" fmla="*/ 69355 h 89047"/>
              <a:gd name="csX77" fmla="*/ 249079 w 261687"/>
              <a:gd name="csY77" fmla="*/ 83931 h 89047"/>
              <a:gd name="csX78" fmla="*/ 233259 w 261687"/>
              <a:gd name="csY78" fmla="*/ 89048 h 89047"/>
              <a:gd name="csX79" fmla="*/ 213444 w 261687"/>
              <a:gd name="csY79" fmla="*/ 80006 h 89047"/>
              <a:gd name="csX80" fmla="*/ 204820 w 261687"/>
              <a:gd name="csY80" fmla="*/ 44555 h 89047"/>
              <a:gd name="csX81" fmla="*/ 215828 w 261687"/>
              <a:gd name="csY81" fmla="*/ 44555 h 89047"/>
              <a:gd name="csX82" fmla="*/ 220823 w 261687"/>
              <a:gd name="csY82" fmla="*/ 73167 h 89047"/>
              <a:gd name="csX83" fmla="*/ 233259 w 261687"/>
              <a:gd name="csY83" fmla="*/ 80241 h 89047"/>
              <a:gd name="csX84" fmla="*/ 245624 w 261687"/>
              <a:gd name="csY84" fmla="*/ 73106 h 89047"/>
              <a:gd name="csX85" fmla="*/ 250689 w 261687"/>
              <a:gd name="csY85" fmla="*/ 44555 h 89047"/>
              <a:gd name="csX86" fmla="*/ 245624 w 261687"/>
              <a:gd name="csY86" fmla="*/ 15942 h 89047"/>
              <a:gd name="csX87" fmla="*/ 233137 w 261687"/>
              <a:gd name="csY87" fmla="*/ 8859 h 89047"/>
              <a:gd name="csX88" fmla="*/ 221354 w 261687"/>
              <a:gd name="csY88" fmla="*/ 15107 h 89047"/>
              <a:gd name="csX89" fmla="*/ 215828 w 261687"/>
              <a:gd name="csY89" fmla="*/ 44555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261687" h="89047">
                <a:moveTo>
                  <a:pt x="57651" y="77265"/>
                </a:moveTo>
                <a:lnTo>
                  <a:pt x="57651" y="87560"/>
                </a:lnTo>
                <a:lnTo>
                  <a:pt x="9" y="87560"/>
                </a:lnTo>
                <a:cubicBezTo>
                  <a:pt x="-69" y="84984"/>
                  <a:pt x="349" y="82504"/>
                  <a:pt x="1254" y="80128"/>
                </a:cubicBezTo>
                <a:cubicBezTo>
                  <a:pt x="2724" y="76195"/>
                  <a:pt x="5065" y="72331"/>
                  <a:pt x="8276" y="68520"/>
                </a:cubicBezTo>
                <a:cubicBezTo>
                  <a:pt x="11531" y="64717"/>
                  <a:pt x="16213" y="60314"/>
                  <a:pt x="22313" y="55319"/>
                </a:cubicBezTo>
                <a:cubicBezTo>
                  <a:pt x="31798" y="47548"/>
                  <a:pt x="38202" y="41396"/>
                  <a:pt x="41527" y="36879"/>
                </a:cubicBezTo>
                <a:cubicBezTo>
                  <a:pt x="44860" y="32320"/>
                  <a:pt x="46530" y="28012"/>
                  <a:pt x="46530" y="23965"/>
                </a:cubicBezTo>
                <a:cubicBezTo>
                  <a:pt x="46530" y="19727"/>
                  <a:pt x="44999" y="16160"/>
                  <a:pt x="41944" y="13262"/>
                </a:cubicBezTo>
                <a:cubicBezTo>
                  <a:pt x="38933" y="10329"/>
                  <a:pt x="34983" y="8859"/>
                  <a:pt x="30110" y="8859"/>
                </a:cubicBezTo>
                <a:cubicBezTo>
                  <a:pt x="24949" y="8859"/>
                  <a:pt x="20824" y="10408"/>
                  <a:pt x="17735" y="13497"/>
                </a:cubicBezTo>
                <a:cubicBezTo>
                  <a:pt x="14646" y="16595"/>
                  <a:pt x="13080" y="20876"/>
                  <a:pt x="13036" y="26350"/>
                </a:cubicBezTo>
                <a:lnTo>
                  <a:pt x="2028" y="25219"/>
                </a:lnTo>
                <a:cubicBezTo>
                  <a:pt x="2785" y="17013"/>
                  <a:pt x="5622" y="10764"/>
                  <a:pt x="10538" y="6483"/>
                </a:cubicBezTo>
                <a:cubicBezTo>
                  <a:pt x="15455" y="2158"/>
                  <a:pt x="22060" y="0"/>
                  <a:pt x="30344" y="0"/>
                </a:cubicBezTo>
                <a:cubicBezTo>
                  <a:pt x="38716" y="0"/>
                  <a:pt x="45338" y="2315"/>
                  <a:pt x="50211" y="6953"/>
                </a:cubicBezTo>
                <a:cubicBezTo>
                  <a:pt x="55093" y="11600"/>
                  <a:pt x="57530" y="17343"/>
                  <a:pt x="57530" y="24209"/>
                </a:cubicBezTo>
                <a:cubicBezTo>
                  <a:pt x="57530" y="27699"/>
                  <a:pt x="56816" y="31127"/>
                  <a:pt x="55389" y="34495"/>
                </a:cubicBezTo>
                <a:cubicBezTo>
                  <a:pt x="53962" y="37871"/>
                  <a:pt x="51586" y="41422"/>
                  <a:pt x="48253" y="45146"/>
                </a:cubicBezTo>
                <a:cubicBezTo>
                  <a:pt x="44964" y="48871"/>
                  <a:pt x="39464" y="53987"/>
                  <a:pt x="31771" y="60497"/>
                </a:cubicBezTo>
                <a:cubicBezTo>
                  <a:pt x="25350" y="65883"/>
                  <a:pt x="21225" y="69555"/>
                  <a:pt x="19397" y="71496"/>
                </a:cubicBezTo>
                <a:cubicBezTo>
                  <a:pt x="17579" y="73402"/>
                  <a:pt x="16073" y="75325"/>
                  <a:pt x="14881" y="77265"/>
                </a:cubicBezTo>
                <a:lnTo>
                  <a:pt x="57651" y="77265"/>
                </a:lnTo>
                <a:close/>
                <a:moveTo>
                  <a:pt x="69191" y="44555"/>
                </a:moveTo>
                <a:cubicBezTo>
                  <a:pt x="69191" y="34242"/>
                  <a:pt x="70243" y="25950"/>
                  <a:pt x="72341" y="19684"/>
                </a:cubicBezTo>
                <a:cubicBezTo>
                  <a:pt x="74481" y="13384"/>
                  <a:pt x="77640" y="8519"/>
                  <a:pt x="81800" y="5108"/>
                </a:cubicBezTo>
                <a:cubicBezTo>
                  <a:pt x="86002" y="1697"/>
                  <a:pt x="91276" y="0"/>
                  <a:pt x="97629" y="0"/>
                </a:cubicBezTo>
                <a:cubicBezTo>
                  <a:pt x="102302" y="0"/>
                  <a:pt x="106409" y="949"/>
                  <a:pt x="109942" y="2854"/>
                </a:cubicBezTo>
                <a:cubicBezTo>
                  <a:pt x="113466" y="4717"/>
                  <a:pt x="116381" y="7432"/>
                  <a:pt x="118688" y="10999"/>
                </a:cubicBezTo>
                <a:cubicBezTo>
                  <a:pt x="120985" y="14533"/>
                  <a:pt x="122786" y="18849"/>
                  <a:pt x="124100" y="23965"/>
                </a:cubicBezTo>
                <a:cubicBezTo>
                  <a:pt x="125405" y="29047"/>
                  <a:pt x="126058" y="35905"/>
                  <a:pt x="126058" y="44555"/>
                </a:cubicBezTo>
                <a:cubicBezTo>
                  <a:pt x="126058" y="54779"/>
                  <a:pt x="125005" y="63055"/>
                  <a:pt x="122908" y="69355"/>
                </a:cubicBezTo>
                <a:cubicBezTo>
                  <a:pt x="120802" y="75621"/>
                  <a:pt x="117652" y="80485"/>
                  <a:pt x="113449" y="83931"/>
                </a:cubicBezTo>
                <a:cubicBezTo>
                  <a:pt x="109289" y="87342"/>
                  <a:pt x="104007" y="89048"/>
                  <a:pt x="97629" y="89048"/>
                </a:cubicBezTo>
                <a:cubicBezTo>
                  <a:pt x="89223" y="89048"/>
                  <a:pt x="82618" y="86037"/>
                  <a:pt x="77814" y="80006"/>
                </a:cubicBezTo>
                <a:cubicBezTo>
                  <a:pt x="72062" y="72749"/>
                  <a:pt x="69191" y="60932"/>
                  <a:pt x="69191" y="44555"/>
                </a:cubicBezTo>
                <a:close/>
                <a:moveTo>
                  <a:pt x="80198" y="44555"/>
                </a:moveTo>
                <a:cubicBezTo>
                  <a:pt x="80198" y="58869"/>
                  <a:pt x="81861" y="68407"/>
                  <a:pt x="85194" y="73167"/>
                </a:cubicBezTo>
                <a:cubicBezTo>
                  <a:pt x="88561" y="77883"/>
                  <a:pt x="92712" y="80241"/>
                  <a:pt x="97629" y="80241"/>
                </a:cubicBezTo>
                <a:cubicBezTo>
                  <a:pt x="102545" y="80241"/>
                  <a:pt x="106670" y="77866"/>
                  <a:pt x="110003" y="73106"/>
                </a:cubicBezTo>
                <a:cubicBezTo>
                  <a:pt x="113370" y="68346"/>
                  <a:pt x="115059" y="58826"/>
                  <a:pt x="115059" y="44555"/>
                </a:cubicBezTo>
                <a:cubicBezTo>
                  <a:pt x="115059" y="30196"/>
                  <a:pt x="113370" y="20659"/>
                  <a:pt x="110003" y="15942"/>
                </a:cubicBezTo>
                <a:cubicBezTo>
                  <a:pt x="106670" y="11217"/>
                  <a:pt x="102502" y="8859"/>
                  <a:pt x="97507" y="8859"/>
                </a:cubicBezTo>
                <a:cubicBezTo>
                  <a:pt x="92590" y="8859"/>
                  <a:pt x="88666" y="10939"/>
                  <a:pt x="85724" y="15107"/>
                </a:cubicBezTo>
                <a:cubicBezTo>
                  <a:pt x="82043" y="20424"/>
                  <a:pt x="80198" y="30231"/>
                  <a:pt x="80198" y="44555"/>
                </a:cubicBezTo>
                <a:close/>
                <a:moveTo>
                  <a:pt x="193281" y="77265"/>
                </a:moveTo>
                <a:lnTo>
                  <a:pt x="193281" y="87560"/>
                </a:lnTo>
                <a:lnTo>
                  <a:pt x="135639" y="87560"/>
                </a:lnTo>
                <a:cubicBezTo>
                  <a:pt x="135561" y="84984"/>
                  <a:pt x="135979" y="82504"/>
                  <a:pt x="136884" y="80128"/>
                </a:cubicBezTo>
                <a:cubicBezTo>
                  <a:pt x="138354" y="76195"/>
                  <a:pt x="140695" y="72331"/>
                  <a:pt x="143906" y="68520"/>
                </a:cubicBezTo>
                <a:cubicBezTo>
                  <a:pt x="147160" y="64717"/>
                  <a:pt x="151833" y="60314"/>
                  <a:pt x="157942" y="55319"/>
                </a:cubicBezTo>
                <a:cubicBezTo>
                  <a:pt x="167419" y="47548"/>
                  <a:pt x="173824" y="41396"/>
                  <a:pt x="177157" y="36879"/>
                </a:cubicBezTo>
                <a:cubicBezTo>
                  <a:pt x="180489" y="32320"/>
                  <a:pt x="182160" y="28012"/>
                  <a:pt x="182160" y="23965"/>
                </a:cubicBezTo>
                <a:cubicBezTo>
                  <a:pt x="182160" y="19727"/>
                  <a:pt x="180629" y="16160"/>
                  <a:pt x="177574" y="13262"/>
                </a:cubicBezTo>
                <a:cubicBezTo>
                  <a:pt x="174563" y="10329"/>
                  <a:pt x="170612" y="8859"/>
                  <a:pt x="165739" y="8859"/>
                </a:cubicBezTo>
                <a:cubicBezTo>
                  <a:pt x="160579" y="8859"/>
                  <a:pt x="156454" y="10408"/>
                  <a:pt x="153365" y="13497"/>
                </a:cubicBezTo>
                <a:cubicBezTo>
                  <a:pt x="150267" y="16595"/>
                  <a:pt x="148701" y="20876"/>
                  <a:pt x="148666" y="26350"/>
                </a:cubicBezTo>
                <a:lnTo>
                  <a:pt x="137658" y="25219"/>
                </a:lnTo>
                <a:cubicBezTo>
                  <a:pt x="138415" y="17013"/>
                  <a:pt x="141252" y="10764"/>
                  <a:pt x="146168" y="6483"/>
                </a:cubicBezTo>
                <a:cubicBezTo>
                  <a:pt x="151085" y="2158"/>
                  <a:pt x="157690" y="0"/>
                  <a:pt x="165974" y="0"/>
                </a:cubicBezTo>
                <a:cubicBezTo>
                  <a:pt x="174346" y="0"/>
                  <a:pt x="180968" y="2315"/>
                  <a:pt x="185841" y="6953"/>
                </a:cubicBezTo>
                <a:cubicBezTo>
                  <a:pt x="190723" y="11600"/>
                  <a:pt x="193159" y="17343"/>
                  <a:pt x="193159" y="24209"/>
                </a:cubicBezTo>
                <a:cubicBezTo>
                  <a:pt x="193159" y="27699"/>
                  <a:pt x="192446" y="31127"/>
                  <a:pt x="191019" y="34495"/>
                </a:cubicBezTo>
                <a:cubicBezTo>
                  <a:pt x="189592" y="37871"/>
                  <a:pt x="187216" y="41422"/>
                  <a:pt x="183883" y="45146"/>
                </a:cubicBezTo>
                <a:cubicBezTo>
                  <a:pt x="180594" y="48871"/>
                  <a:pt x="175094" y="53987"/>
                  <a:pt x="167401" y="60497"/>
                </a:cubicBezTo>
                <a:cubicBezTo>
                  <a:pt x="160979" y="65883"/>
                  <a:pt x="156855" y="69555"/>
                  <a:pt x="155027" y="71496"/>
                </a:cubicBezTo>
                <a:cubicBezTo>
                  <a:pt x="153208" y="73402"/>
                  <a:pt x="151703" y="75325"/>
                  <a:pt x="150511" y="77265"/>
                </a:cubicBezTo>
                <a:lnTo>
                  <a:pt x="193281" y="77265"/>
                </a:lnTo>
                <a:close/>
                <a:moveTo>
                  <a:pt x="204820" y="44555"/>
                </a:moveTo>
                <a:cubicBezTo>
                  <a:pt x="204820" y="34242"/>
                  <a:pt x="205873" y="25950"/>
                  <a:pt x="207971" y="19684"/>
                </a:cubicBezTo>
                <a:cubicBezTo>
                  <a:pt x="210111" y="13384"/>
                  <a:pt x="213270" y="8519"/>
                  <a:pt x="217429" y="5108"/>
                </a:cubicBezTo>
                <a:cubicBezTo>
                  <a:pt x="221633" y="1697"/>
                  <a:pt x="226906" y="0"/>
                  <a:pt x="233259" y="0"/>
                </a:cubicBezTo>
                <a:cubicBezTo>
                  <a:pt x="237932" y="0"/>
                  <a:pt x="242039" y="949"/>
                  <a:pt x="245572" y="2854"/>
                </a:cubicBezTo>
                <a:cubicBezTo>
                  <a:pt x="249096" y="4717"/>
                  <a:pt x="252011" y="7432"/>
                  <a:pt x="254317" y="10999"/>
                </a:cubicBezTo>
                <a:cubicBezTo>
                  <a:pt x="256615" y="14533"/>
                  <a:pt x="258416" y="18849"/>
                  <a:pt x="259730" y="23965"/>
                </a:cubicBezTo>
                <a:cubicBezTo>
                  <a:pt x="261035" y="29047"/>
                  <a:pt x="261688" y="35905"/>
                  <a:pt x="261688" y="44555"/>
                </a:cubicBezTo>
                <a:cubicBezTo>
                  <a:pt x="261688" y="54779"/>
                  <a:pt x="260635" y="63055"/>
                  <a:pt x="258538" y="69355"/>
                </a:cubicBezTo>
                <a:cubicBezTo>
                  <a:pt x="256432" y="75621"/>
                  <a:pt x="253282" y="80485"/>
                  <a:pt x="249079" y="83931"/>
                </a:cubicBezTo>
                <a:cubicBezTo>
                  <a:pt x="244911" y="87342"/>
                  <a:pt x="239637" y="89048"/>
                  <a:pt x="233259" y="89048"/>
                </a:cubicBezTo>
                <a:cubicBezTo>
                  <a:pt x="224843" y="89048"/>
                  <a:pt x="218247" y="86037"/>
                  <a:pt x="213444" y="80006"/>
                </a:cubicBezTo>
                <a:cubicBezTo>
                  <a:pt x="207692" y="72749"/>
                  <a:pt x="204820" y="60932"/>
                  <a:pt x="204820" y="44555"/>
                </a:cubicBezTo>
                <a:close/>
                <a:moveTo>
                  <a:pt x="215828" y="44555"/>
                </a:moveTo>
                <a:cubicBezTo>
                  <a:pt x="215828" y="58869"/>
                  <a:pt x="217491" y="68407"/>
                  <a:pt x="220823" y="73167"/>
                </a:cubicBezTo>
                <a:cubicBezTo>
                  <a:pt x="224191" y="77883"/>
                  <a:pt x="228333" y="80241"/>
                  <a:pt x="233259" y="80241"/>
                </a:cubicBezTo>
                <a:cubicBezTo>
                  <a:pt x="238175" y="80241"/>
                  <a:pt x="242300" y="77866"/>
                  <a:pt x="245624" y="73106"/>
                </a:cubicBezTo>
                <a:cubicBezTo>
                  <a:pt x="249000" y="68346"/>
                  <a:pt x="250689" y="58826"/>
                  <a:pt x="250689" y="44555"/>
                </a:cubicBezTo>
                <a:cubicBezTo>
                  <a:pt x="250689" y="30196"/>
                  <a:pt x="249000" y="20659"/>
                  <a:pt x="245624" y="15942"/>
                </a:cubicBezTo>
                <a:cubicBezTo>
                  <a:pt x="242300" y="11217"/>
                  <a:pt x="238132" y="8859"/>
                  <a:pt x="233137" y="8859"/>
                </a:cubicBezTo>
                <a:cubicBezTo>
                  <a:pt x="228220" y="8859"/>
                  <a:pt x="224295" y="10939"/>
                  <a:pt x="221354" y="15107"/>
                </a:cubicBezTo>
                <a:cubicBezTo>
                  <a:pt x="217673" y="20424"/>
                  <a:pt x="215828" y="30231"/>
                  <a:pt x="215828" y="44555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CD60CC5-2A94-E836-E88D-533B9573A016}"/>
              </a:ext>
            </a:extLst>
          </p:cNvPr>
          <p:cNvSpPr/>
          <p:nvPr/>
        </p:nvSpPr>
        <p:spPr>
          <a:xfrm>
            <a:off x="9004459" y="3824253"/>
            <a:ext cx="438980" cy="159456"/>
          </a:xfrm>
          <a:custGeom>
            <a:avLst/>
            <a:gdLst>
              <a:gd name="csX0" fmla="*/ 57618 w 245147"/>
              <a:gd name="csY0" fmla="*/ 77265 h 89047"/>
              <a:gd name="csX1" fmla="*/ 57618 w 245147"/>
              <a:gd name="csY1" fmla="*/ 87560 h 89047"/>
              <a:gd name="csX2" fmla="*/ 11 w 245147"/>
              <a:gd name="csY2" fmla="*/ 87560 h 89047"/>
              <a:gd name="csX3" fmla="*/ 1229 w 245147"/>
              <a:gd name="csY3" fmla="*/ 80128 h 89047"/>
              <a:gd name="csX4" fmla="*/ 8279 w 245147"/>
              <a:gd name="csY4" fmla="*/ 68520 h 89047"/>
              <a:gd name="csX5" fmla="*/ 22289 w 245147"/>
              <a:gd name="csY5" fmla="*/ 55319 h 89047"/>
              <a:gd name="csX6" fmla="*/ 41520 w 245147"/>
              <a:gd name="csY6" fmla="*/ 36879 h 89047"/>
              <a:gd name="csX7" fmla="*/ 46481 w 245147"/>
              <a:gd name="csY7" fmla="*/ 23965 h 89047"/>
              <a:gd name="csX8" fmla="*/ 41955 w 245147"/>
              <a:gd name="csY8" fmla="*/ 13262 h 89047"/>
              <a:gd name="csX9" fmla="*/ 30121 w 245147"/>
              <a:gd name="csY9" fmla="*/ 8859 h 89047"/>
              <a:gd name="csX10" fmla="*/ 17763 w 245147"/>
              <a:gd name="csY10" fmla="*/ 13497 h 89047"/>
              <a:gd name="csX11" fmla="*/ 12977 w 245147"/>
              <a:gd name="csY11" fmla="*/ 26350 h 89047"/>
              <a:gd name="csX12" fmla="*/ 2012 w 245147"/>
              <a:gd name="csY12" fmla="*/ 25219 h 89047"/>
              <a:gd name="csX13" fmla="*/ 10541 w 245147"/>
              <a:gd name="csY13" fmla="*/ 6483 h 89047"/>
              <a:gd name="csX14" fmla="*/ 30294 w 245147"/>
              <a:gd name="csY14" fmla="*/ 0 h 89047"/>
              <a:gd name="csX15" fmla="*/ 50222 w 245147"/>
              <a:gd name="csY15" fmla="*/ 6953 h 89047"/>
              <a:gd name="csX16" fmla="*/ 57531 w 245147"/>
              <a:gd name="csY16" fmla="*/ 24209 h 89047"/>
              <a:gd name="csX17" fmla="*/ 55356 w 245147"/>
              <a:gd name="csY17" fmla="*/ 34495 h 89047"/>
              <a:gd name="csX18" fmla="*/ 48221 w 245147"/>
              <a:gd name="csY18" fmla="*/ 45146 h 89047"/>
              <a:gd name="csX19" fmla="*/ 31774 w 245147"/>
              <a:gd name="csY19" fmla="*/ 60497 h 89047"/>
              <a:gd name="csX20" fmla="*/ 19416 w 245147"/>
              <a:gd name="csY20" fmla="*/ 71496 h 89047"/>
              <a:gd name="csX21" fmla="*/ 14892 w 245147"/>
              <a:gd name="csY21" fmla="*/ 77265 h 89047"/>
              <a:gd name="csX22" fmla="*/ 57618 w 245147"/>
              <a:gd name="csY22" fmla="*/ 77265 h 89047"/>
              <a:gd name="csX23" fmla="*/ 69193 w 245147"/>
              <a:gd name="csY23" fmla="*/ 44555 h 89047"/>
              <a:gd name="csX24" fmla="*/ 72325 w 245147"/>
              <a:gd name="csY24" fmla="*/ 19684 h 89047"/>
              <a:gd name="csX25" fmla="*/ 81810 w 245147"/>
              <a:gd name="csY25" fmla="*/ 5108 h 89047"/>
              <a:gd name="csX26" fmla="*/ 97649 w 245147"/>
              <a:gd name="csY26" fmla="*/ 0 h 89047"/>
              <a:gd name="csX27" fmla="*/ 109918 w 245147"/>
              <a:gd name="csY27" fmla="*/ 2854 h 89047"/>
              <a:gd name="csX28" fmla="*/ 118707 w 245147"/>
              <a:gd name="csY28" fmla="*/ 10999 h 89047"/>
              <a:gd name="csX29" fmla="*/ 124102 w 245147"/>
              <a:gd name="csY29" fmla="*/ 23965 h 89047"/>
              <a:gd name="csX30" fmla="*/ 126016 w 245147"/>
              <a:gd name="csY30" fmla="*/ 44555 h 89047"/>
              <a:gd name="csX31" fmla="*/ 122884 w 245147"/>
              <a:gd name="csY31" fmla="*/ 69355 h 89047"/>
              <a:gd name="csX32" fmla="*/ 113399 w 245147"/>
              <a:gd name="csY32" fmla="*/ 83931 h 89047"/>
              <a:gd name="csX33" fmla="*/ 97649 w 245147"/>
              <a:gd name="csY33" fmla="*/ 89048 h 89047"/>
              <a:gd name="csX34" fmla="*/ 77808 w 245147"/>
              <a:gd name="csY34" fmla="*/ 80006 h 89047"/>
              <a:gd name="csX35" fmla="*/ 69193 w 245147"/>
              <a:gd name="csY35" fmla="*/ 44555 h 89047"/>
              <a:gd name="csX36" fmla="*/ 80157 w 245147"/>
              <a:gd name="csY36" fmla="*/ 44555 h 89047"/>
              <a:gd name="csX37" fmla="*/ 85204 w 245147"/>
              <a:gd name="csY37" fmla="*/ 73167 h 89047"/>
              <a:gd name="csX38" fmla="*/ 97649 w 245147"/>
              <a:gd name="csY38" fmla="*/ 80241 h 89047"/>
              <a:gd name="csX39" fmla="*/ 110005 w 245147"/>
              <a:gd name="csY39" fmla="*/ 73106 h 89047"/>
              <a:gd name="csX40" fmla="*/ 115053 w 245147"/>
              <a:gd name="csY40" fmla="*/ 44555 h 89047"/>
              <a:gd name="csX41" fmla="*/ 110005 w 245147"/>
              <a:gd name="csY41" fmla="*/ 15942 h 89047"/>
              <a:gd name="csX42" fmla="*/ 97474 w 245147"/>
              <a:gd name="csY42" fmla="*/ 8859 h 89047"/>
              <a:gd name="csX43" fmla="*/ 85726 w 245147"/>
              <a:gd name="csY43" fmla="*/ 15107 h 89047"/>
              <a:gd name="csX44" fmla="*/ 80157 w 245147"/>
              <a:gd name="csY44" fmla="*/ 44555 h 89047"/>
              <a:gd name="csX45" fmla="*/ 193284 w 245147"/>
              <a:gd name="csY45" fmla="*/ 77265 h 89047"/>
              <a:gd name="csX46" fmla="*/ 193284 w 245147"/>
              <a:gd name="csY46" fmla="*/ 87560 h 89047"/>
              <a:gd name="csX47" fmla="*/ 135589 w 245147"/>
              <a:gd name="csY47" fmla="*/ 87560 h 89047"/>
              <a:gd name="csX48" fmla="*/ 136894 w 245147"/>
              <a:gd name="csY48" fmla="*/ 80128 h 89047"/>
              <a:gd name="csX49" fmla="*/ 143856 w 245147"/>
              <a:gd name="csY49" fmla="*/ 68520 h 89047"/>
              <a:gd name="csX50" fmla="*/ 157953 w 245147"/>
              <a:gd name="csY50" fmla="*/ 55319 h 89047"/>
              <a:gd name="csX51" fmla="*/ 177184 w 245147"/>
              <a:gd name="csY51" fmla="*/ 36879 h 89047"/>
              <a:gd name="csX52" fmla="*/ 182145 w 245147"/>
              <a:gd name="csY52" fmla="*/ 23965 h 89047"/>
              <a:gd name="csX53" fmla="*/ 177533 w 245147"/>
              <a:gd name="csY53" fmla="*/ 13262 h 89047"/>
              <a:gd name="csX54" fmla="*/ 165698 w 245147"/>
              <a:gd name="csY54" fmla="*/ 8859 h 89047"/>
              <a:gd name="csX55" fmla="*/ 153341 w 245147"/>
              <a:gd name="csY55" fmla="*/ 13497 h 89047"/>
              <a:gd name="csX56" fmla="*/ 148642 w 245147"/>
              <a:gd name="csY56" fmla="*/ 26350 h 89047"/>
              <a:gd name="csX57" fmla="*/ 137678 w 245147"/>
              <a:gd name="csY57" fmla="*/ 25219 h 89047"/>
              <a:gd name="csX58" fmla="*/ 146118 w 245147"/>
              <a:gd name="csY58" fmla="*/ 6483 h 89047"/>
              <a:gd name="csX59" fmla="*/ 165959 w 245147"/>
              <a:gd name="csY59" fmla="*/ 0 h 89047"/>
              <a:gd name="csX60" fmla="*/ 185799 w 245147"/>
              <a:gd name="csY60" fmla="*/ 6953 h 89047"/>
              <a:gd name="csX61" fmla="*/ 193110 w 245147"/>
              <a:gd name="csY61" fmla="*/ 24209 h 89047"/>
              <a:gd name="csX62" fmla="*/ 191021 w 245147"/>
              <a:gd name="csY62" fmla="*/ 34495 h 89047"/>
              <a:gd name="csX63" fmla="*/ 183885 w 245147"/>
              <a:gd name="csY63" fmla="*/ 45146 h 89047"/>
              <a:gd name="csX64" fmla="*/ 167351 w 245147"/>
              <a:gd name="csY64" fmla="*/ 60497 h 89047"/>
              <a:gd name="csX65" fmla="*/ 154995 w 245147"/>
              <a:gd name="csY65" fmla="*/ 71496 h 89047"/>
              <a:gd name="csX66" fmla="*/ 150469 w 245147"/>
              <a:gd name="csY66" fmla="*/ 77265 h 89047"/>
              <a:gd name="csX67" fmla="*/ 193284 w 245147"/>
              <a:gd name="csY67" fmla="*/ 77265 h 89047"/>
              <a:gd name="csX68" fmla="*/ 245148 w 245147"/>
              <a:gd name="csY68" fmla="*/ 87560 h 89047"/>
              <a:gd name="csX69" fmla="*/ 234444 w 245147"/>
              <a:gd name="csY69" fmla="*/ 87560 h 89047"/>
              <a:gd name="csX70" fmla="*/ 234444 w 245147"/>
              <a:gd name="csY70" fmla="*/ 19327 h 89047"/>
              <a:gd name="csX71" fmla="*/ 224262 w 245147"/>
              <a:gd name="csY71" fmla="*/ 26707 h 89047"/>
              <a:gd name="csX72" fmla="*/ 213036 w 245147"/>
              <a:gd name="csY72" fmla="*/ 32241 h 89047"/>
              <a:gd name="csX73" fmla="*/ 213036 w 245147"/>
              <a:gd name="csY73" fmla="*/ 21886 h 89047"/>
              <a:gd name="csX74" fmla="*/ 228701 w 245147"/>
              <a:gd name="csY74" fmla="*/ 11652 h 89047"/>
              <a:gd name="csX75" fmla="*/ 238273 w 245147"/>
              <a:gd name="csY75" fmla="*/ 0 h 89047"/>
              <a:gd name="csX76" fmla="*/ 245148 w 245147"/>
              <a:gd name="csY76" fmla="*/ 0 h 89047"/>
              <a:gd name="csX77" fmla="*/ 245148 w 245147"/>
              <a:gd name="csY77" fmla="*/ 87560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</a:cxnLst>
            <a:rect l="l" t="t" r="r" b="b"/>
            <a:pathLst>
              <a:path w="245147" h="89047">
                <a:moveTo>
                  <a:pt x="57618" y="77265"/>
                </a:moveTo>
                <a:lnTo>
                  <a:pt x="57618" y="87560"/>
                </a:lnTo>
                <a:lnTo>
                  <a:pt x="11" y="87560"/>
                </a:lnTo>
                <a:cubicBezTo>
                  <a:pt x="-76" y="84984"/>
                  <a:pt x="359" y="82504"/>
                  <a:pt x="1229" y="80128"/>
                </a:cubicBezTo>
                <a:cubicBezTo>
                  <a:pt x="2709" y="76195"/>
                  <a:pt x="5059" y="72331"/>
                  <a:pt x="8279" y="68520"/>
                </a:cubicBezTo>
                <a:cubicBezTo>
                  <a:pt x="11498" y="64717"/>
                  <a:pt x="16197" y="60314"/>
                  <a:pt x="22289" y="55319"/>
                </a:cubicBezTo>
                <a:cubicBezTo>
                  <a:pt x="31774" y="47548"/>
                  <a:pt x="38213" y="41396"/>
                  <a:pt x="41520" y="36879"/>
                </a:cubicBezTo>
                <a:cubicBezTo>
                  <a:pt x="44827" y="32320"/>
                  <a:pt x="46481" y="28012"/>
                  <a:pt x="46481" y="23965"/>
                </a:cubicBezTo>
                <a:cubicBezTo>
                  <a:pt x="46481" y="19727"/>
                  <a:pt x="45001" y="16160"/>
                  <a:pt x="41955" y="13262"/>
                </a:cubicBezTo>
                <a:cubicBezTo>
                  <a:pt x="38910" y="10329"/>
                  <a:pt x="34993" y="8859"/>
                  <a:pt x="30121" y="8859"/>
                </a:cubicBezTo>
                <a:cubicBezTo>
                  <a:pt x="24899" y="8859"/>
                  <a:pt x="20809" y="10408"/>
                  <a:pt x="17763" y="13497"/>
                </a:cubicBezTo>
                <a:cubicBezTo>
                  <a:pt x="14631" y="16595"/>
                  <a:pt x="13064" y="20876"/>
                  <a:pt x="12977" y="26350"/>
                </a:cubicBezTo>
                <a:lnTo>
                  <a:pt x="2012" y="25219"/>
                </a:lnTo>
                <a:cubicBezTo>
                  <a:pt x="2796" y="17013"/>
                  <a:pt x="5580" y="10764"/>
                  <a:pt x="10541" y="6483"/>
                </a:cubicBezTo>
                <a:cubicBezTo>
                  <a:pt x="15414" y="2158"/>
                  <a:pt x="22027" y="0"/>
                  <a:pt x="30294" y="0"/>
                </a:cubicBezTo>
                <a:cubicBezTo>
                  <a:pt x="38736" y="0"/>
                  <a:pt x="45349" y="2315"/>
                  <a:pt x="50222" y="6953"/>
                </a:cubicBezTo>
                <a:cubicBezTo>
                  <a:pt x="55095" y="11600"/>
                  <a:pt x="57531" y="17343"/>
                  <a:pt x="57531" y="24209"/>
                </a:cubicBezTo>
                <a:cubicBezTo>
                  <a:pt x="57531" y="27699"/>
                  <a:pt x="56835" y="31127"/>
                  <a:pt x="55356" y="34495"/>
                </a:cubicBezTo>
                <a:cubicBezTo>
                  <a:pt x="53964" y="37871"/>
                  <a:pt x="51527" y="41422"/>
                  <a:pt x="48221" y="45146"/>
                </a:cubicBezTo>
                <a:cubicBezTo>
                  <a:pt x="44914" y="48871"/>
                  <a:pt x="39431" y="53987"/>
                  <a:pt x="31774" y="60497"/>
                </a:cubicBezTo>
                <a:cubicBezTo>
                  <a:pt x="25334" y="65883"/>
                  <a:pt x="21244" y="69555"/>
                  <a:pt x="19416" y="71496"/>
                </a:cubicBezTo>
                <a:cubicBezTo>
                  <a:pt x="17589" y="73402"/>
                  <a:pt x="16023" y="75325"/>
                  <a:pt x="14892" y="77265"/>
                </a:cubicBezTo>
                <a:lnTo>
                  <a:pt x="57618" y="77265"/>
                </a:lnTo>
                <a:close/>
                <a:moveTo>
                  <a:pt x="69193" y="44555"/>
                </a:moveTo>
                <a:cubicBezTo>
                  <a:pt x="69193" y="34242"/>
                  <a:pt x="70237" y="25950"/>
                  <a:pt x="72325" y="19684"/>
                </a:cubicBezTo>
                <a:cubicBezTo>
                  <a:pt x="74501" y="13384"/>
                  <a:pt x="77633" y="8519"/>
                  <a:pt x="81810" y="5108"/>
                </a:cubicBezTo>
                <a:cubicBezTo>
                  <a:pt x="85987" y="1697"/>
                  <a:pt x="91295" y="0"/>
                  <a:pt x="97649" y="0"/>
                </a:cubicBezTo>
                <a:cubicBezTo>
                  <a:pt x="102260" y="0"/>
                  <a:pt x="106437" y="949"/>
                  <a:pt x="109918" y="2854"/>
                </a:cubicBezTo>
                <a:cubicBezTo>
                  <a:pt x="113486" y="4717"/>
                  <a:pt x="116357" y="7432"/>
                  <a:pt x="118707" y="10999"/>
                </a:cubicBezTo>
                <a:cubicBezTo>
                  <a:pt x="120969" y="14533"/>
                  <a:pt x="122796" y="18849"/>
                  <a:pt x="124102" y="23965"/>
                </a:cubicBezTo>
                <a:cubicBezTo>
                  <a:pt x="125407" y="29047"/>
                  <a:pt x="126016" y="35905"/>
                  <a:pt x="126016" y="44555"/>
                </a:cubicBezTo>
                <a:cubicBezTo>
                  <a:pt x="126016" y="54779"/>
                  <a:pt x="124972" y="63055"/>
                  <a:pt x="122884" y="69355"/>
                </a:cubicBezTo>
                <a:cubicBezTo>
                  <a:pt x="120795" y="75621"/>
                  <a:pt x="117663" y="80485"/>
                  <a:pt x="113399" y="83931"/>
                </a:cubicBezTo>
                <a:cubicBezTo>
                  <a:pt x="109309" y="87342"/>
                  <a:pt x="104001" y="89048"/>
                  <a:pt x="97649" y="89048"/>
                </a:cubicBezTo>
                <a:cubicBezTo>
                  <a:pt x="89207" y="89048"/>
                  <a:pt x="82593" y="86037"/>
                  <a:pt x="77808" y="80006"/>
                </a:cubicBezTo>
                <a:cubicBezTo>
                  <a:pt x="72064" y="72749"/>
                  <a:pt x="69193" y="60932"/>
                  <a:pt x="69193" y="44555"/>
                </a:cubicBezTo>
                <a:close/>
                <a:moveTo>
                  <a:pt x="80157" y="44555"/>
                </a:moveTo>
                <a:cubicBezTo>
                  <a:pt x="80157" y="58869"/>
                  <a:pt x="81810" y="68407"/>
                  <a:pt x="85204" y="73167"/>
                </a:cubicBezTo>
                <a:cubicBezTo>
                  <a:pt x="88511" y="77883"/>
                  <a:pt x="92688" y="80241"/>
                  <a:pt x="97649" y="80241"/>
                </a:cubicBezTo>
                <a:cubicBezTo>
                  <a:pt x="102521" y="80241"/>
                  <a:pt x="106611" y="77866"/>
                  <a:pt x="110005" y="73106"/>
                </a:cubicBezTo>
                <a:cubicBezTo>
                  <a:pt x="113312" y="68346"/>
                  <a:pt x="115053" y="58826"/>
                  <a:pt x="115053" y="44555"/>
                </a:cubicBezTo>
                <a:cubicBezTo>
                  <a:pt x="115053" y="30196"/>
                  <a:pt x="113312" y="20659"/>
                  <a:pt x="110005" y="15942"/>
                </a:cubicBezTo>
                <a:cubicBezTo>
                  <a:pt x="106611" y="11217"/>
                  <a:pt x="102521" y="8859"/>
                  <a:pt x="97474" y="8859"/>
                </a:cubicBezTo>
                <a:cubicBezTo>
                  <a:pt x="92601" y="8859"/>
                  <a:pt x="88685" y="10939"/>
                  <a:pt x="85726" y="15107"/>
                </a:cubicBezTo>
                <a:cubicBezTo>
                  <a:pt x="81984" y="20424"/>
                  <a:pt x="80157" y="30231"/>
                  <a:pt x="80157" y="44555"/>
                </a:cubicBezTo>
                <a:close/>
                <a:moveTo>
                  <a:pt x="193284" y="77265"/>
                </a:moveTo>
                <a:lnTo>
                  <a:pt x="193284" y="87560"/>
                </a:lnTo>
                <a:lnTo>
                  <a:pt x="135589" y="87560"/>
                </a:lnTo>
                <a:cubicBezTo>
                  <a:pt x="135502" y="84984"/>
                  <a:pt x="135937" y="82504"/>
                  <a:pt x="136894" y="80128"/>
                </a:cubicBezTo>
                <a:cubicBezTo>
                  <a:pt x="138373" y="76195"/>
                  <a:pt x="140636" y="72331"/>
                  <a:pt x="143856" y="68520"/>
                </a:cubicBezTo>
                <a:cubicBezTo>
                  <a:pt x="147163" y="64717"/>
                  <a:pt x="151862" y="60314"/>
                  <a:pt x="157953" y="55319"/>
                </a:cubicBezTo>
                <a:cubicBezTo>
                  <a:pt x="167438" y="47548"/>
                  <a:pt x="173791" y="41396"/>
                  <a:pt x="177184" y="36879"/>
                </a:cubicBezTo>
                <a:cubicBezTo>
                  <a:pt x="180491" y="32320"/>
                  <a:pt x="182145" y="28012"/>
                  <a:pt x="182145" y="23965"/>
                </a:cubicBezTo>
                <a:cubicBezTo>
                  <a:pt x="182145" y="19727"/>
                  <a:pt x="180578" y="16160"/>
                  <a:pt x="177533" y="13262"/>
                </a:cubicBezTo>
                <a:cubicBezTo>
                  <a:pt x="174574" y="10329"/>
                  <a:pt x="170571" y="8859"/>
                  <a:pt x="165698" y="8859"/>
                </a:cubicBezTo>
                <a:cubicBezTo>
                  <a:pt x="160564" y="8859"/>
                  <a:pt x="156473" y="10408"/>
                  <a:pt x="153341" y="13497"/>
                </a:cubicBezTo>
                <a:cubicBezTo>
                  <a:pt x="150295" y="16595"/>
                  <a:pt x="148729" y="20876"/>
                  <a:pt x="148642" y="26350"/>
                </a:cubicBezTo>
                <a:lnTo>
                  <a:pt x="137678" y="25219"/>
                </a:lnTo>
                <a:cubicBezTo>
                  <a:pt x="138373" y="17013"/>
                  <a:pt x="141245" y="10764"/>
                  <a:pt x="146118" y="6483"/>
                </a:cubicBezTo>
                <a:cubicBezTo>
                  <a:pt x="151078" y="2158"/>
                  <a:pt x="157692" y="0"/>
                  <a:pt x="165959" y="0"/>
                </a:cubicBezTo>
                <a:cubicBezTo>
                  <a:pt x="174313" y="0"/>
                  <a:pt x="180926" y="2315"/>
                  <a:pt x="185799" y="6953"/>
                </a:cubicBezTo>
                <a:cubicBezTo>
                  <a:pt x="190673" y="11600"/>
                  <a:pt x="193110" y="17343"/>
                  <a:pt x="193110" y="24209"/>
                </a:cubicBezTo>
                <a:cubicBezTo>
                  <a:pt x="193110" y="27699"/>
                  <a:pt x="192413" y="31127"/>
                  <a:pt x="191021" y="34495"/>
                </a:cubicBezTo>
                <a:cubicBezTo>
                  <a:pt x="189541" y="37871"/>
                  <a:pt x="187192" y="41422"/>
                  <a:pt x="183885" y="45146"/>
                </a:cubicBezTo>
                <a:cubicBezTo>
                  <a:pt x="180578" y="48871"/>
                  <a:pt x="175096" y="53987"/>
                  <a:pt x="167351" y="60497"/>
                </a:cubicBezTo>
                <a:cubicBezTo>
                  <a:pt x="160999" y="65883"/>
                  <a:pt x="156822" y="69555"/>
                  <a:pt x="154995" y="71496"/>
                </a:cubicBezTo>
                <a:cubicBezTo>
                  <a:pt x="153166" y="73402"/>
                  <a:pt x="151688" y="75325"/>
                  <a:pt x="150469" y="77265"/>
                </a:cubicBezTo>
                <a:lnTo>
                  <a:pt x="193284" y="77265"/>
                </a:lnTo>
                <a:close/>
                <a:moveTo>
                  <a:pt x="245148" y="87560"/>
                </a:moveTo>
                <a:lnTo>
                  <a:pt x="234444" y="87560"/>
                </a:lnTo>
                <a:lnTo>
                  <a:pt x="234444" y="19327"/>
                </a:lnTo>
                <a:cubicBezTo>
                  <a:pt x="231833" y="21790"/>
                  <a:pt x="228439" y="24244"/>
                  <a:pt x="224262" y="26707"/>
                </a:cubicBezTo>
                <a:cubicBezTo>
                  <a:pt x="220086" y="29161"/>
                  <a:pt x="216343" y="31005"/>
                  <a:pt x="213036" y="32241"/>
                </a:cubicBezTo>
                <a:lnTo>
                  <a:pt x="213036" y="21886"/>
                </a:lnTo>
                <a:cubicBezTo>
                  <a:pt x="219041" y="19075"/>
                  <a:pt x="224262" y="15664"/>
                  <a:pt x="228701" y="11652"/>
                </a:cubicBezTo>
                <a:cubicBezTo>
                  <a:pt x="233226" y="7649"/>
                  <a:pt x="236358" y="3759"/>
                  <a:pt x="238273" y="0"/>
                </a:cubicBezTo>
                <a:lnTo>
                  <a:pt x="245148" y="0"/>
                </a:lnTo>
                <a:lnTo>
                  <a:pt x="245148" y="87560"/>
                </a:ln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578D1BC-8366-485D-A35D-5DB290E5E0DE}"/>
              </a:ext>
            </a:extLst>
          </p:cNvPr>
          <p:cNvSpPr/>
          <p:nvPr/>
        </p:nvSpPr>
        <p:spPr>
          <a:xfrm>
            <a:off x="9781347" y="3824253"/>
            <a:ext cx="467494" cy="159456"/>
          </a:xfrm>
          <a:custGeom>
            <a:avLst/>
            <a:gdLst>
              <a:gd name="csX0" fmla="*/ 57618 w 261071"/>
              <a:gd name="csY0" fmla="*/ 77265 h 89047"/>
              <a:gd name="csX1" fmla="*/ 57618 w 261071"/>
              <a:gd name="csY1" fmla="*/ 87560 h 89047"/>
              <a:gd name="csX2" fmla="*/ 11 w 261071"/>
              <a:gd name="csY2" fmla="*/ 87560 h 89047"/>
              <a:gd name="csX3" fmla="*/ 1229 w 261071"/>
              <a:gd name="csY3" fmla="*/ 80128 h 89047"/>
              <a:gd name="csX4" fmla="*/ 8279 w 261071"/>
              <a:gd name="csY4" fmla="*/ 68520 h 89047"/>
              <a:gd name="csX5" fmla="*/ 22289 w 261071"/>
              <a:gd name="csY5" fmla="*/ 55319 h 89047"/>
              <a:gd name="csX6" fmla="*/ 41520 w 261071"/>
              <a:gd name="csY6" fmla="*/ 36879 h 89047"/>
              <a:gd name="csX7" fmla="*/ 46481 w 261071"/>
              <a:gd name="csY7" fmla="*/ 23965 h 89047"/>
              <a:gd name="csX8" fmla="*/ 41955 w 261071"/>
              <a:gd name="csY8" fmla="*/ 13262 h 89047"/>
              <a:gd name="csX9" fmla="*/ 30121 w 261071"/>
              <a:gd name="csY9" fmla="*/ 8859 h 89047"/>
              <a:gd name="csX10" fmla="*/ 17763 w 261071"/>
              <a:gd name="csY10" fmla="*/ 13497 h 89047"/>
              <a:gd name="csX11" fmla="*/ 12977 w 261071"/>
              <a:gd name="csY11" fmla="*/ 26350 h 89047"/>
              <a:gd name="csX12" fmla="*/ 2012 w 261071"/>
              <a:gd name="csY12" fmla="*/ 25219 h 89047"/>
              <a:gd name="csX13" fmla="*/ 10541 w 261071"/>
              <a:gd name="csY13" fmla="*/ 6483 h 89047"/>
              <a:gd name="csX14" fmla="*/ 30294 w 261071"/>
              <a:gd name="csY14" fmla="*/ 0 h 89047"/>
              <a:gd name="csX15" fmla="*/ 50222 w 261071"/>
              <a:gd name="csY15" fmla="*/ 6953 h 89047"/>
              <a:gd name="csX16" fmla="*/ 57531 w 261071"/>
              <a:gd name="csY16" fmla="*/ 24209 h 89047"/>
              <a:gd name="csX17" fmla="*/ 55356 w 261071"/>
              <a:gd name="csY17" fmla="*/ 34495 h 89047"/>
              <a:gd name="csX18" fmla="*/ 48221 w 261071"/>
              <a:gd name="csY18" fmla="*/ 45146 h 89047"/>
              <a:gd name="csX19" fmla="*/ 31774 w 261071"/>
              <a:gd name="csY19" fmla="*/ 60497 h 89047"/>
              <a:gd name="csX20" fmla="*/ 19416 w 261071"/>
              <a:gd name="csY20" fmla="*/ 71496 h 89047"/>
              <a:gd name="csX21" fmla="*/ 14892 w 261071"/>
              <a:gd name="csY21" fmla="*/ 77265 h 89047"/>
              <a:gd name="csX22" fmla="*/ 57618 w 261071"/>
              <a:gd name="csY22" fmla="*/ 77265 h 89047"/>
              <a:gd name="csX23" fmla="*/ 69193 w 261071"/>
              <a:gd name="csY23" fmla="*/ 44555 h 89047"/>
              <a:gd name="csX24" fmla="*/ 72325 w 261071"/>
              <a:gd name="csY24" fmla="*/ 19684 h 89047"/>
              <a:gd name="csX25" fmla="*/ 81810 w 261071"/>
              <a:gd name="csY25" fmla="*/ 5108 h 89047"/>
              <a:gd name="csX26" fmla="*/ 97649 w 261071"/>
              <a:gd name="csY26" fmla="*/ 0 h 89047"/>
              <a:gd name="csX27" fmla="*/ 109918 w 261071"/>
              <a:gd name="csY27" fmla="*/ 2854 h 89047"/>
              <a:gd name="csX28" fmla="*/ 118707 w 261071"/>
              <a:gd name="csY28" fmla="*/ 10999 h 89047"/>
              <a:gd name="csX29" fmla="*/ 124102 w 261071"/>
              <a:gd name="csY29" fmla="*/ 23965 h 89047"/>
              <a:gd name="csX30" fmla="*/ 126016 w 261071"/>
              <a:gd name="csY30" fmla="*/ 44555 h 89047"/>
              <a:gd name="csX31" fmla="*/ 122884 w 261071"/>
              <a:gd name="csY31" fmla="*/ 69355 h 89047"/>
              <a:gd name="csX32" fmla="*/ 113399 w 261071"/>
              <a:gd name="csY32" fmla="*/ 83931 h 89047"/>
              <a:gd name="csX33" fmla="*/ 97649 w 261071"/>
              <a:gd name="csY33" fmla="*/ 89048 h 89047"/>
              <a:gd name="csX34" fmla="*/ 77808 w 261071"/>
              <a:gd name="csY34" fmla="*/ 80006 h 89047"/>
              <a:gd name="csX35" fmla="*/ 69193 w 261071"/>
              <a:gd name="csY35" fmla="*/ 44555 h 89047"/>
              <a:gd name="csX36" fmla="*/ 80157 w 261071"/>
              <a:gd name="csY36" fmla="*/ 44555 h 89047"/>
              <a:gd name="csX37" fmla="*/ 85204 w 261071"/>
              <a:gd name="csY37" fmla="*/ 73167 h 89047"/>
              <a:gd name="csX38" fmla="*/ 97649 w 261071"/>
              <a:gd name="csY38" fmla="*/ 80241 h 89047"/>
              <a:gd name="csX39" fmla="*/ 110005 w 261071"/>
              <a:gd name="csY39" fmla="*/ 73106 h 89047"/>
              <a:gd name="csX40" fmla="*/ 115053 w 261071"/>
              <a:gd name="csY40" fmla="*/ 44555 h 89047"/>
              <a:gd name="csX41" fmla="*/ 110005 w 261071"/>
              <a:gd name="csY41" fmla="*/ 15942 h 89047"/>
              <a:gd name="csX42" fmla="*/ 97474 w 261071"/>
              <a:gd name="csY42" fmla="*/ 8859 h 89047"/>
              <a:gd name="csX43" fmla="*/ 85726 w 261071"/>
              <a:gd name="csY43" fmla="*/ 15107 h 89047"/>
              <a:gd name="csX44" fmla="*/ 80157 w 261071"/>
              <a:gd name="csY44" fmla="*/ 44555 h 89047"/>
              <a:gd name="csX45" fmla="*/ 193284 w 261071"/>
              <a:gd name="csY45" fmla="*/ 77265 h 89047"/>
              <a:gd name="csX46" fmla="*/ 193284 w 261071"/>
              <a:gd name="csY46" fmla="*/ 87560 h 89047"/>
              <a:gd name="csX47" fmla="*/ 135589 w 261071"/>
              <a:gd name="csY47" fmla="*/ 87560 h 89047"/>
              <a:gd name="csX48" fmla="*/ 136894 w 261071"/>
              <a:gd name="csY48" fmla="*/ 80128 h 89047"/>
              <a:gd name="csX49" fmla="*/ 143856 w 261071"/>
              <a:gd name="csY49" fmla="*/ 68520 h 89047"/>
              <a:gd name="csX50" fmla="*/ 157953 w 261071"/>
              <a:gd name="csY50" fmla="*/ 55319 h 89047"/>
              <a:gd name="csX51" fmla="*/ 177184 w 261071"/>
              <a:gd name="csY51" fmla="*/ 36879 h 89047"/>
              <a:gd name="csX52" fmla="*/ 182145 w 261071"/>
              <a:gd name="csY52" fmla="*/ 23965 h 89047"/>
              <a:gd name="csX53" fmla="*/ 177533 w 261071"/>
              <a:gd name="csY53" fmla="*/ 13262 h 89047"/>
              <a:gd name="csX54" fmla="*/ 165698 w 261071"/>
              <a:gd name="csY54" fmla="*/ 8859 h 89047"/>
              <a:gd name="csX55" fmla="*/ 153341 w 261071"/>
              <a:gd name="csY55" fmla="*/ 13497 h 89047"/>
              <a:gd name="csX56" fmla="*/ 148642 w 261071"/>
              <a:gd name="csY56" fmla="*/ 26350 h 89047"/>
              <a:gd name="csX57" fmla="*/ 137678 w 261071"/>
              <a:gd name="csY57" fmla="*/ 25219 h 89047"/>
              <a:gd name="csX58" fmla="*/ 146118 w 261071"/>
              <a:gd name="csY58" fmla="*/ 6483 h 89047"/>
              <a:gd name="csX59" fmla="*/ 165959 w 261071"/>
              <a:gd name="csY59" fmla="*/ 0 h 89047"/>
              <a:gd name="csX60" fmla="*/ 185799 w 261071"/>
              <a:gd name="csY60" fmla="*/ 6953 h 89047"/>
              <a:gd name="csX61" fmla="*/ 193110 w 261071"/>
              <a:gd name="csY61" fmla="*/ 24209 h 89047"/>
              <a:gd name="csX62" fmla="*/ 191021 w 261071"/>
              <a:gd name="csY62" fmla="*/ 34495 h 89047"/>
              <a:gd name="csX63" fmla="*/ 183885 w 261071"/>
              <a:gd name="csY63" fmla="*/ 45146 h 89047"/>
              <a:gd name="csX64" fmla="*/ 167351 w 261071"/>
              <a:gd name="csY64" fmla="*/ 60497 h 89047"/>
              <a:gd name="csX65" fmla="*/ 154995 w 261071"/>
              <a:gd name="csY65" fmla="*/ 71496 h 89047"/>
              <a:gd name="csX66" fmla="*/ 150469 w 261071"/>
              <a:gd name="csY66" fmla="*/ 77265 h 89047"/>
              <a:gd name="csX67" fmla="*/ 193284 w 261071"/>
              <a:gd name="csY67" fmla="*/ 77265 h 89047"/>
              <a:gd name="csX68" fmla="*/ 261072 w 261071"/>
              <a:gd name="csY68" fmla="*/ 77265 h 89047"/>
              <a:gd name="csX69" fmla="*/ 261072 w 261071"/>
              <a:gd name="csY69" fmla="*/ 87560 h 89047"/>
              <a:gd name="csX70" fmla="*/ 203464 w 261071"/>
              <a:gd name="csY70" fmla="*/ 87560 h 89047"/>
              <a:gd name="csX71" fmla="*/ 204683 w 261071"/>
              <a:gd name="csY71" fmla="*/ 80128 h 89047"/>
              <a:gd name="csX72" fmla="*/ 211732 w 261071"/>
              <a:gd name="csY72" fmla="*/ 68520 h 89047"/>
              <a:gd name="csX73" fmla="*/ 225742 w 261071"/>
              <a:gd name="csY73" fmla="*/ 55319 h 89047"/>
              <a:gd name="csX74" fmla="*/ 244973 w 261071"/>
              <a:gd name="csY74" fmla="*/ 36879 h 89047"/>
              <a:gd name="csX75" fmla="*/ 249934 w 261071"/>
              <a:gd name="csY75" fmla="*/ 23965 h 89047"/>
              <a:gd name="csX76" fmla="*/ 245409 w 261071"/>
              <a:gd name="csY76" fmla="*/ 13262 h 89047"/>
              <a:gd name="csX77" fmla="*/ 233574 w 261071"/>
              <a:gd name="csY77" fmla="*/ 8859 h 89047"/>
              <a:gd name="csX78" fmla="*/ 221130 w 261071"/>
              <a:gd name="csY78" fmla="*/ 13497 h 89047"/>
              <a:gd name="csX79" fmla="*/ 216430 w 261071"/>
              <a:gd name="csY79" fmla="*/ 26350 h 89047"/>
              <a:gd name="csX80" fmla="*/ 205466 w 261071"/>
              <a:gd name="csY80" fmla="*/ 25219 h 89047"/>
              <a:gd name="csX81" fmla="*/ 213995 w 261071"/>
              <a:gd name="csY81" fmla="*/ 6483 h 89047"/>
              <a:gd name="csX82" fmla="*/ 233747 w 261071"/>
              <a:gd name="csY82" fmla="*/ 0 h 89047"/>
              <a:gd name="csX83" fmla="*/ 253675 w 261071"/>
              <a:gd name="csY83" fmla="*/ 6953 h 89047"/>
              <a:gd name="csX84" fmla="*/ 260985 w 261071"/>
              <a:gd name="csY84" fmla="*/ 24209 h 89047"/>
              <a:gd name="csX85" fmla="*/ 258809 w 261071"/>
              <a:gd name="csY85" fmla="*/ 34495 h 89047"/>
              <a:gd name="csX86" fmla="*/ 251674 w 261071"/>
              <a:gd name="csY86" fmla="*/ 45146 h 89047"/>
              <a:gd name="csX87" fmla="*/ 235227 w 261071"/>
              <a:gd name="csY87" fmla="*/ 60497 h 89047"/>
              <a:gd name="csX88" fmla="*/ 222870 w 261071"/>
              <a:gd name="csY88" fmla="*/ 71496 h 89047"/>
              <a:gd name="csX89" fmla="*/ 218346 w 261071"/>
              <a:gd name="csY89" fmla="*/ 77265 h 89047"/>
              <a:gd name="csX90" fmla="*/ 261072 w 261071"/>
              <a:gd name="csY90" fmla="*/ 77265 h 89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261071" h="89047">
                <a:moveTo>
                  <a:pt x="57618" y="77265"/>
                </a:moveTo>
                <a:lnTo>
                  <a:pt x="57618" y="87560"/>
                </a:lnTo>
                <a:lnTo>
                  <a:pt x="11" y="87560"/>
                </a:lnTo>
                <a:cubicBezTo>
                  <a:pt x="-76" y="84984"/>
                  <a:pt x="359" y="82504"/>
                  <a:pt x="1229" y="80128"/>
                </a:cubicBezTo>
                <a:cubicBezTo>
                  <a:pt x="2709" y="76195"/>
                  <a:pt x="5059" y="72331"/>
                  <a:pt x="8279" y="68520"/>
                </a:cubicBezTo>
                <a:cubicBezTo>
                  <a:pt x="11498" y="64717"/>
                  <a:pt x="16197" y="60314"/>
                  <a:pt x="22289" y="55319"/>
                </a:cubicBezTo>
                <a:cubicBezTo>
                  <a:pt x="31774" y="47548"/>
                  <a:pt x="38213" y="41396"/>
                  <a:pt x="41520" y="36879"/>
                </a:cubicBezTo>
                <a:cubicBezTo>
                  <a:pt x="44827" y="32320"/>
                  <a:pt x="46481" y="28012"/>
                  <a:pt x="46481" y="23965"/>
                </a:cubicBezTo>
                <a:cubicBezTo>
                  <a:pt x="46481" y="19727"/>
                  <a:pt x="45001" y="16160"/>
                  <a:pt x="41955" y="13262"/>
                </a:cubicBezTo>
                <a:cubicBezTo>
                  <a:pt x="38910" y="10329"/>
                  <a:pt x="34993" y="8859"/>
                  <a:pt x="30121" y="8859"/>
                </a:cubicBezTo>
                <a:cubicBezTo>
                  <a:pt x="24899" y="8859"/>
                  <a:pt x="20809" y="10408"/>
                  <a:pt x="17763" y="13497"/>
                </a:cubicBezTo>
                <a:cubicBezTo>
                  <a:pt x="14631" y="16595"/>
                  <a:pt x="13064" y="20876"/>
                  <a:pt x="12977" y="26350"/>
                </a:cubicBezTo>
                <a:lnTo>
                  <a:pt x="2012" y="25219"/>
                </a:lnTo>
                <a:cubicBezTo>
                  <a:pt x="2796" y="17013"/>
                  <a:pt x="5580" y="10764"/>
                  <a:pt x="10541" y="6483"/>
                </a:cubicBezTo>
                <a:cubicBezTo>
                  <a:pt x="15414" y="2158"/>
                  <a:pt x="22027" y="0"/>
                  <a:pt x="30294" y="0"/>
                </a:cubicBezTo>
                <a:cubicBezTo>
                  <a:pt x="38736" y="0"/>
                  <a:pt x="45349" y="2315"/>
                  <a:pt x="50222" y="6953"/>
                </a:cubicBezTo>
                <a:cubicBezTo>
                  <a:pt x="55095" y="11600"/>
                  <a:pt x="57531" y="17343"/>
                  <a:pt x="57531" y="24209"/>
                </a:cubicBezTo>
                <a:cubicBezTo>
                  <a:pt x="57531" y="27699"/>
                  <a:pt x="56835" y="31127"/>
                  <a:pt x="55356" y="34495"/>
                </a:cubicBezTo>
                <a:cubicBezTo>
                  <a:pt x="53964" y="37871"/>
                  <a:pt x="51527" y="41422"/>
                  <a:pt x="48221" y="45146"/>
                </a:cubicBezTo>
                <a:cubicBezTo>
                  <a:pt x="44914" y="48871"/>
                  <a:pt x="39431" y="53987"/>
                  <a:pt x="31774" y="60497"/>
                </a:cubicBezTo>
                <a:cubicBezTo>
                  <a:pt x="25334" y="65883"/>
                  <a:pt x="21244" y="69555"/>
                  <a:pt x="19416" y="71496"/>
                </a:cubicBezTo>
                <a:cubicBezTo>
                  <a:pt x="17589" y="73402"/>
                  <a:pt x="16023" y="75325"/>
                  <a:pt x="14892" y="77265"/>
                </a:cubicBezTo>
                <a:lnTo>
                  <a:pt x="57618" y="77265"/>
                </a:lnTo>
                <a:close/>
                <a:moveTo>
                  <a:pt x="69193" y="44555"/>
                </a:moveTo>
                <a:cubicBezTo>
                  <a:pt x="69193" y="34242"/>
                  <a:pt x="70237" y="25950"/>
                  <a:pt x="72325" y="19684"/>
                </a:cubicBezTo>
                <a:cubicBezTo>
                  <a:pt x="74501" y="13384"/>
                  <a:pt x="77633" y="8519"/>
                  <a:pt x="81810" y="5108"/>
                </a:cubicBezTo>
                <a:cubicBezTo>
                  <a:pt x="85987" y="1697"/>
                  <a:pt x="91295" y="0"/>
                  <a:pt x="97649" y="0"/>
                </a:cubicBezTo>
                <a:cubicBezTo>
                  <a:pt x="102260" y="0"/>
                  <a:pt x="106437" y="949"/>
                  <a:pt x="109918" y="2854"/>
                </a:cubicBezTo>
                <a:cubicBezTo>
                  <a:pt x="113486" y="4717"/>
                  <a:pt x="116357" y="7432"/>
                  <a:pt x="118707" y="10999"/>
                </a:cubicBezTo>
                <a:cubicBezTo>
                  <a:pt x="120969" y="14533"/>
                  <a:pt x="122796" y="18849"/>
                  <a:pt x="124102" y="23965"/>
                </a:cubicBezTo>
                <a:cubicBezTo>
                  <a:pt x="125407" y="29047"/>
                  <a:pt x="126016" y="35905"/>
                  <a:pt x="126016" y="44555"/>
                </a:cubicBezTo>
                <a:cubicBezTo>
                  <a:pt x="126016" y="54779"/>
                  <a:pt x="124972" y="63055"/>
                  <a:pt x="122884" y="69355"/>
                </a:cubicBezTo>
                <a:cubicBezTo>
                  <a:pt x="120795" y="75621"/>
                  <a:pt x="117663" y="80485"/>
                  <a:pt x="113399" y="83931"/>
                </a:cubicBezTo>
                <a:cubicBezTo>
                  <a:pt x="109309" y="87342"/>
                  <a:pt x="104001" y="89048"/>
                  <a:pt x="97649" y="89048"/>
                </a:cubicBezTo>
                <a:cubicBezTo>
                  <a:pt x="89207" y="89048"/>
                  <a:pt x="82593" y="86037"/>
                  <a:pt x="77808" y="80006"/>
                </a:cubicBezTo>
                <a:cubicBezTo>
                  <a:pt x="72064" y="72749"/>
                  <a:pt x="69193" y="60932"/>
                  <a:pt x="69193" y="44555"/>
                </a:cubicBezTo>
                <a:close/>
                <a:moveTo>
                  <a:pt x="80157" y="44555"/>
                </a:moveTo>
                <a:cubicBezTo>
                  <a:pt x="80157" y="58869"/>
                  <a:pt x="81810" y="68407"/>
                  <a:pt x="85204" y="73167"/>
                </a:cubicBezTo>
                <a:cubicBezTo>
                  <a:pt x="88511" y="77883"/>
                  <a:pt x="92688" y="80241"/>
                  <a:pt x="97649" y="80241"/>
                </a:cubicBezTo>
                <a:cubicBezTo>
                  <a:pt x="102521" y="80241"/>
                  <a:pt x="106611" y="77866"/>
                  <a:pt x="110005" y="73106"/>
                </a:cubicBezTo>
                <a:cubicBezTo>
                  <a:pt x="113312" y="68346"/>
                  <a:pt x="115053" y="58826"/>
                  <a:pt x="115053" y="44555"/>
                </a:cubicBezTo>
                <a:cubicBezTo>
                  <a:pt x="115053" y="30196"/>
                  <a:pt x="113312" y="20659"/>
                  <a:pt x="110005" y="15942"/>
                </a:cubicBezTo>
                <a:cubicBezTo>
                  <a:pt x="106611" y="11217"/>
                  <a:pt x="102521" y="8859"/>
                  <a:pt x="97474" y="8859"/>
                </a:cubicBezTo>
                <a:cubicBezTo>
                  <a:pt x="92601" y="8859"/>
                  <a:pt x="88685" y="10939"/>
                  <a:pt x="85726" y="15107"/>
                </a:cubicBezTo>
                <a:cubicBezTo>
                  <a:pt x="81984" y="20424"/>
                  <a:pt x="80157" y="30231"/>
                  <a:pt x="80157" y="44555"/>
                </a:cubicBezTo>
                <a:close/>
                <a:moveTo>
                  <a:pt x="193284" y="77265"/>
                </a:moveTo>
                <a:lnTo>
                  <a:pt x="193284" y="87560"/>
                </a:lnTo>
                <a:lnTo>
                  <a:pt x="135589" y="87560"/>
                </a:lnTo>
                <a:cubicBezTo>
                  <a:pt x="135502" y="84984"/>
                  <a:pt x="135937" y="82504"/>
                  <a:pt x="136894" y="80128"/>
                </a:cubicBezTo>
                <a:cubicBezTo>
                  <a:pt x="138373" y="76195"/>
                  <a:pt x="140636" y="72331"/>
                  <a:pt x="143856" y="68520"/>
                </a:cubicBezTo>
                <a:cubicBezTo>
                  <a:pt x="147163" y="64717"/>
                  <a:pt x="151862" y="60314"/>
                  <a:pt x="157953" y="55319"/>
                </a:cubicBezTo>
                <a:cubicBezTo>
                  <a:pt x="167438" y="47548"/>
                  <a:pt x="173791" y="41396"/>
                  <a:pt x="177184" y="36879"/>
                </a:cubicBezTo>
                <a:cubicBezTo>
                  <a:pt x="180491" y="32320"/>
                  <a:pt x="182145" y="28012"/>
                  <a:pt x="182145" y="23965"/>
                </a:cubicBezTo>
                <a:cubicBezTo>
                  <a:pt x="182145" y="19727"/>
                  <a:pt x="180578" y="16160"/>
                  <a:pt x="177533" y="13262"/>
                </a:cubicBezTo>
                <a:cubicBezTo>
                  <a:pt x="174574" y="10329"/>
                  <a:pt x="170571" y="8859"/>
                  <a:pt x="165698" y="8859"/>
                </a:cubicBezTo>
                <a:cubicBezTo>
                  <a:pt x="160564" y="8859"/>
                  <a:pt x="156473" y="10408"/>
                  <a:pt x="153341" y="13497"/>
                </a:cubicBezTo>
                <a:cubicBezTo>
                  <a:pt x="150295" y="16595"/>
                  <a:pt x="148729" y="20876"/>
                  <a:pt x="148642" y="26350"/>
                </a:cubicBezTo>
                <a:lnTo>
                  <a:pt x="137678" y="25219"/>
                </a:lnTo>
                <a:cubicBezTo>
                  <a:pt x="138373" y="17013"/>
                  <a:pt x="141245" y="10764"/>
                  <a:pt x="146118" y="6483"/>
                </a:cubicBezTo>
                <a:cubicBezTo>
                  <a:pt x="151078" y="2158"/>
                  <a:pt x="157692" y="0"/>
                  <a:pt x="165959" y="0"/>
                </a:cubicBezTo>
                <a:cubicBezTo>
                  <a:pt x="174313" y="0"/>
                  <a:pt x="180926" y="2315"/>
                  <a:pt x="185799" y="6953"/>
                </a:cubicBezTo>
                <a:cubicBezTo>
                  <a:pt x="190673" y="11600"/>
                  <a:pt x="193110" y="17343"/>
                  <a:pt x="193110" y="24209"/>
                </a:cubicBezTo>
                <a:cubicBezTo>
                  <a:pt x="193110" y="27699"/>
                  <a:pt x="192413" y="31127"/>
                  <a:pt x="191021" y="34495"/>
                </a:cubicBezTo>
                <a:cubicBezTo>
                  <a:pt x="189541" y="37871"/>
                  <a:pt x="187192" y="41422"/>
                  <a:pt x="183885" y="45146"/>
                </a:cubicBezTo>
                <a:cubicBezTo>
                  <a:pt x="180578" y="48871"/>
                  <a:pt x="175096" y="53987"/>
                  <a:pt x="167351" y="60497"/>
                </a:cubicBezTo>
                <a:cubicBezTo>
                  <a:pt x="160999" y="65883"/>
                  <a:pt x="156822" y="69555"/>
                  <a:pt x="154995" y="71496"/>
                </a:cubicBezTo>
                <a:cubicBezTo>
                  <a:pt x="153166" y="73402"/>
                  <a:pt x="151688" y="75325"/>
                  <a:pt x="150469" y="77265"/>
                </a:cubicBezTo>
                <a:lnTo>
                  <a:pt x="193284" y="77265"/>
                </a:lnTo>
                <a:close/>
                <a:moveTo>
                  <a:pt x="261072" y="77265"/>
                </a:moveTo>
                <a:lnTo>
                  <a:pt x="261072" y="87560"/>
                </a:lnTo>
                <a:lnTo>
                  <a:pt x="203464" y="87560"/>
                </a:lnTo>
                <a:cubicBezTo>
                  <a:pt x="203377" y="84984"/>
                  <a:pt x="203813" y="82504"/>
                  <a:pt x="204683" y="80128"/>
                </a:cubicBezTo>
                <a:cubicBezTo>
                  <a:pt x="206163" y="76195"/>
                  <a:pt x="208512" y="72331"/>
                  <a:pt x="211732" y="68520"/>
                </a:cubicBezTo>
                <a:cubicBezTo>
                  <a:pt x="214952" y="64717"/>
                  <a:pt x="219650" y="60314"/>
                  <a:pt x="225742" y="55319"/>
                </a:cubicBezTo>
                <a:cubicBezTo>
                  <a:pt x="235227" y="47548"/>
                  <a:pt x="241666" y="41396"/>
                  <a:pt x="244973" y="36879"/>
                </a:cubicBezTo>
                <a:cubicBezTo>
                  <a:pt x="248280" y="32320"/>
                  <a:pt x="249934" y="28012"/>
                  <a:pt x="249934" y="23965"/>
                </a:cubicBezTo>
                <a:cubicBezTo>
                  <a:pt x="249934" y="19727"/>
                  <a:pt x="248454" y="16160"/>
                  <a:pt x="245409" y="13262"/>
                </a:cubicBezTo>
                <a:cubicBezTo>
                  <a:pt x="242362" y="10329"/>
                  <a:pt x="238447" y="8859"/>
                  <a:pt x="233574" y="8859"/>
                </a:cubicBezTo>
                <a:cubicBezTo>
                  <a:pt x="228352" y="8859"/>
                  <a:pt x="224262" y="10408"/>
                  <a:pt x="221130" y="13497"/>
                </a:cubicBezTo>
                <a:cubicBezTo>
                  <a:pt x="218084" y="16595"/>
                  <a:pt x="216517" y="20876"/>
                  <a:pt x="216430" y="26350"/>
                </a:cubicBezTo>
                <a:lnTo>
                  <a:pt x="205466" y="25219"/>
                </a:lnTo>
                <a:cubicBezTo>
                  <a:pt x="206250" y="17013"/>
                  <a:pt x="209034" y="10764"/>
                  <a:pt x="213995" y="6483"/>
                </a:cubicBezTo>
                <a:cubicBezTo>
                  <a:pt x="218867" y="2158"/>
                  <a:pt x="225481" y="0"/>
                  <a:pt x="233747" y="0"/>
                </a:cubicBezTo>
                <a:cubicBezTo>
                  <a:pt x="242102" y="0"/>
                  <a:pt x="248803" y="2315"/>
                  <a:pt x="253675" y="6953"/>
                </a:cubicBezTo>
                <a:cubicBezTo>
                  <a:pt x="258549" y="11600"/>
                  <a:pt x="260985" y="17343"/>
                  <a:pt x="260985" y="24209"/>
                </a:cubicBezTo>
                <a:cubicBezTo>
                  <a:pt x="260985" y="27699"/>
                  <a:pt x="260289" y="31127"/>
                  <a:pt x="258809" y="34495"/>
                </a:cubicBezTo>
                <a:cubicBezTo>
                  <a:pt x="257418" y="37871"/>
                  <a:pt x="254981" y="41422"/>
                  <a:pt x="251674" y="45146"/>
                </a:cubicBezTo>
                <a:cubicBezTo>
                  <a:pt x="248367" y="48871"/>
                  <a:pt x="242885" y="53987"/>
                  <a:pt x="235227" y="60497"/>
                </a:cubicBezTo>
                <a:cubicBezTo>
                  <a:pt x="228788" y="65883"/>
                  <a:pt x="224611" y="69555"/>
                  <a:pt x="222870" y="71496"/>
                </a:cubicBezTo>
                <a:cubicBezTo>
                  <a:pt x="221043" y="73402"/>
                  <a:pt x="219477" y="75325"/>
                  <a:pt x="218346" y="77265"/>
                </a:cubicBezTo>
                <a:lnTo>
                  <a:pt x="261072" y="77265"/>
                </a:ln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88B1C10-A2B9-2790-62A4-BC3D98D684C2}"/>
              </a:ext>
            </a:extLst>
          </p:cNvPr>
          <p:cNvSpPr/>
          <p:nvPr/>
        </p:nvSpPr>
        <p:spPr>
          <a:xfrm>
            <a:off x="10738226" y="3824229"/>
            <a:ext cx="469052" cy="159564"/>
          </a:xfrm>
          <a:custGeom>
            <a:avLst/>
            <a:gdLst>
              <a:gd name="csX0" fmla="*/ 57618 w 261941"/>
              <a:gd name="csY0" fmla="*/ 77265 h 89108"/>
              <a:gd name="csX1" fmla="*/ 57618 w 261941"/>
              <a:gd name="csY1" fmla="*/ 87560 h 89108"/>
              <a:gd name="csX2" fmla="*/ 11 w 261941"/>
              <a:gd name="csY2" fmla="*/ 87560 h 89108"/>
              <a:gd name="csX3" fmla="*/ 1229 w 261941"/>
              <a:gd name="csY3" fmla="*/ 80128 h 89108"/>
              <a:gd name="csX4" fmla="*/ 8279 w 261941"/>
              <a:gd name="csY4" fmla="*/ 68520 h 89108"/>
              <a:gd name="csX5" fmla="*/ 22289 w 261941"/>
              <a:gd name="csY5" fmla="*/ 55319 h 89108"/>
              <a:gd name="csX6" fmla="*/ 41520 w 261941"/>
              <a:gd name="csY6" fmla="*/ 36879 h 89108"/>
              <a:gd name="csX7" fmla="*/ 46481 w 261941"/>
              <a:gd name="csY7" fmla="*/ 23965 h 89108"/>
              <a:gd name="csX8" fmla="*/ 41955 w 261941"/>
              <a:gd name="csY8" fmla="*/ 13262 h 89108"/>
              <a:gd name="csX9" fmla="*/ 30121 w 261941"/>
              <a:gd name="csY9" fmla="*/ 8859 h 89108"/>
              <a:gd name="csX10" fmla="*/ 17763 w 261941"/>
              <a:gd name="csY10" fmla="*/ 13497 h 89108"/>
              <a:gd name="csX11" fmla="*/ 12977 w 261941"/>
              <a:gd name="csY11" fmla="*/ 26350 h 89108"/>
              <a:gd name="csX12" fmla="*/ 2012 w 261941"/>
              <a:gd name="csY12" fmla="*/ 25219 h 89108"/>
              <a:gd name="csX13" fmla="*/ 10541 w 261941"/>
              <a:gd name="csY13" fmla="*/ 6483 h 89108"/>
              <a:gd name="csX14" fmla="*/ 30294 w 261941"/>
              <a:gd name="csY14" fmla="*/ 0 h 89108"/>
              <a:gd name="csX15" fmla="*/ 50222 w 261941"/>
              <a:gd name="csY15" fmla="*/ 6953 h 89108"/>
              <a:gd name="csX16" fmla="*/ 57531 w 261941"/>
              <a:gd name="csY16" fmla="*/ 24209 h 89108"/>
              <a:gd name="csX17" fmla="*/ 55356 w 261941"/>
              <a:gd name="csY17" fmla="*/ 34495 h 89108"/>
              <a:gd name="csX18" fmla="*/ 48221 w 261941"/>
              <a:gd name="csY18" fmla="*/ 45146 h 89108"/>
              <a:gd name="csX19" fmla="*/ 31774 w 261941"/>
              <a:gd name="csY19" fmla="*/ 60497 h 89108"/>
              <a:gd name="csX20" fmla="*/ 19416 w 261941"/>
              <a:gd name="csY20" fmla="*/ 71496 h 89108"/>
              <a:gd name="csX21" fmla="*/ 14892 w 261941"/>
              <a:gd name="csY21" fmla="*/ 77265 h 89108"/>
              <a:gd name="csX22" fmla="*/ 57618 w 261941"/>
              <a:gd name="csY22" fmla="*/ 77265 h 89108"/>
              <a:gd name="csX23" fmla="*/ 69193 w 261941"/>
              <a:gd name="csY23" fmla="*/ 44555 h 89108"/>
              <a:gd name="csX24" fmla="*/ 72325 w 261941"/>
              <a:gd name="csY24" fmla="*/ 19684 h 89108"/>
              <a:gd name="csX25" fmla="*/ 81810 w 261941"/>
              <a:gd name="csY25" fmla="*/ 5108 h 89108"/>
              <a:gd name="csX26" fmla="*/ 97649 w 261941"/>
              <a:gd name="csY26" fmla="*/ 0 h 89108"/>
              <a:gd name="csX27" fmla="*/ 109918 w 261941"/>
              <a:gd name="csY27" fmla="*/ 2854 h 89108"/>
              <a:gd name="csX28" fmla="*/ 118707 w 261941"/>
              <a:gd name="csY28" fmla="*/ 10999 h 89108"/>
              <a:gd name="csX29" fmla="*/ 124102 w 261941"/>
              <a:gd name="csY29" fmla="*/ 23965 h 89108"/>
              <a:gd name="csX30" fmla="*/ 126016 w 261941"/>
              <a:gd name="csY30" fmla="*/ 44555 h 89108"/>
              <a:gd name="csX31" fmla="*/ 122884 w 261941"/>
              <a:gd name="csY31" fmla="*/ 69355 h 89108"/>
              <a:gd name="csX32" fmla="*/ 113399 w 261941"/>
              <a:gd name="csY32" fmla="*/ 83931 h 89108"/>
              <a:gd name="csX33" fmla="*/ 97649 w 261941"/>
              <a:gd name="csY33" fmla="*/ 89048 h 89108"/>
              <a:gd name="csX34" fmla="*/ 77808 w 261941"/>
              <a:gd name="csY34" fmla="*/ 80006 h 89108"/>
              <a:gd name="csX35" fmla="*/ 69193 w 261941"/>
              <a:gd name="csY35" fmla="*/ 44555 h 89108"/>
              <a:gd name="csX36" fmla="*/ 80157 w 261941"/>
              <a:gd name="csY36" fmla="*/ 44555 h 89108"/>
              <a:gd name="csX37" fmla="*/ 85204 w 261941"/>
              <a:gd name="csY37" fmla="*/ 73167 h 89108"/>
              <a:gd name="csX38" fmla="*/ 97649 w 261941"/>
              <a:gd name="csY38" fmla="*/ 80241 h 89108"/>
              <a:gd name="csX39" fmla="*/ 110005 w 261941"/>
              <a:gd name="csY39" fmla="*/ 73106 h 89108"/>
              <a:gd name="csX40" fmla="*/ 115053 w 261941"/>
              <a:gd name="csY40" fmla="*/ 44555 h 89108"/>
              <a:gd name="csX41" fmla="*/ 110005 w 261941"/>
              <a:gd name="csY41" fmla="*/ 15942 h 89108"/>
              <a:gd name="csX42" fmla="*/ 97474 w 261941"/>
              <a:gd name="csY42" fmla="*/ 8859 h 89108"/>
              <a:gd name="csX43" fmla="*/ 85726 w 261941"/>
              <a:gd name="csY43" fmla="*/ 15107 h 89108"/>
              <a:gd name="csX44" fmla="*/ 80157 w 261941"/>
              <a:gd name="csY44" fmla="*/ 44555 h 89108"/>
              <a:gd name="csX45" fmla="*/ 193284 w 261941"/>
              <a:gd name="csY45" fmla="*/ 77265 h 89108"/>
              <a:gd name="csX46" fmla="*/ 193284 w 261941"/>
              <a:gd name="csY46" fmla="*/ 87560 h 89108"/>
              <a:gd name="csX47" fmla="*/ 135589 w 261941"/>
              <a:gd name="csY47" fmla="*/ 87560 h 89108"/>
              <a:gd name="csX48" fmla="*/ 136894 w 261941"/>
              <a:gd name="csY48" fmla="*/ 80128 h 89108"/>
              <a:gd name="csX49" fmla="*/ 143856 w 261941"/>
              <a:gd name="csY49" fmla="*/ 68520 h 89108"/>
              <a:gd name="csX50" fmla="*/ 157953 w 261941"/>
              <a:gd name="csY50" fmla="*/ 55319 h 89108"/>
              <a:gd name="csX51" fmla="*/ 177184 w 261941"/>
              <a:gd name="csY51" fmla="*/ 36879 h 89108"/>
              <a:gd name="csX52" fmla="*/ 182145 w 261941"/>
              <a:gd name="csY52" fmla="*/ 23965 h 89108"/>
              <a:gd name="csX53" fmla="*/ 177533 w 261941"/>
              <a:gd name="csY53" fmla="*/ 13262 h 89108"/>
              <a:gd name="csX54" fmla="*/ 165698 w 261941"/>
              <a:gd name="csY54" fmla="*/ 8859 h 89108"/>
              <a:gd name="csX55" fmla="*/ 153341 w 261941"/>
              <a:gd name="csY55" fmla="*/ 13497 h 89108"/>
              <a:gd name="csX56" fmla="*/ 148642 w 261941"/>
              <a:gd name="csY56" fmla="*/ 26350 h 89108"/>
              <a:gd name="csX57" fmla="*/ 137678 w 261941"/>
              <a:gd name="csY57" fmla="*/ 25219 h 89108"/>
              <a:gd name="csX58" fmla="*/ 146118 w 261941"/>
              <a:gd name="csY58" fmla="*/ 6483 h 89108"/>
              <a:gd name="csX59" fmla="*/ 165959 w 261941"/>
              <a:gd name="csY59" fmla="*/ 0 h 89108"/>
              <a:gd name="csX60" fmla="*/ 185799 w 261941"/>
              <a:gd name="csY60" fmla="*/ 6953 h 89108"/>
              <a:gd name="csX61" fmla="*/ 193110 w 261941"/>
              <a:gd name="csY61" fmla="*/ 24209 h 89108"/>
              <a:gd name="csX62" fmla="*/ 191021 w 261941"/>
              <a:gd name="csY62" fmla="*/ 34495 h 89108"/>
              <a:gd name="csX63" fmla="*/ 183885 w 261941"/>
              <a:gd name="csY63" fmla="*/ 45146 h 89108"/>
              <a:gd name="csX64" fmla="*/ 167351 w 261941"/>
              <a:gd name="csY64" fmla="*/ 60497 h 89108"/>
              <a:gd name="csX65" fmla="*/ 154995 w 261941"/>
              <a:gd name="csY65" fmla="*/ 71496 h 89108"/>
              <a:gd name="csX66" fmla="*/ 150469 w 261941"/>
              <a:gd name="csY66" fmla="*/ 77265 h 89108"/>
              <a:gd name="csX67" fmla="*/ 193284 w 261941"/>
              <a:gd name="csY67" fmla="*/ 77265 h 89108"/>
              <a:gd name="csX68" fmla="*/ 204857 w 261941"/>
              <a:gd name="csY68" fmla="*/ 64534 h 89108"/>
              <a:gd name="csX69" fmla="*/ 215560 w 261941"/>
              <a:gd name="csY69" fmla="*/ 63107 h 89108"/>
              <a:gd name="csX70" fmla="*/ 221826 w 261941"/>
              <a:gd name="csY70" fmla="*/ 76256 h 89108"/>
              <a:gd name="csX71" fmla="*/ 232616 w 261941"/>
              <a:gd name="csY71" fmla="*/ 80241 h 89108"/>
              <a:gd name="csX72" fmla="*/ 245409 w 261941"/>
              <a:gd name="csY72" fmla="*/ 75012 h 89108"/>
              <a:gd name="csX73" fmla="*/ 250630 w 261941"/>
              <a:gd name="csY73" fmla="*/ 62037 h 89108"/>
              <a:gd name="csX74" fmla="*/ 245756 w 261941"/>
              <a:gd name="csY74" fmla="*/ 49906 h 89108"/>
              <a:gd name="csX75" fmla="*/ 233574 w 261941"/>
              <a:gd name="csY75" fmla="*/ 45085 h 89108"/>
              <a:gd name="csX76" fmla="*/ 226003 w 261941"/>
              <a:gd name="csY76" fmla="*/ 46278 h 89108"/>
              <a:gd name="csX77" fmla="*/ 227134 w 261941"/>
              <a:gd name="csY77" fmla="*/ 36879 h 89108"/>
              <a:gd name="csX78" fmla="*/ 228875 w 261941"/>
              <a:gd name="csY78" fmla="*/ 36992 h 89108"/>
              <a:gd name="csX79" fmla="*/ 241232 w 261941"/>
              <a:gd name="csY79" fmla="*/ 33425 h 89108"/>
              <a:gd name="csX80" fmla="*/ 246713 w 261941"/>
              <a:gd name="csY80" fmla="*/ 22425 h 89108"/>
              <a:gd name="csX81" fmla="*/ 242711 w 261941"/>
              <a:gd name="csY81" fmla="*/ 12670 h 89108"/>
              <a:gd name="csX82" fmla="*/ 232443 w 261941"/>
              <a:gd name="csY82" fmla="*/ 8798 h 89108"/>
              <a:gd name="csX83" fmla="*/ 222000 w 261941"/>
              <a:gd name="csY83" fmla="*/ 12722 h 89108"/>
              <a:gd name="csX84" fmla="*/ 216605 w 261941"/>
              <a:gd name="csY84" fmla="*/ 24505 h 89108"/>
              <a:gd name="csX85" fmla="*/ 205901 w 261941"/>
              <a:gd name="csY85" fmla="*/ 22599 h 89108"/>
              <a:gd name="csX86" fmla="*/ 214865 w 261941"/>
              <a:gd name="csY86" fmla="*/ 5944 h 89108"/>
              <a:gd name="csX87" fmla="*/ 232182 w 261941"/>
              <a:gd name="csY87" fmla="*/ 0 h 89108"/>
              <a:gd name="csX88" fmla="*/ 245322 w 261941"/>
              <a:gd name="csY88" fmla="*/ 3089 h 89108"/>
              <a:gd name="csX89" fmla="*/ 254458 w 261941"/>
              <a:gd name="csY89" fmla="*/ 11417 h 89108"/>
              <a:gd name="csX90" fmla="*/ 257678 w 261941"/>
              <a:gd name="csY90" fmla="*/ 22660 h 89108"/>
              <a:gd name="csX91" fmla="*/ 254632 w 261941"/>
              <a:gd name="csY91" fmla="*/ 32955 h 89108"/>
              <a:gd name="csX92" fmla="*/ 245669 w 261941"/>
              <a:gd name="csY92" fmla="*/ 40325 h 89108"/>
              <a:gd name="csX93" fmla="*/ 257678 w 261941"/>
              <a:gd name="csY93" fmla="*/ 47766 h 89108"/>
              <a:gd name="csX94" fmla="*/ 261942 w 261941"/>
              <a:gd name="csY94" fmla="*/ 61802 h 89108"/>
              <a:gd name="csX95" fmla="*/ 253675 w 261941"/>
              <a:gd name="csY95" fmla="*/ 81199 h 89108"/>
              <a:gd name="csX96" fmla="*/ 232616 w 261941"/>
              <a:gd name="csY96" fmla="*/ 89109 h 89108"/>
              <a:gd name="csX97" fmla="*/ 213472 w 261941"/>
              <a:gd name="csY97" fmla="*/ 82269 h 89108"/>
              <a:gd name="csX98" fmla="*/ 204857 w 261941"/>
              <a:gd name="csY98" fmla="*/ 64534 h 89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</a:cxnLst>
            <a:rect l="l" t="t" r="r" b="b"/>
            <a:pathLst>
              <a:path w="261941" h="89108">
                <a:moveTo>
                  <a:pt x="57618" y="77265"/>
                </a:moveTo>
                <a:lnTo>
                  <a:pt x="57618" y="87560"/>
                </a:lnTo>
                <a:lnTo>
                  <a:pt x="11" y="87560"/>
                </a:lnTo>
                <a:cubicBezTo>
                  <a:pt x="-76" y="84984"/>
                  <a:pt x="359" y="82504"/>
                  <a:pt x="1229" y="80128"/>
                </a:cubicBezTo>
                <a:cubicBezTo>
                  <a:pt x="2709" y="76195"/>
                  <a:pt x="5059" y="72331"/>
                  <a:pt x="8279" y="68520"/>
                </a:cubicBezTo>
                <a:cubicBezTo>
                  <a:pt x="11498" y="64717"/>
                  <a:pt x="16197" y="60314"/>
                  <a:pt x="22289" y="55319"/>
                </a:cubicBezTo>
                <a:cubicBezTo>
                  <a:pt x="31774" y="47548"/>
                  <a:pt x="38213" y="41396"/>
                  <a:pt x="41520" y="36879"/>
                </a:cubicBezTo>
                <a:cubicBezTo>
                  <a:pt x="44827" y="32320"/>
                  <a:pt x="46481" y="28012"/>
                  <a:pt x="46481" y="23965"/>
                </a:cubicBezTo>
                <a:cubicBezTo>
                  <a:pt x="46481" y="19727"/>
                  <a:pt x="45001" y="16160"/>
                  <a:pt x="41955" y="13262"/>
                </a:cubicBezTo>
                <a:cubicBezTo>
                  <a:pt x="38910" y="10329"/>
                  <a:pt x="34993" y="8859"/>
                  <a:pt x="30121" y="8859"/>
                </a:cubicBezTo>
                <a:cubicBezTo>
                  <a:pt x="24899" y="8859"/>
                  <a:pt x="20809" y="10408"/>
                  <a:pt x="17763" y="13497"/>
                </a:cubicBezTo>
                <a:cubicBezTo>
                  <a:pt x="14631" y="16595"/>
                  <a:pt x="13064" y="20876"/>
                  <a:pt x="12977" y="26350"/>
                </a:cubicBezTo>
                <a:lnTo>
                  <a:pt x="2012" y="25219"/>
                </a:lnTo>
                <a:cubicBezTo>
                  <a:pt x="2796" y="17013"/>
                  <a:pt x="5580" y="10764"/>
                  <a:pt x="10541" y="6483"/>
                </a:cubicBezTo>
                <a:cubicBezTo>
                  <a:pt x="15414" y="2158"/>
                  <a:pt x="22027" y="0"/>
                  <a:pt x="30294" y="0"/>
                </a:cubicBezTo>
                <a:cubicBezTo>
                  <a:pt x="38736" y="0"/>
                  <a:pt x="45349" y="2315"/>
                  <a:pt x="50222" y="6953"/>
                </a:cubicBezTo>
                <a:cubicBezTo>
                  <a:pt x="55095" y="11600"/>
                  <a:pt x="57531" y="17343"/>
                  <a:pt x="57531" y="24209"/>
                </a:cubicBezTo>
                <a:cubicBezTo>
                  <a:pt x="57531" y="27699"/>
                  <a:pt x="56835" y="31127"/>
                  <a:pt x="55356" y="34495"/>
                </a:cubicBezTo>
                <a:cubicBezTo>
                  <a:pt x="53964" y="37871"/>
                  <a:pt x="51527" y="41422"/>
                  <a:pt x="48221" y="45146"/>
                </a:cubicBezTo>
                <a:cubicBezTo>
                  <a:pt x="44914" y="48871"/>
                  <a:pt x="39431" y="53987"/>
                  <a:pt x="31774" y="60497"/>
                </a:cubicBezTo>
                <a:cubicBezTo>
                  <a:pt x="25334" y="65883"/>
                  <a:pt x="21244" y="69555"/>
                  <a:pt x="19416" y="71496"/>
                </a:cubicBezTo>
                <a:cubicBezTo>
                  <a:pt x="17589" y="73402"/>
                  <a:pt x="16023" y="75325"/>
                  <a:pt x="14892" y="77265"/>
                </a:cubicBezTo>
                <a:lnTo>
                  <a:pt x="57618" y="77265"/>
                </a:lnTo>
                <a:close/>
                <a:moveTo>
                  <a:pt x="69193" y="44555"/>
                </a:moveTo>
                <a:cubicBezTo>
                  <a:pt x="69193" y="34242"/>
                  <a:pt x="70237" y="25950"/>
                  <a:pt x="72325" y="19684"/>
                </a:cubicBezTo>
                <a:cubicBezTo>
                  <a:pt x="74501" y="13384"/>
                  <a:pt x="77633" y="8519"/>
                  <a:pt x="81810" y="5108"/>
                </a:cubicBezTo>
                <a:cubicBezTo>
                  <a:pt x="85987" y="1697"/>
                  <a:pt x="91295" y="0"/>
                  <a:pt x="97649" y="0"/>
                </a:cubicBezTo>
                <a:cubicBezTo>
                  <a:pt x="102260" y="0"/>
                  <a:pt x="106437" y="949"/>
                  <a:pt x="109918" y="2854"/>
                </a:cubicBezTo>
                <a:cubicBezTo>
                  <a:pt x="113486" y="4717"/>
                  <a:pt x="116357" y="7432"/>
                  <a:pt x="118707" y="10999"/>
                </a:cubicBezTo>
                <a:cubicBezTo>
                  <a:pt x="120969" y="14533"/>
                  <a:pt x="122796" y="18849"/>
                  <a:pt x="124102" y="23965"/>
                </a:cubicBezTo>
                <a:cubicBezTo>
                  <a:pt x="125407" y="29047"/>
                  <a:pt x="126016" y="35905"/>
                  <a:pt x="126016" y="44555"/>
                </a:cubicBezTo>
                <a:cubicBezTo>
                  <a:pt x="126016" y="54779"/>
                  <a:pt x="124972" y="63055"/>
                  <a:pt x="122884" y="69355"/>
                </a:cubicBezTo>
                <a:cubicBezTo>
                  <a:pt x="120795" y="75621"/>
                  <a:pt x="117663" y="80485"/>
                  <a:pt x="113399" y="83931"/>
                </a:cubicBezTo>
                <a:cubicBezTo>
                  <a:pt x="109309" y="87342"/>
                  <a:pt x="104001" y="89048"/>
                  <a:pt x="97649" y="89048"/>
                </a:cubicBezTo>
                <a:cubicBezTo>
                  <a:pt x="89207" y="89048"/>
                  <a:pt x="82593" y="86037"/>
                  <a:pt x="77808" y="80006"/>
                </a:cubicBezTo>
                <a:cubicBezTo>
                  <a:pt x="72064" y="72749"/>
                  <a:pt x="69193" y="60932"/>
                  <a:pt x="69193" y="44555"/>
                </a:cubicBezTo>
                <a:close/>
                <a:moveTo>
                  <a:pt x="80157" y="44555"/>
                </a:moveTo>
                <a:cubicBezTo>
                  <a:pt x="80157" y="58869"/>
                  <a:pt x="81810" y="68407"/>
                  <a:pt x="85204" y="73167"/>
                </a:cubicBezTo>
                <a:cubicBezTo>
                  <a:pt x="88511" y="77883"/>
                  <a:pt x="92688" y="80241"/>
                  <a:pt x="97649" y="80241"/>
                </a:cubicBezTo>
                <a:cubicBezTo>
                  <a:pt x="102521" y="80241"/>
                  <a:pt x="106611" y="77866"/>
                  <a:pt x="110005" y="73106"/>
                </a:cubicBezTo>
                <a:cubicBezTo>
                  <a:pt x="113312" y="68346"/>
                  <a:pt x="115053" y="58826"/>
                  <a:pt x="115053" y="44555"/>
                </a:cubicBezTo>
                <a:cubicBezTo>
                  <a:pt x="115053" y="30196"/>
                  <a:pt x="113312" y="20659"/>
                  <a:pt x="110005" y="15942"/>
                </a:cubicBezTo>
                <a:cubicBezTo>
                  <a:pt x="106611" y="11217"/>
                  <a:pt x="102521" y="8859"/>
                  <a:pt x="97474" y="8859"/>
                </a:cubicBezTo>
                <a:cubicBezTo>
                  <a:pt x="92601" y="8859"/>
                  <a:pt x="88685" y="10939"/>
                  <a:pt x="85726" y="15107"/>
                </a:cubicBezTo>
                <a:cubicBezTo>
                  <a:pt x="81984" y="20424"/>
                  <a:pt x="80157" y="30231"/>
                  <a:pt x="80157" y="44555"/>
                </a:cubicBezTo>
                <a:close/>
                <a:moveTo>
                  <a:pt x="193284" y="77265"/>
                </a:moveTo>
                <a:lnTo>
                  <a:pt x="193284" y="87560"/>
                </a:lnTo>
                <a:lnTo>
                  <a:pt x="135589" y="87560"/>
                </a:lnTo>
                <a:cubicBezTo>
                  <a:pt x="135502" y="84984"/>
                  <a:pt x="135937" y="82504"/>
                  <a:pt x="136894" y="80128"/>
                </a:cubicBezTo>
                <a:cubicBezTo>
                  <a:pt x="138373" y="76195"/>
                  <a:pt x="140636" y="72331"/>
                  <a:pt x="143856" y="68520"/>
                </a:cubicBezTo>
                <a:cubicBezTo>
                  <a:pt x="147163" y="64717"/>
                  <a:pt x="151862" y="60314"/>
                  <a:pt x="157953" y="55319"/>
                </a:cubicBezTo>
                <a:cubicBezTo>
                  <a:pt x="167438" y="47548"/>
                  <a:pt x="173791" y="41396"/>
                  <a:pt x="177184" y="36879"/>
                </a:cubicBezTo>
                <a:cubicBezTo>
                  <a:pt x="180491" y="32320"/>
                  <a:pt x="182145" y="28012"/>
                  <a:pt x="182145" y="23965"/>
                </a:cubicBezTo>
                <a:cubicBezTo>
                  <a:pt x="182145" y="19727"/>
                  <a:pt x="180578" y="16160"/>
                  <a:pt x="177533" y="13262"/>
                </a:cubicBezTo>
                <a:cubicBezTo>
                  <a:pt x="174574" y="10329"/>
                  <a:pt x="170571" y="8859"/>
                  <a:pt x="165698" y="8859"/>
                </a:cubicBezTo>
                <a:cubicBezTo>
                  <a:pt x="160564" y="8859"/>
                  <a:pt x="156473" y="10408"/>
                  <a:pt x="153341" y="13497"/>
                </a:cubicBezTo>
                <a:cubicBezTo>
                  <a:pt x="150295" y="16595"/>
                  <a:pt x="148729" y="20876"/>
                  <a:pt x="148642" y="26350"/>
                </a:cubicBezTo>
                <a:lnTo>
                  <a:pt x="137678" y="25219"/>
                </a:lnTo>
                <a:cubicBezTo>
                  <a:pt x="138373" y="17013"/>
                  <a:pt x="141245" y="10764"/>
                  <a:pt x="146118" y="6483"/>
                </a:cubicBezTo>
                <a:cubicBezTo>
                  <a:pt x="151078" y="2158"/>
                  <a:pt x="157692" y="0"/>
                  <a:pt x="165959" y="0"/>
                </a:cubicBezTo>
                <a:cubicBezTo>
                  <a:pt x="174313" y="0"/>
                  <a:pt x="180926" y="2315"/>
                  <a:pt x="185799" y="6953"/>
                </a:cubicBezTo>
                <a:cubicBezTo>
                  <a:pt x="190673" y="11600"/>
                  <a:pt x="193110" y="17343"/>
                  <a:pt x="193110" y="24209"/>
                </a:cubicBezTo>
                <a:cubicBezTo>
                  <a:pt x="193110" y="27699"/>
                  <a:pt x="192413" y="31127"/>
                  <a:pt x="191021" y="34495"/>
                </a:cubicBezTo>
                <a:cubicBezTo>
                  <a:pt x="189541" y="37871"/>
                  <a:pt x="187192" y="41422"/>
                  <a:pt x="183885" y="45146"/>
                </a:cubicBezTo>
                <a:cubicBezTo>
                  <a:pt x="180578" y="48871"/>
                  <a:pt x="175096" y="53987"/>
                  <a:pt x="167351" y="60497"/>
                </a:cubicBezTo>
                <a:cubicBezTo>
                  <a:pt x="160999" y="65883"/>
                  <a:pt x="156822" y="69555"/>
                  <a:pt x="154995" y="71496"/>
                </a:cubicBezTo>
                <a:cubicBezTo>
                  <a:pt x="153166" y="73402"/>
                  <a:pt x="151688" y="75325"/>
                  <a:pt x="150469" y="77265"/>
                </a:cubicBezTo>
                <a:lnTo>
                  <a:pt x="193284" y="77265"/>
                </a:lnTo>
                <a:close/>
                <a:moveTo>
                  <a:pt x="204857" y="64534"/>
                </a:moveTo>
                <a:lnTo>
                  <a:pt x="215560" y="63107"/>
                </a:lnTo>
                <a:cubicBezTo>
                  <a:pt x="216779" y="69181"/>
                  <a:pt x="218867" y="73558"/>
                  <a:pt x="221826" y="76256"/>
                </a:cubicBezTo>
                <a:cubicBezTo>
                  <a:pt x="224785" y="78919"/>
                  <a:pt x="228439" y="80241"/>
                  <a:pt x="232616" y="80241"/>
                </a:cubicBezTo>
                <a:cubicBezTo>
                  <a:pt x="237664" y="80241"/>
                  <a:pt x="241928" y="78501"/>
                  <a:pt x="245409" y="75012"/>
                </a:cubicBezTo>
                <a:cubicBezTo>
                  <a:pt x="248889" y="71522"/>
                  <a:pt x="250630" y="67197"/>
                  <a:pt x="250630" y="62037"/>
                </a:cubicBezTo>
                <a:cubicBezTo>
                  <a:pt x="250630" y="57120"/>
                  <a:pt x="248976" y="53074"/>
                  <a:pt x="245756" y="49906"/>
                </a:cubicBezTo>
                <a:cubicBezTo>
                  <a:pt x="242536" y="46695"/>
                  <a:pt x="238534" y="45085"/>
                  <a:pt x="233574" y="45085"/>
                </a:cubicBezTo>
                <a:cubicBezTo>
                  <a:pt x="231485" y="45085"/>
                  <a:pt x="228962" y="45486"/>
                  <a:pt x="226003" y="46278"/>
                </a:cubicBezTo>
                <a:lnTo>
                  <a:pt x="227134" y="36879"/>
                </a:lnTo>
                <a:cubicBezTo>
                  <a:pt x="227918" y="36958"/>
                  <a:pt x="228439" y="36992"/>
                  <a:pt x="228875" y="36992"/>
                </a:cubicBezTo>
                <a:cubicBezTo>
                  <a:pt x="233487" y="36992"/>
                  <a:pt x="237577" y="35809"/>
                  <a:pt x="241232" y="33425"/>
                </a:cubicBezTo>
                <a:cubicBezTo>
                  <a:pt x="244886" y="31049"/>
                  <a:pt x="246713" y="27377"/>
                  <a:pt x="246713" y="22425"/>
                </a:cubicBezTo>
                <a:cubicBezTo>
                  <a:pt x="246713" y="18492"/>
                  <a:pt x="245322" y="15246"/>
                  <a:pt x="242711" y="12670"/>
                </a:cubicBezTo>
                <a:cubicBezTo>
                  <a:pt x="240014" y="10086"/>
                  <a:pt x="236620" y="8798"/>
                  <a:pt x="232443" y="8798"/>
                </a:cubicBezTo>
                <a:cubicBezTo>
                  <a:pt x="228265" y="8798"/>
                  <a:pt x="224785" y="10112"/>
                  <a:pt x="222000" y="12722"/>
                </a:cubicBezTo>
                <a:cubicBezTo>
                  <a:pt x="219216" y="15342"/>
                  <a:pt x="217475" y="19266"/>
                  <a:pt x="216605" y="24505"/>
                </a:cubicBezTo>
                <a:lnTo>
                  <a:pt x="205901" y="22599"/>
                </a:lnTo>
                <a:cubicBezTo>
                  <a:pt x="207207" y="15420"/>
                  <a:pt x="210252" y="9868"/>
                  <a:pt x="214865" y="5944"/>
                </a:cubicBezTo>
                <a:cubicBezTo>
                  <a:pt x="219477" y="1976"/>
                  <a:pt x="225307" y="0"/>
                  <a:pt x="232182" y="0"/>
                </a:cubicBezTo>
                <a:cubicBezTo>
                  <a:pt x="236967" y="0"/>
                  <a:pt x="241318" y="1027"/>
                  <a:pt x="245322" y="3089"/>
                </a:cubicBezTo>
                <a:cubicBezTo>
                  <a:pt x="249324" y="5108"/>
                  <a:pt x="252370" y="7884"/>
                  <a:pt x="254458" y="11417"/>
                </a:cubicBezTo>
                <a:cubicBezTo>
                  <a:pt x="256634" y="14950"/>
                  <a:pt x="257678" y="18692"/>
                  <a:pt x="257678" y="22660"/>
                </a:cubicBezTo>
                <a:cubicBezTo>
                  <a:pt x="257678" y="26428"/>
                  <a:pt x="256634" y="29857"/>
                  <a:pt x="254632" y="32955"/>
                </a:cubicBezTo>
                <a:cubicBezTo>
                  <a:pt x="252631" y="36044"/>
                  <a:pt x="249673" y="38507"/>
                  <a:pt x="245669" y="40325"/>
                </a:cubicBezTo>
                <a:cubicBezTo>
                  <a:pt x="250804" y="41518"/>
                  <a:pt x="254807" y="43997"/>
                  <a:pt x="257678" y="47766"/>
                </a:cubicBezTo>
                <a:cubicBezTo>
                  <a:pt x="260550" y="51490"/>
                  <a:pt x="261942" y="56172"/>
                  <a:pt x="261942" y="61802"/>
                </a:cubicBezTo>
                <a:cubicBezTo>
                  <a:pt x="261942" y="69416"/>
                  <a:pt x="259158" y="75882"/>
                  <a:pt x="253675" y="81199"/>
                </a:cubicBezTo>
                <a:cubicBezTo>
                  <a:pt x="248106" y="86472"/>
                  <a:pt x="241058" y="89109"/>
                  <a:pt x="232616" y="89109"/>
                </a:cubicBezTo>
                <a:cubicBezTo>
                  <a:pt x="224958" y="89109"/>
                  <a:pt x="218606" y="86829"/>
                  <a:pt x="213472" y="82269"/>
                </a:cubicBezTo>
                <a:cubicBezTo>
                  <a:pt x="208425" y="77709"/>
                  <a:pt x="205553" y="71792"/>
                  <a:pt x="204857" y="64534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E429795-0FF2-78CB-DB79-2ED97E3F5A92}"/>
              </a:ext>
            </a:extLst>
          </p:cNvPr>
          <p:cNvSpPr/>
          <p:nvPr/>
        </p:nvSpPr>
        <p:spPr>
          <a:xfrm>
            <a:off x="1749564" y="2867965"/>
            <a:ext cx="8702" cy="696162"/>
          </a:xfrm>
          <a:custGeom>
            <a:avLst/>
            <a:gdLst>
              <a:gd name="csX0" fmla="*/ 0 w 8702"/>
              <a:gd name="csY0" fmla="*/ 696162 h 696162"/>
              <a:gd name="csX1" fmla="*/ 0 w 8702"/>
              <a:gd name="csY1" fmla="*/ 0 h 696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02" h="696162">
                <a:moveTo>
                  <a:pt x="0" y="696162"/>
                </a:moveTo>
                <a:lnTo>
                  <a:pt x="0" y="0"/>
                </a:lnTo>
              </a:path>
            </a:pathLst>
          </a:custGeom>
          <a:noFill/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6DDEEB8-CA90-359A-3063-9D7B6B0D022F}"/>
              </a:ext>
            </a:extLst>
          </p:cNvPr>
          <p:cNvSpPr/>
          <p:nvPr/>
        </p:nvSpPr>
        <p:spPr>
          <a:xfrm>
            <a:off x="1009891" y="2476374"/>
            <a:ext cx="1479345" cy="348081"/>
          </a:xfrm>
          <a:custGeom>
            <a:avLst/>
            <a:gdLst>
              <a:gd name="csX0" fmla="*/ 1405378 w 1479345"/>
              <a:gd name="csY0" fmla="*/ 0 h 348081"/>
              <a:gd name="csX1" fmla="*/ 73967 w 1479345"/>
              <a:gd name="csY1" fmla="*/ 0 h 348081"/>
              <a:gd name="csX2" fmla="*/ 0 w 1479345"/>
              <a:gd name="csY2" fmla="*/ 41770 h 348081"/>
              <a:gd name="csX3" fmla="*/ 0 w 1479345"/>
              <a:gd name="csY3" fmla="*/ 306311 h 348081"/>
              <a:gd name="csX4" fmla="*/ 73967 w 1479345"/>
              <a:gd name="csY4" fmla="*/ 348081 h 348081"/>
              <a:gd name="csX5" fmla="*/ 1405378 w 1479345"/>
              <a:gd name="csY5" fmla="*/ 348081 h 348081"/>
              <a:gd name="csX6" fmla="*/ 1479345 w 1479345"/>
              <a:gd name="csY6" fmla="*/ 306311 h 348081"/>
              <a:gd name="csX7" fmla="*/ 1479345 w 1479345"/>
              <a:gd name="csY7" fmla="*/ 41770 h 348081"/>
              <a:gd name="csX8" fmla="*/ 1405378 w 1479345"/>
              <a:gd name="csY8" fmla="*/ 0 h 348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79345" h="348081">
                <a:moveTo>
                  <a:pt x="1405378" y="0"/>
                </a:moveTo>
                <a:lnTo>
                  <a:pt x="73967" y="0"/>
                </a:lnTo>
                <a:cubicBezTo>
                  <a:pt x="33120" y="0"/>
                  <a:pt x="0" y="18701"/>
                  <a:pt x="0" y="41770"/>
                </a:cubicBezTo>
                <a:lnTo>
                  <a:pt x="0" y="306311"/>
                </a:lnTo>
                <a:cubicBezTo>
                  <a:pt x="0" y="329381"/>
                  <a:pt x="33120" y="348081"/>
                  <a:pt x="73967" y="348081"/>
                </a:cubicBezTo>
                <a:lnTo>
                  <a:pt x="1405378" y="348081"/>
                </a:lnTo>
                <a:cubicBezTo>
                  <a:pt x="1446225" y="348081"/>
                  <a:pt x="1479345" y="329381"/>
                  <a:pt x="1479345" y="306311"/>
                </a:cubicBezTo>
                <a:lnTo>
                  <a:pt x="1479345" y="41770"/>
                </a:lnTo>
                <a:cubicBezTo>
                  <a:pt x="1479345" y="18701"/>
                  <a:pt x="1446225" y="0"/>
                  <a:pt x="1405378" y="0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333333"/>
            </a:solidFill>
            <a:prstDash val="solid"/>
            <a:miter/>
          </a:ln>
        </p:spPr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3D4D1B5-4A73-E780-5B08-5E22C3585ED4}"/>
              </a:ext>
            </a:extLst>
          </p:cNvPr>
          <p:cNvSpPr/>
          <p:nvPr/>
        </p:nvSpPr>
        <p:spPr>
          <a:xfrm>
            <a:off x="1226850" y="2558512"/>
            <a:ext cx="1051466" cy="163337"/>
          </a:xfrm>
          <a:custGeom>
            <a:avLst/>
            <a:gdLst>
              <a:gd name="csX0" fmla="*/ 0 w 1051466"/>
              <a:gd name="csY0" fmla="*/ 126710 h 163337"/>
              <a:gd name="csX1" fmla="*/ 0 w 1051466"/>
              <a:gd name="csY1" fmla="*/ 2132 h 163337"/>
              <a:gd name="csX2" fmla="*/ 46738 w 1051466"/>
              <a:gd name="csY2" fmla="*/ 2132 h 163337"/>
              <a:gd name="csX3" fmla="*/ 69599 w 1051466"/>
              <a:gd name="csY3" fmla="*/ 5952 h 163337"/>
              <a:gd name="csX4" fmla="*/ 83104 w 1051466"/>
              <a:gd name="csY4" fmla="*/ 17596 h 163337"/>
              <a:gd name="csX5" fmla="*/ 88038 w 1051466"/>
              <a:gd name="csY5" fmla="*/ 33999 h 163337"/>
              <a:gd name="csX6" fmla="*/ 83705 w 1051466"/>
              <a:gd name="csY6" fmla="*/ 49036 h 163337"/>
              <a:gd name="csX7" fmla="*/ 70617 w 1051466"/>
              <a:gd name="csY7" fmla="*/ 60427 h 163337"/>
              <a:gd name="csX8" fmla="*/ 87951 w 1051466"/>
              <a:gd name="csY8" fmla="*/ 71731 h 163337"/>
              <a:gd name="csX9" fmla="*/ 94069 w 1051466"/>
              <a:gd name="csY9" fmla="*/ 90597 h 163337"/>
              <a:gd name="csX10" fmla="*/ 90327 w 1051466"/>
              <a:gd name="csY10" fmla="*/ 106913 h 163337"/>
              <a:gd name="csX11" fmla="*/ 81242 w 1051466"/>
              <a:gd name="csY11" fmla="*/ 118469 h 163337"/>
              <a:gd name="csX12" fmla="*/ 67554 w 1051466"/>
              <a:gd name="csY12" fmla="*/ 124674 h 163337"/>
              <a:gd name="csX13" fmla="*/ 47504 w 1051466"/>
              <a:gd name="csY13" fmla="*/ 126710 h 163337"/>
              <a:gd name="csX14" fmla="*/ 0 w 1051466"/>
              <a:gd name="csY14" fmla="*/ 126710 h 163337"/>
              <a:gd name="csX15" fmla="*/ 16482 w 1051466"/>
              <a:gd name="csY15" fmla="*/ 54475 h 163337"/>
              <a:gd name="csX16" fmla="*/ 43423 w 1051466"/>
              <a:gd name="csY16" fmla="*/ 54475 h 163337"/>
              <a:gd name="csX17" fmla="*/ 59148 w 1051466"/>
              <a:gd name="csY17" fmla="*/ 53030 h 163337"/>
              <a:gd name="csX18" fmla="*/ 68572 w 1051466"/>
              <a:gd name="csY18" fmla="*/ 46826 h 163337"/>
              <a:gd name="csX19" fmla="*/ 71809 w 1051466"/>
              <a:gd name="csY19" fmla="*/ 35948 h 163337"/>
              <a:gd name="csX20" fmla="*/ 68833 w 1051466"/>
              <a:gd name="csY20" fmla="*/ 25071 h 163337"/>
              <a:gd name="csX21" fmla="*/ 60331 w 1051466"/>
              <a:gd name="csY21" fmla="*/ 18614 h 163337"/>
              <a:gd name="csX22" fmla="*/ 41387 w 1051466"/>
              <a:gd name="csY22" fmla="*/ 16830 h 163337"/>
              <a:gd name="csX23" fmla="*/ 16482 w 1051466"/>
              <a:gd name="csY23" fmla="*/ 16830 h 163337"/>
              <a:gd name="csX24" fmla="*/ 16482 w 1051466"/>
              <a:gd name="csY24" fmla="*/ 54475 h 163337"/>
              <a:gd name="csX25" fmla="*/ 16482 w 1051466"/>
              <a:gd name="csY25" fmla="*/ 112013 h 163337"/>
              <a:gd name="csX26" fmla="*/ 47504 w 1051466"/>
              <a:gd name="csY26" fmla="*/ 112013 h 163337"/>
              <a:gd name="csX27" fmla="*/ 58721 w 1051466"/>
              <a:gd name="csY27" fmla="*/ 111412 h 163337"/>
              <a:gd name="csX28" fmla="*/ 68233 w 1051466"/>
              <a:gd name="csY28" fmla="*/ 108018 h 163337"/>
              <a:gd name="csX29" fmla="*/ 74524 w 1051466"/>
              <a:gd name="csY29" fmla="*/ 101135 h 163337"/>
              <a:gd name="csX30" fmla="*/ 76987 w 1051466"/>
              <a:gd name="csY30" fmla="*/ 90597 h 163337"/>
              <a:gd name="csX31" fmla="*/ 73419 w 1051466"/>
              <a:gd name="csY31" fmla="*/ 78527 h 163337"/>
              <a:gd name="csX32" fmla="*/ 63481 w 1051466"/>
              <a:gd name="csY32" fmla="*/ 71304 h 163337"/>
              <a:gd name="csX33" fmla="*/ 45294 w 1051466"/>
              <a:gd name="csY33" fmla="*/ 69181 h 163337"/>
              <a:gd name="csX34" fmla="*/ 16482 w 1051466"/>
              <a:gd name="csY34" fmla="*/ 69181 h 163337"/>
              <a:gd name="csX35" fmla="*/ 16482 w 1051466"/>
              <a:gd name="csY35" fmla="*/ 112013 h 163337"/>
              <a:gd name="csX36" fmla="*/ 173701 w 1051466"/>
              <a:gd name="csY36" fmla="*/ 115580 h 163337"/>
              <a:gd name="csX37" fmla="*/ 157298 w 1051466"/>
              <a:gd name="csY37" fmla="*/ 125779 h 163337"/>
              <a:gd name="csX38" fmla="*/ 140468 w 1051466"/>
              <a:gd name="csY38" fmla="*/ 128747 h 163337"/>
              <a:gd name="csX39" fmla="*/ 117608 w 1051466"/>
              <a:gd name="csY39" fmla="*/ 121524 h 163337"/>
              <a:gd name="csX40" fmla="*/ 109619 w 1051466"/>
              <a:gd name="csY40" fmla="*/ 102919 h 163337"/>
              <a:gd name="csX41" fmla="*/ 112596 w 1051466"/>
              <a:gd name="csY41" fmla="*/ 90849 h 163337"/>
              <a:gd name="csX42" fmla="*/ 120497 w 1051466"/>
              <a:gd name="csY42" fmla="*/ 82008 h 163337"/>
              <a:gd name="csX43" fmla="*/ 131549 w 1051466"/>
              <a:gd name="csY43" fmla="*/ 76996 h 163337"/>
              <a:gd name="csX44" fmla="*/ 145141 w 1051466"/>
              <a:gd name="csY44" fmla="*/ 74698 h 163337"/>
              <a:gd name="csX45" fmla="*/ 172422 w 1051466"/>
              <a:gd name="csY45" fmla="*/ 69434 h 163337"/>
              <a:gd name="csX46" fmla="*/ 172509 w 1051466"/>
              <a:gd name="csY46" fmla="*/ 65439 h 163337"/>
              <a:gd name="csX47" fmla="*/ 168175 w 1051466"/>
              <a:gd name="csY47" fmla="*/ 52264 h 163337"/>
              <a:gd name="csX48" fmla="*/ 150754 w 1051466"/>
              <a:gd name="csY48" fmla="*/ 47087 h 163337"/>
              <a:gd name="csX49" fmla="*/ 134777 w 1051466"/>
              <a:gd name="csY49" fmla="*/ 50907 h 163337"/>
              <a:gd name="csX50" fmla="*/ 127215 w 1051466"/>
              <a:gd name="csY50" fmla="*/ 64247 h 163337"/>
              <a:gd name="csX51" fmla="*/ 112256 w 1051466"/>
              <a:gd name="csY51" fmla="*/ 62211 h 163337"/>
              <a:gd name="csX52" fmla="*/ 118974 w 1051466"/>
              <a:gd name="csY52" fmla="*/ 46747 h 163337"/>
              <a:gd name="csX53" fmla="*/ 132480 w 1051466"/>
              <a:gd name="csY53" fmla="*/ 37654 h 163337"/>
              <a:gd name="csX54" fmla="*/ 152964 w 1051466"/>
              <a:gd name="csY54" fmla="*/ 34425 h 163337"/>
              <a:gd name="csX55" fmla="*/ 171743 w 1051466"/>
              <a:gd name="csY55" fmla="*/ 37140 h 163337"/>
              <a:gd name="csX56" fmla="*/ 182368 w 1051466"/>
              <a:gd name="csY56" fmla="*/ 44024 h 163337"/>
              <a:gd name="csX57" fmla="*/ 187128 w 1051466"/>
              <a:gd name="csY57" fmla="*/ 54388 h 163337"/>
              <a:gd name="csX58" fmla="*/ 187885 w 1051466"/>
              <a:gd name="csY58" fmla="*/ 68502 h 163337"/>
              <a:gd name="csX59" fmla="*/ 187885 w 1051466"/>
              <a:gd name="csY59" fmla="*/ 88891 h 163337"/>
              <a:gd name="csX60" fmla="*/ 188825 w 1051466"/>
              <a:gd name="csY60" fmla="*/ 115920 h 163337"/>
              <a:gd name="csX61" fmla="*/ 192733 w 1051466"/>
              <a:gd name="csY61" fmla="*/ 126710 h 163337"/>
              <a:gd name="csX62" fmla="*/ 176756 w 1051466"/>
              <a:gd name="csY62" fmla="*/ 126710 h 163337"/>
              <a:gd name="csX63" fmla="*/ 173701 w 1051466"/>
              <a:gd name="csY63" fmla="*/ 115580 h 163337"/>
              <a:gd name="csX64" fmla="*/ 172422 w 1051466"/>
              <a:gd name="csY64" fmla="*/ 81416 h 163337"/>
              <a:gd name="csX65" fmla="*/ 147438 w 1051466"/>
              <a:gd name="csY65" fmla="*/ 87194 h 163337"/>
              <a:gd name="csX66" fmla="*/ 134098 w 1051466"/>
              <a:gd name="csY66" fmla="*/ 90258 h 163337"/>
              <a:gd name="csX67" fmla="*/ 128059 w 1051466"/>
              <a:gd name="csY67" fmla="*/ 95270 h 163337"/>
              <a:gd name="csX68" fmla="*/ 125936 w 1051466"/>
              <a:gd name="csY68" fmla="*/ 102493 h 163337"/>
              <a:gd name="csX69" fmla="*/ 130530 w 1051466"/>
              <a:gd name="csY69" fmla="*/ 112691 h 163337"/>
              <a:gd name="csX70" fmla="*/ 144123 w 1051466"/>
              <a:gd name="csY70" fmla="*/ 116764 h 163337"/>
              <a:gd name="csX71" fmla="*/ 159847 w 1051466"/>
              <a:gd name="csY71" fmla="*/ 112944 h 163337"/>
              <a:gd name="csX72" fmla="*/ 169959 w 1051466"/>
              <a:gd name="csY72" fmla="*/ 102319 h 163337"/>
              <a:gd name="csX73" fmla="*/ 172422 w 1051466"/>
              <a:gd name="csY73" fmla="*/ 87020 h 163337"/>
              <a:gd name="csX74" fmla="*/ 172422 w 1051466"/>
              <a:gd name="csY74" fmla="*/ 81416 h 163337"/>
              <a:gd name="csX75" fmla="*/ 208884 w 1051466"/>
              <a:gd name="csY75" fmla="*/ 134185 h 163337"/>
              <a:gd name="csX76" fmla="*/ 223755 w 1051466"/>
              <a:gd name="csY76" fmla="*/ 136396 h 163337"/>
              <a:gd name="csX77" fmla="*/ 228933 w 1051466"/>
              <a:gd name="csY77" fmla="*/ 146429 h 163337"/>
              <a:gd name="csX78" fmla="*/ 244483 w 1051466"/>
              <a:gd name="csY78" fmla="*/ 150676 h 163337"/>
              <a:gd name="csX79" fmla="*/ 260887 w 1051466"/>
              <a:gd name="csY79" fmla="*/ 146429 h 163337"/>
              <a:gd name="csX80" fmla="*/ 268710 w 1051466"/>
              <a:gd name="csY80" fmla="*/ 134525 h 163337"/>
              <a:gd name="csX81" fmla="*/ 269815 w 1051466"/>
              <a:gd name="csY81" fmla="*/ 114902 h 163337"/>
              <a:gd name="csX82" fmla="*/ 244823 w 1051466"/>
              <a:gd name="csY82" fmla="*/ 126710 h 163337"/>
              <a:gd name="csX83" fmla="*/ 216019 w 1051466"/>
              <a:gd name="csY83" fmla="*/ 113283 h 163337"/>
              <a:gd name="csX84" fmla="*/ 205820 w 1051466"/>
              <a:gd name="csY84" fmla="*/ 81077 h 163337"/>
              <a:gd name="csX85" fmla="*/ 210493 w 1051466"/>
              <a:gd name="csY85" fmla="*/ 57277 h 163337"/>
              <a:gd name="csX86" fmla="*/ 224008 w 1051466"/>
              <a:gd name="csY86" fmla="*/ 40369 h 163337"/>
              <a:gd name="csX87" fmla="*/ 244910 w 1051466"/>
              <a:gd name="csY87" fmla="*/ 34425 h 163337"/>
              <a:gd name="csX88" fmla="*/ 271260 w 1051466"/>
              <a:gd name="csY88" fmla="*/ 47339 h 163337"/>
              <a:gd name="csX89" fmla="*/ 271260 w 1051466"/>
              <a:gd name="csY89" fmla="*/ 36462 h 163337"/>
              <a:gd name="csX90" fmla="*/ 285366 w 1051466"/>
              <a:gd name="csY90" fmla="*/ 36462 h 163337"/>
              <a:gd name="csX91" fmla="*/ 285366 w 1051466"/>
              <a:gd name="csY91" fmla="*/ 114475 h 163337"/>
              <a:gd name="csX92" fmla="*/ 281032 w 1051466"/>
              <a:gd name="csY92" fmla="*/ 144297 h 163337"/>
              <a:gd name="csX93" fmla="*/ 267431 w 1051466"/>
              <a:gd name="csY93" fmla="*/ 158238 h 163337"/>
              <a:gd name="csX94" fmla="*/ 244571 w 1051466"/>
              <a:gd name="csY94" fmla="*/ 163337 h 163337"/>
              <a:gd name="csX95" fmla="*/ 218482 w 1051466"/>
              <a:gd name="csY95" fmla="*/ 156027 h 163337"/>
              <a:gd name="csX96" fmla="*/ 208884 w 1051466"/>
              <a:gd name="csY96" fmla="*/ 134185 h 163337"/>
              <a:gd name="csX97" fmla="*/ 221545 w 1051466"/>
              <a:gd name="csY97" fmla="*/ 79972 h 163337"/>
              <a:gd name="csX98" fmla="*/ 228594 w 1051466"/>
              <a:gd name="csY98" fmla="*/ 105886 h 163337"/>
              <a:gd name="csX99" fmla="*/ 246267 w 1051466"/>
              <a:gd name="csY99" fmla="*/ 114049 h 163337"/>
              <a:gd name="csX100" fmla="*/ 263950 w 1051466"/>
              <a:gd name="csY100" fmla="*/ 105973 h 163337"/>
              <a:gd name="csX101" fmla="*/ 271086 w 1051466"/>
              <a:gd name="csY101" fmla="*/ 80485 h 163337"/>
              <a:gd name="csX102" fmla="*/ 263689 w 1051466"/>
              <a:gd name="csY102" fmla="*/ 55493 h 163337"/>
              <a:gd name="csX103" fmla="*/ 246015 w 1051466"/>
              <a:gd name="csY103" fmla="*/ 47087 h 163337"/>
              <a:gd name="csX104" fmla="*/ 228681 w 1051466"/>
              <a:gd name="csY104" fmla="*/ 55415 h 163337"/>
              <a:gd name="csX105" fmla="*/ 221545 w 1051466"/>
              <a:gd name="csY105" fmla="*/ 79972 h 163337"/>
              <a:gd name="csX106" fmla="*/ 302613 w 1051466"/>
              <a:gd name="csY106" fmla="*/ 89318 h 163337"/>
              <a:gd name="csX107" fmla="*/ 302613 w 1051466"/>
              <a:gd name="csY107" fmla="*/ 73941 h 163337"/>
              <a:gd name="csX108" fmla="*/ 349604 w 1051466"/>
              <a:gd name="csY108" fmla="*/ 73941 h 163337"/>
              <a:gd name="csX109" fmla="*/ 349604 w 1051466"/>
              <a:gd name="csY109" fmla="*/ 89318 h 163337"/>
              <a:gd name="csX110" fmla="*/ 302613 w 1051466"/>
              <a:gd name="csY110" fmla="*/ 89318 h 163337"/>
              <a:gd name="csX111" fmla="*/ 360821 w 1051466"/>
              <a:gd name="csY111" fmla="*/ 81582 h 163337"/>
              <a:gd name="csX112" fmla="*/ 374762 w 1051466"/>
              <a:gd name="csY112" fmla="*/ 44450 h 163337"/>
              <a:gd name="csX113" fmla="*/ 403148 w 1051466"/>
              <a:gd name="csY113" fmla="*/ 34425 h 163337"/>
              <a:gd name="csX114" fmla="*/ 433570 w 1051466"/>
              <a:gd name="csY114" fmla="*/ 46660 h 163337"/>
              <a:gd name="csX115" fmla="*/ 445379 w 1051466"/>
              <a:gd name="csY115" fmla="*/ 80311 h 163337"/>
              <a:gd name="csX116" fmla="*/ 440114 w 1051466"/>
              <a:gd name="csY116" fmla="*/ 107757 h 163337"/>
              <a:gd name="csX117" fmla="*/ 424903 w 1051466"/>
              <a:gd name="csY117" fmla="*/ 123230 h 163337"/>
              <a:gd name="csX118" fmla="*/ 403148 w 1051466"/>
              <a:gd name="csY118" fmla="*/ 128747 h 163337"/>
              <a:gd name="csX119" fmla="*/ 372464 w 1051466"/>
              <a:gd name="csY119" fmla="*/ 116599 h 163337"/>
              <a:gd name="csX120" fmla="*/ 360821 w 1051466"/>
              <a:gd name="csY120" fmla="*/ 81582 h 163337"/>
              <a:gd name="csX121" fmla="*/ 376546 w 1051466"/>
              <a:gd name="csY121" fmla="*/ 81582 h 163337"/>
              <a:gd name="csX122" fmla="*/ 384108 w 1051466"/>
              <a:gd name="csY122" fmla="*/ 107592 h 163337"/>
              <a:gd name="csX123" fmla="*/ 403148 w 1051466"/>
              <a:gd name="csY123" fmla="*/ 116172 h 163337"/>
              <a:gd name="csX124" fmla="*/ 422101 w 1051466"/>
              <a:gd name="csY124" fmla="*/ 107505 h 163337"/>
              <a:gd name="csX125" fmla="*/ 429663 w 1051466"/>
              <a:gd name="csY125" fmla="*/ 81077 h 163337"/>
              <a:gd name="csX126" fmla="*/ 422014 w 1051466"/>
              <a:gd name="csY126" fmla="*/ 55754 h 163337"/>
              <a:gd name="csX127" fmla="*/ 403148 w 1051466"/>
              <a:gd name="csY127" fmla="*/ 47087 h 163337"/>
              <a:gd name="csX128" fmla="*/ 384108 w 1051466"/>
              <a:gd name="csY128" fmla="*/ 55667 h 163337"/>
              <a:gd name="csX129" fmla="*/ 376546 w 1051466"/>
              <a:gd name="csY129" fmla="*/ 81582 h 163337"/>
              <a:gd name="csX130" fmla="*/ 467055 w 1051466"/>
              <a:gd name="csY130" fmla="*/ 126710 h 163337"/>
              <a:gd name="csX131" fmla="*/ 467055 w 1051466"/>
              <a:gd name="csY131" fmla="*/ 48357 h 163337"/>
              <a:gd name="csX132" fmla="*/ 453541 w 1051466"/>
              <a:gd name="csY132" fmla="*/ 48357 h 163337"/>
              <a:gd name="csX133" fmla="*/ 453541 w 1051466"/>
              <a:gd name="csY133" fmla="*/ 36462 h 163337"/>
              <a:gd name="csX134" fmla="*/ 467055 w 1051466"/>
              <a:gd name="csY134" fmla="*/ 36462 h 163337"/>
              <a:gd name="csX135" fmla="*/ 467055 w 1051466"/>
              <a:gd name="csY135" fmla="*/ 26854 h 163337"/>
              <a:gd name="csX136" fmla="*/ 468665 w 1051466"/>
              <a:gd name="csY136" fmla="*/ 13349 h 163337"/>
              <a:gd name="csX137" fmla="*/ 476401 w 1051466"/>
              <a:gd name="csY137" fmla="*/ 3742 h 163337"/>
              <a:gd name="csX138" fmla="*/ 492039 w 1051466"/>
              <a:gd name="csY138" fmla="*/ 0 h 163337"/>
              <a:gd name="csX139" fmla="*/ 506310 w 1051466"/>
              <a:gd name="csY139" fmla="*/ 1532 h 163337"/>
              <a:gd name="csX140" fmla="*/ 504022 w 1051466"/>
              <a:gd name="csY140" fmla="*/ 14872 h 163337"/>
              <a:gd name="csX141" fmla="*/ 495006 w 1051466"/>
              <a:gd name="csY141" fmla="*/ 14028 h 163337"/>
              <a:gd name="csX142" fmla="*/ 485156 w 1051466"/>
              <a:gd name="csY142" fmla="*/ 17004 h 163337"/>
              <a:gd name="csX143" fmla="*/ 482267 w 1051466"/>
              <a:gd name="csY143" fmla="*/ 28134 h 163337"/>
              <a:gd name="csX144" fmla="*/ 482267 w 1051466"/>
              <a:gd name="csY144" fmla="*/ 36462 h 163337"/>
              <a:gd name="csX145" fmla="*/ 499853 w 1051466"/>
              <a:gd name="csY145" fmla="*/ 36462 h 163337"/>
              <a:gd name="csX146" fmla="*/ 499853 w 1051466"/>
              <a:gd name="csY146" fmla="*/ 48357 h 163337"/>
              <a:gd name="csX147" fmla="*/ 482267 w 1051466"/>
              <a:gd name="csY147" fmla="*/ 48357 h 163337"/>
              <a:gd name="csX148" fmla="*/ 482267 w 1051466"/>
              <a:gd name="csY148" fmla="*/ 126710 h 163337"/>
              <a:gd name="csX149" fmla="*/ 467055 w 1051466"/>
              <a:gd name="csY149" fmla="*/ 126710 h 163337"/>
              <a:gd name="csX150" fmla="*/ 505884 w 1051466"/>
              <a:gd name="csY150" fmla="*/ 89318 h 163337"/>
              <a:gd name="csX151" fmla="*/ 505884 w 1051466"/>
              <a:gd name="csY151" fmla="*/ 73941 h 163337"/>
              <a:gd name="csX152" fmla="*/ 552883 w 1051466"/>
              <a:gd name="csY152" fmla="*/ 73941 h 163337"/>
              <a:gd name="csX153" fmla="*/ 552883 w 1051466"/>
              <a:gd name="csY153" fmla="*/ 89318 h 163337"/>
              <a:gd name="csX154" fmla="*/ 505884 w 1051466"/>
              <a:gd name="csY154" fmla="*/ 89318 h 163337"/>
              <a:gd name="csX155" fmla="*/ 593504 w 1051466"/>
              <a:gd name="csY155" fmla="*/ 126710 h 163337"/>
              <a:gd name="csX156" fmla="*/ 560445 w 1051466"/>
              <a:gd name="csY156" fmla="*/ 2132 h 163337"/>
              <a:gd name="csX157" fmla="*/ 577354 w 1051466"/>
              <a:gd name="csY157" fmla="*/ 2132 h 163337"/>
              <a:gd name="csX158" fmla="*/ 596307 w 1051466"/>
              <a:gd name="csY158" fmla="*/ 83792 h 163337"/>
              <a:gd name="csX159" fmla="*/ 601571 w 1051466"/>
              <a:gd name="csY159" fmla="*/ 109289 h 163337"/>
              <a:gd name="csX160" fmla="*/ 607184 w 1051466"/>
              <a:gd name="csY160" fmla="*/ 86263 h 163337"/>
              <a:gd name="csX161" fmla="*/ 630897 w 1051466"/>
              <a:gd name="csY161" fmla="*/ 2132 h 163337"/>
              <a:gd name="csX162" fmla="*/ 650781 w 1051466"/>
              <a:gd name="csY162" fmla="*/ 2132 h 163337"/>
              <a:gd name="csX163" fmla="*/ 668629 w 1051466"/>
              <a:gd name="csY163" fmla="*/ 65187 h 163337"/>
              <a:gd name="csX164" fmla="*/ 678314 w 1051466"/>
              <a:gd name="csY164" fmla="*/ 109289 h 163337"/>
              <a:gd name="csX165" fmla="*/ 684519 w 1051466"/>
              <a:gd name="csY165" fmla="*/ 82182 h 163337"/>
              <a:gd name="csX166" fmla="*/ 704064 w 1051466"/>
              <a:gd name="csY166" fmla="*/ 2132 h 163337"/>
              <a:gd name="csX167" fmla="*/ 720633 w 1051466"/>
              <a:gd name="csY167" fmla="*/ 2132 h 163337"/>
              <a:gd name="csX168" fmla="*/ 686468 w 1051466"/>
              <a:gd name="csY168" fmla="*/ 126710 h 163337"/>
              <a:gd name="csX169" fmla="*/ 670578 w 1051466"/>
              <a:gd name="csY169" fmla="*/ 126710 h 163337"/>
              <a:gd name="csX170" fmla="*/ 644324 w 1051466"/>
              <a:gd name="csY170" fmla="*/ 31789 h 163337"/>
              <a:gd name="csX171" fmla="*/ 640408 w 1051466"/>
              <a:gd name="csY171" fmla="*/ 17169 h 163337"/>
              <a:gd name="csX172" fmla="*/ 636754 w 1051466"/>
              <a:gd name="csY172" fmla="*/ 31789 h 163337"/>
              <a:gd name="csX173" fmla="*/ 610325 w 1051466"/>
              <a:gd name="csY173" fmla="*/ 126710 h 163337"/>
              <a:gd name="csX174" fmla="*/ 593504 w 1051466"/>
              <a:gd name="csY174" fmla="*/ 126710 h 163337"/>
              <a:gd name="csX175" fmla="*/ 725218 w 1051466"/>
              <a:gd name="csY175" fmla="*/ 81582 h 163337"/>
              <a:gd name="csX176" fmla="*/ 739159 w 1051466"/>
              <a:gd name="csY176" fmla="*/ 44450 h 163337"/>
              <a:gd name="csX177" fmla="*/ 767545 w 1051466"/>
              <a:gd name="csY177" fmla="*/ 34425 h 163337"/>
              <a:gd name="csX178" fmla="*/ 797967 w 1051466"/>
              <a:gd name="csY178" fmla="*/ 46660 h 163337"/>
              <a:gd name="csX179" fmla="*/ 809776 w 1051466"/>
              <a:gd name="csY179" fmla="*/ 80311 h 163337"/>
              <a:gd name="csX180" fmla="*/ 804511 w 1051466"/>
              <a:gd name="csY180" fmla="*/ 107757 h 163337"/>
              <a:gd name="csX181" fmla="*/ 789300 w 1051466"/>
              <a:gd name="csY181" fmla="*/ 123230 h 163337"/>
              <a:gd name="csX182" fmla="*/ 767545 w 1051466"/>
              <a:gd name="csY182" fmla="*/ 128747 h 163337"/>
              <a:gd name="csX183" fmla="*/ 736862 w 1051466"/>
              <a:gd name="csY183" fmla="*/ 116599 h 163337"/>
              <a:gd name="csX184" fmla="*/ 725218 w 1051466"/>
              <a:gd name="csY184" fmla="*/ 81582 h 163337"/>
              <a:gd name="csX185" fmla="*/ 740943 w 1051466"/>
              <a:gd name="csY185" fmla="*/ 81582 h 163337"/>
              <a:gd name="csX186" fmla="*/ 748505 w 1051466"/>
              <a:gd name="csY186" fmla="*/ 107592 h 163337"/>
              <a:gd name="csX187" fmla="*/ 767545 w 1051466"/>
              <a:gd name="csY187" fmla="*/ 116172 h 163337"/>
              <a:gd name="csX188" fmla="*/ 786489 w 1051466"/>
              <a:gd name="csY188" fmla="*/ 107505 h 163337"/>
              <a:gd name="csX189" fmla="*/ 794060 w 1051466"/>
              <a:gd name="csY189" fmla="*/ 81077 h 163337"/>
              <a:gd name="csX190" fmla="*/ 786411 w 1051466"/>
              <a:gd name="csY190" fmla="*/ 55754 h 163337"/>
              <a:gd name="csX191" fmla="*/ 767545 w 1051466"/>
              <a:gd name="csY191" fmla="*/ 47087 h 163337"/>
              <a:gd name="csX192" fmla="*/ 748505 w 1051466"/>
              <a:gd name="csY192" fmla="*/ 55667 h 163337"/>
              <a:gd name="csX193" fmla="*/ 740943 w 1051466"/>
              <a:gd name="csY193" fmla="*/ 81582 h 163337"/>
              <a:gd name="csX194" fmla="*/ 827624 w 1051466"/>
              <a:gd name="csY194" fmla="*/ 126710 h 163337"/>
              <a:gd name="csX195" fmla="*/ 827624 w 1051466"/>
              <a:gd name="csY195" fmla="*/ 36462 h 163337"/>
              <a:gd name="csX196" fmla="*/ 841391 w 1051466"/>
              <a:gd name="csY196" fmla="*/ 36462 h 163337"/>
              <a:gd name="csX197" fmla="*/ 841391 w 1051466"/>
              <a:gd name="csY197" fmla="*/ 50141 h 163337"/>
              <a:gd name="csX198" fmla="*/ 851076 w 1051466"/>
              <a:gd name="csY198" fmla="*/ 37480 h 163337"/>
              <a:gd name="csX199" fmla="*/ 860935 w 1051466"/>
              <a:gd name="csY199" fmla="*/ 34425 h 163337"/>
              <a:gd name="csX200" fmla="*/ 876660 w 1051466"/>
              <a:gd name="csY200" fmla="*/ 39351 h 163337"/>
              <a:gd name="csX201" fmla="*/ 871386 w 1051466"/>
              <a:gd name="csY201" fmla="*/ 53544 h 163337"/>
              <a:gd name="csX202" fmla="*/ 860170 w 1051466"/>
              <a:gd name="csY202" fmla="*/ 50228 h 163337"/>
              <a:gd name="csX203" fmla="*/ 851163 w 1051466"/>
              <a:gd name="csY203" fmla="*/ 53283 h 163337"/>
              <a:gd name="csX204" fmla="*/ 845472 w 1051466"/>
              <a:gd name="csY204" fmla="*/ 61619 h 163337"/>
              <a:gd name="csX205" fmla="*/ 842922 w 1051466"/>
              <a:gd name="csY205" fmla="*/ 79458 h 163337"/>
              <a:gd name="csX206" fmla="*/ 842922 w 1051466"/>
              <a:gd name="csY206" fmla="*/ 126710 h 163337"/>
              <a:gd name="csX207" fmla="*/ 827624 w 1051466"/>
              <a:gd name="csY207" fmla="*/ 126710 h 163337"/>
              <a:gd name="csX208" fmla="*/ 944301 w 1051466"/>
              <a:gd name="csY208" fmla="*/ 126710 h 163337"/>
              <a:gd name="csX209" fmla="*/ 944301 w 1051466"/>
              <a:gd name="csY209" fmla="*/ 115319 h 163337"/>
              <a:gd name="csX210" fmla="*/ 919065 w 1051466"/>
              <a:gd name="csY210" fmla="*/ 128747 h 163337"/>
              <a:gd name="csX211" fmla="*/ 899181 w 1051466"/>
              <a:gd name="csY211" fmla="*/ 122803 h 163337"/>
              <a:gd name="csX212" fmla="*/ 885153 w 1051466"/>
              <a:gd name="csY212" fmla="*/ 106226 h 163337"/>
              <a:gd name="csX213" fmla="*/ 880228 w 1051466"/>
              <a:gd name="csY213" fmla="*/ 81669 h 163337"/>
              <a:gd name="csX214" fmla="*/ 884735 w 1051466"/>
              <a:gd name="csY214" fmla="*/ 57198 h 163337"/>
              <a:gd name="csX215" fmla="*/ 898241 w 1051466"/>
              <a:gd name="csY215" fmla="*/ 40282 h 163337"/>
              <a:gd name="csX216" fmla="*/ 918386 w 1051466"/>
              <a:gd name="csY216" fmla="*/ 34425 h 163337"/>
              <a:gd name="csX217" fmla="*/ 932919 w 1051466"/>
              <a:gd name="csY217" fmla="*/ 37906 h 163337"/>
              <a:gd name="csX218" fmla="*/ 943283 w 1051466"/>
              <a:gd name="csY218" fmla="*/ 46826 h 163337"/>
              <a:gd name="csX219" fmla="*/ 943283 w 1051466"/>
              <a:gd name="csY219" fmla="*/ 2132 h 163337"/>
              <a:gd name="csX220" fmla="*/ 958494 w 1051466"/>
              <a:gd name="csY220" fmla="*/ 2132 h 163337"/>
              <a:gd name="csX221" fmla="*/ 958494 w 1051466"/>
              <a:gd name="csY221" fmla="*/ 126710 h 163337"/>
              <a:gd name="csX222" fmla="*/ 944301 w 1051466"/>
              <a:gd name="csY222" fmla="*/ 126710 h 163337"/>
              <a:gd name="csX223" fmla="*/ 895952 w 1051466"/>
              <a:gd name="csY223" fmla="*/ 81669 h 163337"/>
              <a:gd name="csX224" fmla="*/ 903253 w 1051466"/>
              <a:gd name="csY224" fmla="*/ 107592 h 163337"/>
              <a:gd name="csX225" fmla="*/ 920509 w 1051466"/>
              <a:gd name="csY225" fmla="*/ 116172 h 163337"/>
              <a:gd name="csX226" fmla="*/ 937504 w 1051466"/>
              <a:gd name="csY226" fmla="*/ 108018 h 163337"/>
              <a:gd name="csX227" fmla="*/ 944562 w 1051466"/>
              <a:gd name="csY227" fmla="*/ 82948 h 163337"/>
              <a:gd name="csX228" fmla="*/ 937418 w 1051466"/>
              <a:gd name="csY228" fmla="*/ 55754 h 163337"/>
              <a:gd name="csX229" fmla="*/ 919831 w 1051466"/>
              <a:gd name="csY229" fmla="*/ 47087 h 163337"/>
              <a:gd name="csX230" fmla="*/ 902749 w 1051466"/>
              <a:gd name="csY230" fmla="*/ 55415 h 163337"/>
              <a:gd name="csX231" fmla="*/ 895952 w 1051466"/>
              <a:gd name="csY231" fmla="*/ 81669 h 163337"/>
              <a:gd name="csX232" fmla="*/ 976507 w 1051466"/>
              <a:gd name="csY232" fmla="*/ 99769 h 163337"/>
              <a:gd name="csX233" fmla="*/ 991640 w 1051466"/>
              <a:gd name="csY233" fmla="*/ 97393 h 163337"/>
              <a:gd name="csX234" fmla="*/ 998688 w 1051466"/>
              <a:gd name="csY234" fmla="*/ 111325 h 163337"/>
              <a:gd name="csX235" fmla="*/ 1015005 w 1051466"/>
              <a:gd name="csY235" fmla="*/ 116172 h 163337"/>
              <a:gd name="csX236" fmla="*/ 1030642 w 1051466"/>
              <a:gd name="csY236" fmla="*/ 111926 h 163337"/>
              <a:gd name="csX237" fmla="*/ 1035742 w 1051466"/>
              <a:gd name="csY237" fmla="*/ 101814 h 163337"/>
              <a:gd name="csX238" fmla="*/ 1031243 w 1051466"/>
              <a:gd name="csY238" fmla="*/ 93651 h 163337"/>
              <a:gd name="csX239" fmla="*/ 1015605 w 1051466"/>
              <a:gd name="csY239" fmla="*/ 88465 h 163337"/>
              <a:gd name="csX240" fmla="*/ 992232 w 1051466"/>
              <a:gd name="csY240" fmla="*/ 81164 h 163337"/>
              <a:gd name="csX241" fmla="*/ 982372 w 1051466"/>
              <a:gd name="csY241" fmla="*/ 72575 h 163337"/>
              <a:gd name="csX242" fmla="*/ 979057 w 1051466"/>
              <a:gd name="csY242" fmla="*/ 60427 h 163337"/>
              <a:gd name="csX243" fmla="*/ 981780 w 1051466"/>
              <a:gd name="csY243" fmla="*/ 49297 h 163337"/>
              <a:gd name="csX244" fmla="*/ 989342 w 1051466"/>
              <a:gd name="csY244" fmla="*/ 40708 h 163337"/>
              <a:gd name="csX245" fmla="*/ 999028 w 1051466"/>
              <a:gd name="csY245" fmla="*/ 36287 h 163337"/>
              <a:gd name="csX246" fmla="*/ 1012290 w 1051466"/>
              <a:gd name="csY246" fmla="*/ 34425 h 163337"/>
              <a:gd name="csX247" fmla="*/ 1030895 w 1051466"/>
              <a:gd name="csY247" fmla="*/ 37480 h 163337"/>
              <a:gd name="csX248" fmla="*/ 1042799 w 1051466"/>
              <a:gd name="csY248" fmla="*/ 45808 h 163337"/>
              <a:gd name="csX249" fmla="*/ 1048064 w 1051466"/>
              <a:gd name="csY249" fmla="*/ 59748 h 163337"/>
              <a:gd name="csX250" fmla="*/ 1033105 w 1051466"/>
              <a:gd name="csY250" fmla="*/ 61784 h 163337"/>
              <a:gd name="csX251" fmla="*/ 1027161 w 1051466"/>
              <a:gd name="csY251" fmla="*/ 50907 h 163337"/>
              <a:gd name="csX252" fmla="*/ 1013395 w 1051466"/>
              <a:gd name="csY252" fmla="*/ 47000 h 163337"/>
              <a:gd name="csX253" fmla="*/ 998349 w 1051466"/>
              <a:gd name="csY253" fmla="*/ 50481 h 163337"/>
              <a:gd name="csX254" fmla="*/ 993850 w 1051466"/>
              <a:gd name="csY254" fmla="*/ 58643 h 163337"/>
              <a:gd name="csX255" fmla="*/ 995712 w 1051466"/>
              <a:gd name="csY255" fmla="*/ 63995 h 163337"/>
              <a:gd name="csX256" fmla="*/ 1001578 w 1051466"/>
              <a:gd name="csY256" fmla="*/ 68076 h 163337"/>
              <a:gd name="csX257" fmla="*/ 1015092 w 1051466"/>
              <a:gd name="csY257" fmla="*/ 71983 h 163337"/>
              <a:gd name="csX258" fmla="*/ 1037700 w 1051466"/>
              <a:gd name="csY258" fmla="*/ 79119 h 163337"/>
              <a:gd name="csX259" fmla="*/ 1047811 w 1051466"/>
              <a:gd name="csY259" fmla="*/ 87107 h 163337"/>
              <a:gd name="csX260" fmla="*/ 1051466 w 1051466"/>
              <a:gd name="csY260" fmla="*/ 100195 h 163337"/>
              <a:gd name="csX261" fmla="*/ 1046959 w 1051466"/>
              <a:gd name="csY261" fmla="*/ 114641 h 163337"/>
              <a:gd name="csX262" fmla="*/ 1034132 w 1051466"/>
              <a:gd name="csY262" fmla="*/ 125092 h 163337"/>
              <a:gd name="csX263" fmla="*/ 1015092 w 1051466"/>
              <a:gd name="csY263" fmla="*/ 128747 h 163337"/>
              <a:gd name="csX264" fmla="*/ 988237 w 1051466"/>
              <a:gd name="csY264" fmla="*/ 121446 h 163337"/>
              <a:gd name="csX265" fmla="*/ 976507 w 1051466"/>
              <a:gd name="csY265" fmla="*/ 99769 h 163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</a:cxnLst>
            <a:rect l="l" t="t" r="r" b="b"/>
            <a:pathLst>
              <a:path w="1051466" h="163337">
                <a:moveTo>
                  <a:pt x="0" y="126710"/>
                </a:moveTo>
                <a:lnTo>
                  <a:pt x="0" y="2132"/>
                </a:lnTo>
                <a:lnTo>
                  <a:pt x="46738" y="2132"/>
                </a:lnTo>
                <a:cubicBezTo>
                  <a:pt x="56250" y="2132"/>
                  <a:pt x="63873" y="3403"/>
                  <a:pt x="69599" y="5952"/>
                </a:cubicBezTo>
                <a:cubicBezTo>
                  <a:pt x="75377" y="8450"/>
                  <a:pt x="79876" y="12322"/>
                  <a:pt x="83104" y="17596"/>
                </a:cubicBezTo>
                <a:cubicBezTo>
                  <a:pt x="86394" y="22808"/>
                  <a:pt x="88038" y="28273"/>
                  <a:pt x="88038" y="33999"/>
                </a:cubicBezTo>
                <a:cubicBezTo>
                  <a:pt x="88038" y="39324"/>
                  <a:pt x="86594" y="44337"/>
                  <a:pt x="83705" y="49036"/>
                </a:cubicBezTo>
                <a:cubicBezTo>
                  <a:pt x="80816" y="53744"/>
                  <a:pt x="76447" y="57538"/>
                  <a:pt x="70617" y="60427"/>
                </a:cubicBezTo>
                <a:cubicBezTo>
                  <a:pt x="78153" y="62637"/>
                  <a:pt x="83931" y="66405"/>
                  <a:pt x="87951" y="71731"/>
                </a:cubicBezTo>
                <a:cubicBezTo>
                  <a:pt x="92033" y="77057"/>
                  <a:pt x="94069" y="83339"/>
                  <a:pt x="94069" y="90597"/>
                </a:cubicBezTo>
                <a:cubicBezTo>
                  <a:pt x="94069" y="96427"/>
                  <a:pt x="92824" y="101866"/>
                  <a:pt x="90327" y="106913"/>
                </a:cubicBezTo>
                <a:cubicBezTo>
                  <a:pt x="87899" y="111899"/>
                  <a:pt x="84862" y="115746"/>
                  <a:pt x="81242" y="118469"/>
                </a:cubicBezTo>
                <a:cubicBezTo>
                  <a:pt x="77613" y="121185"/>
                  <a:pt x="73053" y="123256"/>
                  <a:pt x="67554" y="124674"/>
                </a:cubicBezTo>
                <a:cubicBezTo>
                  <a:pt x="62115" y="126032"/>
                  <a:pt x="55432" y="126710"/>
                  <a:pt x="47504" y="126710"/>
                </a:cubicBezTo>
                <a:lnTo>
                  <a:pt x="0" y="126710"/>
                </a:lnTo>
                <a:close/>
                <a:moveTo>
                  <a:pt x="16482" y="54475"/>
                </a:moveTo>
                <a:lnTo>
                  <a:pt x="43423" y="54475"/>
                </a:lnTo>
                <a:cubicBezTo>
                  <a:pt x="50733" y="54475"/>
                  <a:pt x="55971" y="53996"/>
                  <a:pt x="59148" y="53030"/>
                </a:cubicBezTo>
                <a:cubicBezTo>
                  <a:pt x="63333" y="51786"/>
                  <a:pt x="66484" y="49715"/>
                  <a:pt x="68572" y="46826"/>
                </a:cubicBezTo>
                <a:cubicBezTo>
                  <a:pt x="70730" y="43937"/>
                  <a:pt x="71809" y="40317"/>
                  <a:pt x="71809" y="35948"/>
                </a:cubicBezTo>
                <a:cubicBezTo>
                  <a:pt x="71809" y="31815"/>
                  <a:pt x="70817" y="28186"/>
                  <a:pt x="68833" y="25071"/>
                </a:cubicBezTo>
                <a:cubicBezTo>
                  <a:pt x="66849" y="21903"/>
                  <a:pt x="64012" y="19745"/>
                  <a:pt x="60331" y="18614"/>
                </a:cubicBezTo>
                <a:cubicBezTo>
                  <a:pt x="56650" y="17421"/>
                  <a:pt x="50333" y="16830"/>
                  <a:pt x="41387" y="16830"/>
                </a:cubicBezTo>
                <a:lnTo>
                  <a:pt x="16482" y="16830"/>
                </a:lnTo>
                <a:lnTo>
                  <a:pt x="16482" y="54475"/>
                </a:lnTo>
                <a:close/>
                <a:moveTo>
                  <a:pt x="16482" y="112013"/>
                </a:moveTo>
                <a:lnTo>
                  <a:pt x="47504" y="112013"/>
                </a:lnTo>
                <a:cubicBezTo>
                  <a:pt x="52830" y="112013"/>
                  <a:pt x="56563" y="111812"/>
                  <a:pt x="58721" y="111412"/>
                </a:cubicBezTo>
                <a:cubicBezTo>
                  <a:pt x="62515" y="110733"/>
                  <a:pt x="65683" y="109602"/>
                  <a:pt x="68233" y="108018"/>
                </a:cubicBezTo>
                <a:cubicBezTo>
                  <a:pt x="70782" y="106426"/>
                  <a:pt x="72880" y="104137"/>
                  <a:pt x="74524" y="101135"/>
                </a:cubicBezTo>
                <a:cubicBezTo>
                  <a:pt x="76169" y="98072"/>
                  <a:pt x="76987" y="94556"/>
                  <a:pt x="76987" y="90597"/>
                </a:cubicBezTo>
                <a:cubicBezTo>
                  <a:pt x="76987" y="85950"/>
                  <a:pt x="75803" y="81930"/>
                  <a:pt x="73419" y="78527"/>
                </a:cubicBezTo>
                <a:cubicBezTo>
                  <a:pt x="71043" y="75072"/>
                  <a:pt x="67728" y="72662"/>
                  <a:pt x="63481" y="71304"/>
                </a:cubicBezTo>
                <a:cubicBezTo>
                  <a:pt x="59287" y="69886"/>
                  <a:pt x="53222" y="69181"/>
                  <a:pt x="45294" y="69181"/>
                </a:cubicBezTo>
                <a:lnTo>
                  <a:pt x="16482" y="69181"/>
                </a:lnTo>
                <a:lnTo>
                  <a:pt x="16482" y="112013"/>
                </a:lnTo>
                <a:close/>
                <a:moveTo>
                  <a:pt x="173701" y="115580"/>
                </a:moveTo>
                <a:cubicBezTo>
                  <a:pt x="168036" y="120393"/>
                  <a:pt x="162563" y="123795"/>
                  <a:pt x="157298" y="125779"/>
                </a:cubicBezTo>
                <a:cubicBezTo>
                  <a:pt x="152085" y="127755"/>
                  <a:pt x="146473" y="128747"/>
                  <a:pt x="140468" y="128747"/>
                </a:cubicBezTo>
                <a:cubicBezTo>
                  <a:pt x="130556" y="128747"/>
                  <a:pt x="122934" y="126345"/>
                  <a:pt x="117608" y="121524"/>
                </a:cubicBezTo>
                <a:cubicBezTo>
                  <a:pt x="112282" y="116651"/>
                  <a:pt x="109619" y="110455"/>
                  <a:pt x="109619" y="102919"/>
                </a:cubicBezTo>
                <a:cubicBezTo>
                  <a:pt x="109619" y="98498"/>
                  <a:pt x="110611" y="94478"/>
                  <a:pt x="112596" y="90849"/>
                </a:cubicBezTo>
                <a:cubicBezTo>
                  <a:pt x="114632" y="87168"/>
                  <a:pt x="117269" y="84218"/>
                  <a:pt x="120497" y="82008"/>
                </a:cubicBezTo>
                <a:cubicBezTo>
                  <a:pt x="123786" y="79798"/>
                  <a:pt x="127467" y="78127"/>
                  <a:pt x="131549" y="76996"/>
                </a:cubicBezTo>
                <a:cubicBezTo>
                  <a:pt x="134551" y="76204"/>
                  <a:pt x="139084" y="75438"/>
                  <a:pt x="145141" y="74698"/>
                </a:cubicBezTo>
                <a:cubicBezTo>
                  <a:pt x="157498" y="73228"/>
                  <a:pt x="166592" y="71470"/>
                  <a:pt x="172422" y="69434"/>
                </a:cubicBezTo>
                <a:cubicBezTo>
                  <a:pt x="172483" y="67336"/>
                  <a:pt x="172509" y="66005"/>
                  <a:pt x="172509" y="65439"/>
                </a:cubicBezTo>
                <a:cubicBezTo>
                  <a:pt x="172509" y="59209"/>
                  <a:pt x="171064" y="54814"/>
                  <a:pt x="168175" y="52264"/>
                </a:cubicBezTo>
                <a:cubicBezTo>
                  <a:pt x="164268" y="48810"/>
                  <a:pt x="158455" y="47087"/>
                  <a:pt x="150754" y="47087"/>
                </a:cubicBezTo>
                <a:cubicBezTo>
                  <a:pt x="143557" y="47087"/>
                  <a:pt x="138232" y="48357"/>
                  <a:pt x="134777" y="50907"/>
                </a:cubicBezTo>
                <a:cubicBezTo>
                  <a:pt x="131375" y="53404"/>
                  <a:pt x="128860" y="57851"/>
                  <a:pt x="127215" y="64247"/>
                </a:cubicBezTo>
                <a:lnTo>
                  <a:pt x="112256" y="62211"/>
                </a:lnTo>
                <a:cubicBezTo>
                  <a:pt x="113614" y="55806"/>
                  <a:pt x="115850" y="50655"/>
                  <a:pt x="118974" y="46747"/>
                </a:cubicBezTo>
                <a:cubicBezTo>
                  <a:pt x="122089" y="42779"/>
                  <a:pt x="126588" y="39751"/>
                  <a:pt x="132480" y="37654"/>
                </a:cubicBezTo>
                <a:cubicBezTo>
                  <a:pt x="138371" y="35496"/>
                  <a:pt x="145202" y="34425"/>
                  <a:pt x="152964" y="34425"/>
                </a:cubicBezTo>
                <a:cubicBezTo>
                  <a:pt x="160666" y="34425"/>
                  <a:pt x="166931" y="35330"/>
                  <a:pt x="171743" y="37140"/>
                </a:cubicBezTo>
                <a:cubicBezTo>
                  <a:pt x="176555" y="38950"/>
                  <a:pt x="180097" y="41248"/>
                  <a:pt x="182368" y="44024"/>
                </a:cubicBezTo>
                <a:cubicBezTo>
                  <a:pt x="184631" y="46747"/>
                  <a:pt x="186215" y="50202"/>
                  <a:pt x="187128" y="54388"/>
                </a:cubicBezTo>
                <a:cubicBezTo>
                  <a:pt x="187633" y="56998"/>
                  <a:pt x="187885" y="61697"/>
                  <a:pt x="187885" y="68502"/>
                </a:cubicBezTo>
                <a:lnTo>
                  <a:pt x="187885" y="88891"/>
                </a:lnTo>
                <a:cubicBezTo>
                  <a:pt x="187885" y="103110"/>
                  <a:pt x="188199" y="112126"/>
                  <a:pt x="188825" y="115920"/>
                </a:cubicBezTo>
                <a:cubicBezTo>
                  <a:pt x="189504" y="119653"/>
                  <a:pt x="190809" y="123256"/>
                  <a:pt x="192733" y="126710"/>
                </a:cubicBezTo>
                <a:lnTo>
                  <a:pt x="176756" y="126710"/>
                </a:lnTo>
                <a:cubicBezTo>
                  <a:pt x="175172" y="123534"/>
                  <a:pt x="174154" y="119827"/>
                  <a:pt x="173701" y="115580"/>
                </a:cubicBezTo>
                <a:close/>
                <a:moveTo>
                  <a:pt x="172422" y="81416"/>
                </a:moveTo>
                <a:cubicBezTo>
                  <a:pt x="166870" y="83679"/>
                  <a:pt x="158542" y="85611"/>
                  <a:pt x="147438" y="87194"/>
                </a:cubicBezTo>
                <a:cubicBezTo>
                  <a:pt x="141147" y="88099"/>
                  <a:pt x="136700" y="89117"/>
                  <a:pt x="134098" y="90258"/>
                </a:cubicBezTo>
                <a:cubicBezTo>
                  <a:pt x="131488" y="91389"/>
                  <a:pt x="129477" y="93060"/>
                  <a:pt x="128059" y="95270"/>
                </a:cubicBezTo>
                <a:cubicBezTo>
                  <a:pt x="126649" y="97419"/>
                  <a:pt x="125936" y="99830"/>
                  <a:pt x="125936" y="102493"/>
                </a:cubicBezTo>
                <a:cubicBezTo>
                  <a:pt x="125936" y="106574"/>
                  <a:pt x="127467" y="109968"/>
                  <a:pt x="130530" y="112691"/>
                </a:cubicBezTo>
                <a:cubicBezTo>
                  <a:pt x="133646" y="115406"/>
                  <a:pt x="138180" y="116764"/>
                  <a:pt x="144123" y="116764"/>
                </a:cubicBezTo>
                <a:cubicBezTo>
                  <a:pt x="150014" y="116764"/>
                  <a:pt x="155253" y="115493"/>
                  <a:pt x="159847" y="112944"/>
                </a:cubicBezTo>
                <a:cubicBezTo>
                  <a:pt x="164434" y="110333"/>
                  <a:pt x="167801" y="106800"/>
                  <a:pt x="169959" y="102319"/>
                </a:cubicBezTo>
                <a:cubicBezTo>
                  <a:pt x="171604" y="98864"/>
                  <a:pt x="172422" y="93764"/>
                  <a:pt x="172422" y="87020"/>
                </a:cubicBezTo>
                <a:lnTo>
                  <a:pt x="172422" y="81416"/>
                </a:lnTo>
                <a:close/>
                <a:moveTo>
                  <a:pt x="208884" y="134185"/>
                </a:moveTo>
                <a:lnTo>
                  <a:pt x="223755" y="136396"/>
                </a:lnTo>
                <a:cubicBezTo>
                  <a:pt x="224373" y="140990"/>
                  <a:pt x="226105" y="144332"/>
                  <a:pt x="228933" y="146429"/>
                </a:cubicBezTo>
                <a:cubicBezTo>
                  <a:pt x="232727" y="149257"/>
                  <a:pt x="237913" y="150676"/>
                  <a:pt x="244483" y="150676"/>
                </a:cubicBezTo>
                <a:cubicBezTo>
                  <a:pt x="251567" y="150676"/>
                  <a:pt x="257032" y="149257"/>
                  <a:pt x="260887" y="146429"/>
                </a:cubicBezTo>
                <a:cubicBezTo>
                  <a:pt x="264742" y="143592"/>
                  <a:pt x="267344" y="139624"/>
                  <a:pt x="268710" y="134525"/>
                </a:cubicBezTo>
                <a:cubicBezTo>
                  <a:pt x="269502" y="131409"/>
                  <a:pt x="269867" y="124865"/>
                  <a:pt x="269815" y="114902"/>
                </a:cubicBezTo>
                <a:cubicBezTo>
                  <a:pt x="263123" y="122777"/>
                  <a:pt x="254795" y="126710"/>
                  <a:pt x="244823" y="126710"/>
                </a:cubicBezTo>
                <a:cubicBezTo>
                  <a:pt x="232423" y="126710"/>
                  <a:pt x="222815" y="122237"/>
                  <a:pt x="216019" y="113283"/>
                </a:cubicBezTo>
                <a:cubicBezTo>
                  <a:pt x="209223" y="104329"/>
                  <a:pt x="205820" y="93599"/>
                  <a:pt x="205820" y="81077"/>
                </a:cubicBezTo>
                <a:cubicBezTo>
                  <a:pt x="205820" y="72462"/>
                  <a:pt x="207378" y="64534"/>
                  <a:pt x="210493" y="57277"/>
                </a:cubicBezTo>
                <a:cubicBezTo>
                  <a:pt x="213609" y="49976"/>
                  <a:pt x="218116" y="44337"/>
                  <a:pt x="224008" y="40369"/>
                </a:cubicBezTo>
                <a:cubicBezTo>
                  <a:pt x="229951" y="36401"/>
                  <a:pt x="236921" y="34425"/>
                  <a:pt x="244910" y="34425"/>
                </a:cubicBezTo>
                <a:cubicBezTo>
                  <a:pt x="255561" y="34425"/>
                  <a:pt x="264342" y="38724"/>
                  <a:pt x="271260" y="47339"/>
                </a:cubicBezTo>
                <a:lnTo>
                  <a:pt x="271260" y="36462"/>
                </a:lnTo>
                <a:lnTo>
                  <a:pt x="285366" y="36462"/>
                </a:lnTo>
                <a:lnTo>
                  <a:pt x="285366" y="114475"/>
                </a:lnTo>
                <a:cubicBezTo>
                  <a:pt x="285366" y="128520"/>
                  <a:pt x="283921" y="138467"/>
                  <a:pt x="281032" y="144297"/>
                </a:cubicBezTo>
                <a:cubicBezTo>
                  <a:pt x="278195" y="150197"/>
                  <a:pt x="273661" y="154835"/>
                  <a:pt x="267431" y="158238"/>
                </a:cubicBezTo>
                <a:cubicBezTo>
                  <a:pt x="261252" y="161640"/>
                  <a:pt x="253638" y="163337"/>
                  <a:pt x="244571" y="163337"/>
                </a:cubicBezTo>
                <a:cubicBezTo>
                  <a:pt x="233806" y="163337"/>
                  <a:pt x="225113" y="160901"/>
                  <a:pt x="218482" y="156027"/>
                </a:cubicBezTo>
                <a:cubicBezTo>
                  <a:pt x="211851" y="151215"/>
                  <a:pt x="208657" y="143932"/>
                  <a:pt x="208884" y="134185"/>
                </a:cubicBezTo>
                <a:close/>
                <a:moveTo>
                  <a:pt x="221545" y="79972"/>
                </a:moveTo>
                <a:cubicBezTo>
                  <a:pt x="221545" y="91815"/>
                  <a:pt x="223894" y="100448"/>
                  <a:pt x="228594" y="105886"/>
                </a:cubicBezTo>
                <a:cubicBezTo>
                  <a:pt x="233301" y="111325"/>
                  <a:pt x="239193" y="114049"/>
                  <a:pt x="246267" y="114049"/>
                </a:cubicBezTo>
                <a:cubicBezTo>
                  <a:pt x="253299" y="114049"/>
                  <a:pt x="259190" y="111360"/>
                  <a:pt x="263950" y="105973"/>
                </a:cubicBezTo>
                <a:cubicBezTo>
                  <a:pt x="268710" y="100535"/>
                  <a:pt x="271086" y="92041"/>
                  <a:pt x="271086" y="80485"/>
                </a:cubicBezTo>
                <a:cubicBezTo>
                  <a:pt x="271086" y="69434"/>
                  <a:pt x="268623" y="61106"/>
                  <a:pt x="263689" y="55493"/>
                </a:cubicBezTo>
                <a:cubicBezTo>
                  <a:pt x="258816" y="49889"/>
                  <a:pt x="252924" y="47087"/>
                  <a:pt x="246015" y="47087"/>
                </a:cubicBezTo>
                <a:cubicBezTo>
                  <a:pt x="239219" y="47087"/>
                  <a:pt x="233441" y="49863"/>
                  <a:pt x="228681" y="55415"/>
                </a:cubicBezTo>
                <a:cubicBezTo>
                  <a:pt x="223921" y="60906"/>
                  <a:pt x="221545" y="69094"/>
                  <a:pt x="221545" y="79972"/>
                </a:cubicBezTo>
                <a:close/>
                <a:moveTo>
                  <a:pt x="302613" y="89318"/>
                </a:moveTo>
                <a:lnTo>
                  <a:pt x="302613" y="73941"/>
                </a:lnTo>
                <a:lnTo>
                  <a:pt x="349604" y="73941"/>
                </a:lnTo>
                <a:lnTo>
                  <a:pt x="349604" y="89318"/>
                </a:lnTo>
                <a:lnTo>
                  <a:pt x="302613" y="89318"/>
                </a:lnTo>
                <a:close/>
                <a:moveTo>
                  <a:pt x="360821" y="81582"/>
                </a:moveTo>
                <a:cubicBezTo>
                  <a:pt x="360821" y="64874"/>
                  <a:pt x="365468" y="52491"/>
                  <a:pt x="374762" y="44450"/>
                </a:cubicBezTo>
                <a:cubicBezTo>
                  <a:pt x="382524" y="37767"/>
                  <a:pt x="391983" y="34425"/>
                  <a:pt x="403148" y="34425"/>
                </a:cubicBezTo>
                <a:cubicBezTo>
                  <a:pt x="415557" y="34425"/>
                  <a:pt x="425695" y="38498"/>
                  <a:pt x="433570" y="46660"/>
                </a:cubicBezTo>
                <a:cubicBezTo>
                  <a:pt x="441445" y="54762"/>
                  <a:pt x="445379" y="65979"/>
                  <a:pt x="445379" y="80311"/>
                </a:cubicBezTo>
                <a:cubicBezTo>
                  <a:pt x="445379" y="91928"/>
                  <a:pt x="443621" y="101074"/>
                  <a:pt x="440114" y="107757"/>
                </a:cubicBezTo>
                <a:cubicBezTo>
                  <a:pt x="436659" y="114388"/>
                  <a:pt x="431586" y="119540"/>
                  <a:pt x="424903" y="123230"/>
                </a:cubicBezTo>
                <a:cubicBezTo>
                  <a:pt x="418272" y="126910"/>
                  <a:pt x="411023" y="128747"/>
                  <a:pt x="403148" y="128747"/>
                </a:cubicBezTo>
                <a:cubicBezTo>
                  <a:pt x="390512" y="128747"/>
                  <a:pt x="380287" y="124700"/>
                  <a:pt x="372464" y="116599"/>
                </a:cubicBezTo>
                <a:cubicBezTo>
                  <a:pt x="364702" y="108497"/>
                  <a:pt x="360821" y="96827"/>
                  <a:pt x="360821" y="81582"/>
                </a:cubicBezTo>
                <a:close/>
                <a:moveTo>
                  <a:pt x="376546" y="81582"/>
                </a:moveTo>
                <a:cubicBezTo>
                  <a:pt x="376546" y="93147"/>
                  <a:pt x="379069" y="101814"/>
                  <a:pt x="384108" y="107592"/>
                </a:cubicBezTo>
                <a:cubicBezTo>
                  <a:pt x="389155" y="113309"/>
                  <a:pt x="395498" y="116172"/>
                  <a:pt x="403148" y="116172"/>
                </a:cubicBezTo>
                <a:cubicBezTo>
                  <a:pt x="410736" y="116172"/>
                  <a:pt x="417053" y="113283"/>
                  <a:pt x="422101" y="107505"/>
                </a:cubicBezTo>
                <a:cubicBezTo>
                  <a:pt x="427139" y="101727"/>
                  <a:pt x="429663" y="92920"/>
                  <a:pt x="429663" y="81077"/>
                </a:cubicBezTo>
                <a:cubicBezTo>
                  <a:pt x="429663" y="69912"/>
                  <a:pt x="427113" y="61471"/>
                  <a:pt x="422014" y="55754"/>
                </a:cubicBezTo>
                <a:cubicBezTo>
                  <a:pt x="416966" y="49976"/>
                  <a:pt x="410684" y="47087"/>
                  <a:pt x="403148" y="47087"/>
                </a:cubicBezTo>
                <a:cubicBezTo>
                  <a:pt x="395498" y="47087"/>
                  <a:pt x="389155" y="49941"/>
                  <a:pt x="384108" y="55667"/>
                </a:cubicBezTo>
                <a:cubicBezTo>
                  <a:pt x="379069" y="61384"/>
                  <a:pt x="376546" y="70025"/>
                  <a:pt x="376546" y="81582"/>
                </a:cubicBezTo>
                <a:close/>
                <a:moveTo>
                  <a:pt x="467055" y="126710"/>
                </a:moveTo>
                <a:lnTo>
                  <a:pt x="467055" y="48357"/>
                </a:lnTo>
                <a:lnTo>
                  <a:pt x="453541" y="48357"/>
                </a:lnTo>
                <a:lnTo>
                  <a:pt x="453541" y="36462"/>
                </a:lnTo>
                <a:lnTo>
                  <a:pt x="467055" y="36462"/>
                </a:lnTo>
                <a:lnTo>
                  <a:pt x="467055" y="26854"/>
                </a:lnTo>
                <a:cubicBezTo>
                  <a:pt x="467055" y="20798"/>
                  <a:pt x="467586" y="16290"/>
                  <a:pt x="468665" y="13349"/>
                </a:cubicBezTo>
                <a:cubicBezTo>
                  <a:pt x="470136" y="9381"/>
                  <a:pt x="472720" y="6178"/>
                  <a:pt x="476401" y="3742"/>
                </a:cubicBezTo>
                <a:cubicBezTo>
                  <a:pt x="480134" y="1253"/>
                  <a:pt x="485347" y="0"/>
                  <a:pt x="492039" y="0"/>
                </a:cubicBezTo>
                <a:cubicBezTo>
                  <a:pt x="496338" y="0"/>
                  <a:pt x="501098" y="513"/>
                  <a:pt x="506310" y="1532"/>
                </a:cubicBezTo>
                <a:lnTo>
                  <a:pt x="504022" y="14872"/>
                </a:lnTo>
                <a:cubicBezTo>
                  <a:pt x="500845" y="14306"/>
                  <a:pt x="497843" y="14028"/>
                  <a:pt x="495006" y="14028"/>
                </a:cubicBezTo>
                <a:cubicBezTo>
                  <a:pt x="490368" y="14028"/>
                  <a:pt x="487079" y="15020"/>
                  <a:pt x="485156" y="17004"/>
                </a:cubicBezTo>
                <a:cubicBezTo>
                  <a:pt x="483224" y="18979"/>
                  <a:pt x="482267" y="22695"/>
                  <a:pt x="482267" y="28134"/>
                </a:cubicBezTo>
                <a:lnTo>
                  <a:pt x="482267" y="36462"/>
                </a:lnTo>
                <a:lnTo>
                  <a:pt x="499853" y="36462"/>
                </a:lnTo>
                <a:lnTo>
                  <a:pt x="499853" y="48357"/>
                </a:lnTo>
                <a:lnTo>
                  <a:pt x="482267" y="48357"/>
                </a:lnTo>
                <a:lnTo>
                  <a:pt x="482267" y="126710"/>
                </a:lnTo>
                <a:lnTo>
                  <a:pt x="467055" y="126710"/>
                </a:lnTo>
                <a:close/>
                <a:moveTo>
                  <a:pt x="505884" y="89318"/>
                </a:moveTo>
                <a:lnTo>
                  <a:pt x="505884" y="73941"/>
                </a:lnTo>
                <a:lnTo>
                  <a:pt x="552883" y="73941"/>
                </a:lnTo>
                <a:lnTo>
                  <a:pt x="552883" y="89318"/>
                </a:lnTo>
                <a:lnTo>
                  <a:pt x="505884" y="89318"/>
                </a:lnTo>
                <a:close/>
                <a:moveTo>
                  <a:pt x="593504" y="126710"/>
                </a:moveTo>
                <a:lnTo>
                  <a:pt x="560445" y="2132"/>
                </a:lnTo>
                <a:lnTo>
                  <a:pt x="577354" y="2132"/>
                </a:lnTo>
                <a:lnTo>
                  <a:pt x="596307" y="83792"/>
                </a:lnTo>
                <a:cubicBezTo>
                  <a:pt x="598343" y="92346"/>
                  <a:pt x="600101" y="100848"/>
                  <a:pt x="601571" y="109289"/>
                </a:cubicBezTo>
                <a:cubicBezTo>
                  <a:pt x="604748" y="95975"/>
                  <a:pt x="606618" y="88300"/>
                  <a:pt x="607184" y="86263"/>
                </a:cubicBezTo>
                <a:lnTo>
                  <a:pt x="630897" y="2132"/>
                </a:lnTo>
                <a:lnTo>
                  <a:pt x="650781" y="2132"/>
                </a:lnTo>
                <a:lnTo>
                  <a:pt x="668629" y="65187"/>
                </a:lnTo>
                <a:cubicBezTo>
                  <a:pt x="673102" y="80825"/>
                  <a:pt x="676330" y="95522"/>
                  <a:pt x="678314" y="109289"/>
                </a:cubicBezTo>
                <a:cubicBezTo>
                  <a:pt x="679898" y="101414"/>
                  <a:pt x="681969" y="92381"/>
                  <a:pt x="684519" y="82182"/>
                </a:cubicBezTo>
                <a:lnTo>
                  <a:pt x="704064" y="2132"/>
                </a:lnTo>
                <a:lnTo>
                  <a:pt x="720633" y="2132"/>
                </a:lnTo>
                <a:lnTo>
                  <a:pt x="686468" y="126710"/>
                </a:lnTo>
                <a:lnTo>
                  <a:pt x="670578" y="126710"/>
                </a:lnTo>
                <a:lnTo>
                  <a:pt x="644324" y="31789"/>
                </a:lnTo>
                <a:cubicBezTo>
                  <a:pt x="642114" y="23852"/>
                  <a:pt x="640809" y="18979"/>
                  <a:pt x="640408" y="17169"/>
                </a:cubicBezTo>
                <a:cubicBezTo>
                  <a:pt x="639112" y="22895"/>
                  <a:pt x="637894" y="27768"/>
                  <a:pt x="636754" y="31789"/>
                </a:cubicBezTo>
                <a:lnTo>
                  <a:pt x="610325" y="126710"/>
                </a:lnTo>
                <a:lnTo>
                  <a:pt x="593504" y="126710"/>
                </a:lnTo>
                <a:close/>
                <a:moveTo>
                  <a:pt x="725218" y="81582"/>
                </a:moveTo>
                <a:cubicBezTo>
                  <a:pt x="725218" y="64874"/>
                  <a:pt x="729865" y="52491"/>
                  <a:pt x="739159" y="44450"/>
                </a:cubicBezTo>
                <a:cubicBezTo>
                  <a:pt x="746921" y="37767"/>
                  <a:pt x="756380" y="34425"/>
                  <a:pt x="767545" y="34425"/>
                </a:cubicBezTo>
                <a:cubicBezTo>
                  <a:pt x="779954" y="34425"/>
                  <a:pt x="790092" y="38498"/>
                  <a:pt x="797967" y="46660"/>
                </a:cubicBezTo>
                <a:cubicBezTo>
                  <a:pt x="805843" y="54762"/>
                  <a:pt x="809776" y="65979"/>
                  <a:pt x="809776" y="80311"/>
                </a:cubicBezTo>
                <a:cubicBezTo>
                  <a:pt x="809776" y="91928"/>
                  <a:pt x="808018" y="101074"/>
                  <a:pt x="804511" y="107757"/>
                </a:cubicBezTo>
                <a:cubicBezTo>
                  <a:pt x="801057" y="114388"/>
                  <a:pt x="795983" y="119540"/>
                  <a:pt x="789300" y="123230"/>
                </a:cubicBezTo>
                <a:cubicBezTo>
                  <a:pt x="782669" y="126910"/>
                  <a:pt x="775420" y="128747"/>
                  <a:pt x="767545" y="128747"/>
                </a:cubicBezTo>
                <a:cubicBezTo>
                  <a:pt x="754910" y="128747"/>
                  <a:pt x="744685" y="124700"/>
                  <a:pt x="736862" y="116599"/>
                </a:cubicBezTo>
                <a:cubicBezTo>
                  <a:pt x="729100" y="108497"/>
                  <a:pt x="725218" y="96827"/>
                  <a:pt x="725218" y="81582"/>
                </a:cubicBezTo>
                <a:close/>
                <a:moveTo>
                  <a:pt x="740943" y="81582"/>
                </a:moveTo>
                <a:cubicBezTo>
                  <a:pt x="740943" y="93147"/>
                  <a:pt x="743467" y="101814"/>
                  <a:pt x="748505" y="107592"/>
                </a:cubicBezTo>
                <a:cubicBezTo>
                  <a:pt x="753552" y="113309"/>
                  <a:pt x="759896" y="116172"/>
                  <a:pt x="767545" y="116172"/>
                </a:cubicBezTo>
                <a:cubicBezTo>
                  <a:pt x="775133" y="116172"/>
                  <a:pt x="781451" y="113283"/>
                  <a:pt x="786489" y="107505"/>
                </a:cubicBezTo>
                <a:cubicBezTo>
                  <a:pt x="791537" y="101727"/>
                  <a:pt x="794060" y="92920"/>
                  <a:pt x="794060" y="81077"/>
                </a:cubicBezTo>
                <a:cubicBezTo>
                  <a:pt x="794060" y="69912"/>
                  <a:pt x="791511" y="61471"/>
                  <a:pt x="786411" y="55754"/>
                </a:cubicBezTo>
                <a:cubicBezTo>
                  <a:pt x="781364" y="49976"/>
                  <a:pt x="775081" y="47087"/>
                  <a:pt x="767545" y="47087"/>
                </a:cubicBezTo>
                <a:cubicBezTo>
                  <a:pt x="759896" y="47087"/>
                  <a:pt x="753552" y="49941"/>
                  <a:pt x="748505" y="55667"/>
                </a:cubicBezTo>
                <a:cubicBezTo>
                  <a:pt x="743467" y="61384"/>
                  <a:pt x="740943" y="70025"/>
                  <a:pt x="740943" y="81582"/>
                </a:cubicBezTo>
                <a:close/>
                <a:moveTo>
                  <a:pt x="827624" y="126710"/>
                </a:moveTo>
                <a:lnTo>
                  <a:pt x="827624" y="36462"/>
                </a:lnTo>
                <a:lnTo>
                  <a:pt x="841391" y="36462"/>
                </a:lnTo>
                <a:lnTo>
                  <a:pt x="841391" y="50141"/>
                </a:lnTo>
                <a:cubicBezTo>
                  <a:pt x="844906" y="43736"/>
                  <a:pt x="848135" y="39516"/>
                  <a:pt x="851076" y="37480"/>
                </a:cubicBezTo>
                <a:cubicBezTo>
                  <a:pt x="854078" y="35443"/>
                  <a:pt x="857367" y="34425"/>
                  <a:pt x="860935" y="34425"/>
                </a:cubicBezTo>
                <a:cubicBezTo>
                  <a:pt x="866096" y="34425"/>
                  <a:pt x="871334" y="36061"/>
                  <a:pt x="876660" y="39351"/>
                </a:cubicBezTo>
                <a:lnTo>
                  <a:pt x="871386" y="53544"/>
                </a:lnTo>
                <a:cubicBezTo>
                  <a:pt x="867653" y="51333"/>
                  <a:pt x="863911" y="50228"/>
                  <a:pt x="860170" y="50228"/>
                </a:cubicBezTo>
                <a:cubicBezTo>
                  <a:pt x="856828" y="50228"/>
                  <a:pt x="853826" y="51246"/>
                  <a:pt x="851163" y="53283"/>
                </a:cubicBezTo>
                <a:cubicBezTo>
                  <a:pt x="848500" y="55267"/>
                  <a:pt x="846603" y="58043"/>
                  <a:pt x="845472" y="61619"/>
                </a:cubicBezTo>
                <a:cubicBezTo>
                  <a:pt x="843775" y="67058"/>
                  <a:pt x="842922" y="73001"/>
                  <a:pt x="842922" y="79458"/>
                </a:cubicBezTo>
                <a:lnTo>
                  <a:pt x="842922" y="126710"/>
                </a:lnTo>
                <a:lnTo>
                  <a:pt x="827624" y="126710"/>
                </a:lnTo>
                <a:close/>
                <a:moveTo>
                  <a:pt x="944301" y="126710"/>
                </a:moveTo>
                <a:lnTo>
                  <a:pt x="944301" y="115319"/>
                </a:lnTo>
                <a:cubicBezTo>
                  <a:pt x="938583" y="124274"/>
                  <a:pt x="930169" y="128747"/>
                  <a:pt x="919065" y="128747"/>
                </a:cubicBezTo>
                <a:cubicBezTo>
                  <a:pt x="911868" y="128747"/>
                  <a:pt x="905237" y="126771"/>
                  <a:pt x="899181" y="122803"/>
                </a:cubicBezTo>
                <a:cubicBezTo>
                  <a:pt x="893176" y="118835"/>
                  <a:pt x="888503" y="113309"/>
                  <a:pt x="885153" y="106226"/>
                </a:cubicBezTo>
                <a:cubicBezTo>
                  <a:pt x="881872" y="99090"/>
                  <a:pt x="880228" y="90901"/>
                  <a:pt x="880228" y="81669"/>
                </a:cubicBezTo>
                <a:cubicBezTo>
                  <a:pt x="880228" y="72662"/>
                  <a:pt x="881733" y="64508"/>
                  <a:pt x="884735" y="57198"/>
                </a:cubicBezTo>
                <a:cubicBezTo>
                  <a:pt x="887738" y="49828"/>
                  <a:pt x="892237" y="44198"/>
                  <a:pt x="898241" y="40282"/>
                </a:cubicBezTo>
                <a:cubicBezTo>
                  <a:pt x="904245" y="36375"/>
                  <a:pt x="910963" y="34425"/>
                  <a:pt x="918386" y="34425"/>
                </a:cubicBezTo>
                <a:cubicBezTo>
                  <a:pt x="923825" y="34425"/>
                  <a:pt x="928663" y="35583"/>
                  <a:pt x="932919" y="37906"/>
                </a:cubicBezTo>
                <a:cubicBezTo>
                  <a:pt x="937165" y="40169"/>
                  <a:pt x="940620" y="43145"/>
                  <a:pt x="943283" y="46826"/>
                </a:cubicBezTo>
                <a:lnTo>
                  <a:pt x="943283" y="2132"/>
                </a:lnTo>
                <a:lnTo>
                  <a:pt x="958494" y="2132"/>
                </a:lnTo>
                <a:lnTo>
                  <a:pt x="958494" y="126710"/>
                </a:lnTo>
                <a:lnTo>
                  <a:pt x="944301" y="126710"/>
                </a:lnTo>
                <a:close/>
                <a:moveTo>
                  <a:pt x="895952" y="81669"/>
                </a:moveTo>
                <a:cubicBezTo>
                  <a:pt x="895952" y="93225"/>
                  <a:pt x="898389" y="101866"/>
                  <a:pt x="903253" y="107592"/>
                </a:cubicBezTo>
                <a:cubicBezTo>
                  <a:pt x="908126" y="113309"/>
                  <a:pt x="913878" y="116172"/>
                  <a:pt x="920509" y="116172"/>
                </a:cubicBezTo>
                <a:cubicBezTo>
                  <a:pt x="927193" y="116172"/>
                  <a:pt x="932858" y="113457"/>
                  <a:pt x="937504" y="108018"/>
                </a:cubicBezTo>
                <a:cubicBezTo>
                  <a:pt x="942204" y="102519"/>
                  <a:pt x="944562" y="94165"/>
                  <a:pt x="944562" y="82948"/>
                </a:cubicBezTo>
                <a:cubicBezTo>
                  <a:pt x="944562" y="70591"/>
                  <a:pt x="942177" y="61532"/>
                  <a:pt x="937418" y="55754"/>
                </a:cubicBezTo>
                <a:cubicBezTo>
                  <a:pt x="932657" y="49976"/>
                  <a:pt x="926801" y="47087"/>
                  <a:pt x="919831" y="47087"/>
                </a:cubicBezTo>
                <a:cubicBezTo>
                  <a:pt x="913034" y="47087"/>
                  <a:pt x="907335" y="49863"/>
                  <a:pt x="902749" y="55415"/>
                </a:cubicBezTo>
                <a:cubicBezTo>
                  <a:pt x="898215" y="60967"/>
                  <a:pt x="895952" y="69721"/>
                  <a:pt x="895952" y="81669"/>
                </a:cubicBezTo>
                <a:close/>
                <a:moveTo>
                  <a:pt x="976507" y="99769"/>
                </a:moveTo>
                <a:lnTo>
                  <a:pt x="991640" y="97393"/>
                </a:lnTo>
                <a:cubicBezTo>
                  <a:pt x="992484" y="103450"/>
                  <a:pt x="994842" y="108097"/>
                  <a:pt x="998688" y="111325"/>
                </a:cubicBezTo>
                <a:cubicBezTo>
                  <a:pt x="1002596" y="114562"/>
                  <a:pt x="1008034" y="116172"/>
                  <a:pt x="1015005" y="116172"/>
                </a:cubicBezTo>
                <a:cubicBezTo>
                  <a:pt x="1022036" y="116172"/>
                  <a:pt x="1027249" y="114754"/>
                  <a:pt x="1030642" y="111926"/>
                </a:cubicBezTo>
                <a:cubicBezTo>
                  <a:pt x="1034045" y="109036"/>
                  <a:pt x="1035742" y="105660"/>
                  <a:pt x="1035742" y="101814"/>
                </a:cubicBezTo>
                <a:cubicBezTo>
                  <a:pt x="1035742" y="98359"/>
                  <a:pt x="1034245" y="95635"/>
                  <a:pt x="1031243" y="93651"/>
                </a:cubicBezTo>
                <a:cubicBezTo>
                  <a:pt x="1029145" y="92294"/>
                  <a:pt x="1023933" y="90562"/>
                  <a:pt x="1015605" y="88465"/>
                </a:cubicBezTo>
                <a:cubicBezTo>
                  <a:pt x="1004388" y="85637"/>
                  <a:pt x="996591" y="83200"/>
                  <a:pt x="992232" y="81164"/>
                </a:cubicBezTo>
                <a:cubicBezTo>
                  <a:pt x="987924" y="79067"/>
                  <a:pt x="984643" y="76204"/>
                  <a:pt x="982372" y="72575"/>
                </a:cubicBezTo>
                <a:cubicBezTo>
                  <a:pt x="980162" y="68894"/>
                  <a:pt x="979057" y="64848"/>
                  <a:pt x="979057" y="60427"/>
                </a:cubicBezTo>
                <a:cubicBezTo>
                  <a:pt x="979057" y="56407"/>
                  <a:pt x="979970" y="52691"/>
                  <a:pt x="981780" y="49297"/>
                </a:cubicBezTo>
                <a:cubicBezTo>
                  <a:pt x="983651" y="45834"/>
                  <a:pt x="986166" y="42979"/>
                  <a:pt x="989342" y="40708"/>
                </a:cubicBezTo>
                <a:cubicBezTo>
                  <a:pt x="991718" y="38950"/>
                  <a:pt x="994955" y="37480"/>
                  <a:pt x="999028" y="36287"/>
                </a:cubicBezTo>
                <a:cubicBezTo>
                  <a:pt x="1003170" y="35043"/>
                  <a:pt x="1007582" y="34425"/>
                  <a:pt x="1012290" y="34425"/>
                </a:cubicBezTo>
                <a:cubicBezTo>
                  <a:pt x="1019373" y="34425"/>
                  <a:pt x="1025569" y="35443"/>
                  <a:pt x="1030895" y="37480"/>
                </a:cubicBezTo>
                <a:cubicBezTo>
                  <a:pt x="1036281" y="39516"/>
                  <a:pt x="1040249" y="42292"/>
                  <a:pt x="1042799" y="45808"/>
                </a:cubicBezTo>
                <a:cubicBezTo>
                  <a:pt x="1045349" y="49262"/>
                  <a:pt x="1047098" y="53909"/>
                  <a:pt x="1048064" y="59748"/>
                </a:cubicBezTo>
                <a:lnTo>
                  <a:pt x="1033105" y="61784"/>
                </a:lnTo>
                <a:cubicBezTo>
                  <a:pt x="1032426" y="57138"/>
                  <a:pt x="1030442" y="53518"/>
                  <a:pt x="1027161" y="50907"/>
                </a:cubicBezTo>
                <a:cubicBezTo>
                  <a:pt x="1023933" y="48305"/>
                  <a:pt x="1019338" y="47000"/>
                  <a:pt x="1013395" y="47000"/>
                </a:cubicBezTo>
                <a:cubicBezTo>
                  <a:pt x="1006364" y="47000"/>
                  <a:pt x="1001351" y="48157"/>
                  <a:pt x="998349" y="50481"/>
                </a:cubicBezTo>
                <a:cubicBezTo>
                  <a:pt x="995347" y="52804"/>
                  <a:pt x="993850" y="55528"/>
                  <a:pt x="993850" y="58643"/>
                </a:cubicBezTo>
                <a:cubicBezTo>
                  <a:pt x="993850" y="60627"/>
                  <a:pt x="994468" y="62411"/>
                  <a:pt x="995712" y="63995"/>
                </a:cubicBezTo>
                <a:cubicBezTo>
                  <a:pt x="996965" y="65639"/>
                  <a:pt x="998915" y="66997"/>
                  <a:pt x="1001578" y="68076"/>
                </a:cubicBezTo>
                <a:cubicBezTo>
                  <a:pt x="1003109" y="68642"/>
                  <a:pt x="1007617" y="69947"/>
                  <a:pt x="1015092" y="71983"/>
                </a:cubicBezTo>
                <a:cubicBezTo>
                  <a:pt x="1025917" y="74872"/>
                  <a:pt x="1033444" y="77248"/>
                  <a:pt x="1037700" y="79119"/>
                </a:cubicBezTo>
                <a:cubicBezTo>
                  <a:pt x="1041999" y="80938"/>
                  <a:pt x="1045375" y="83600"/>
                  <a:pt x="1047811" y="87107"/>
                </a:cubicBezTo>
                <a:cubicBezTo>
                  <a:pt x="1050248" y="90623"/>
                  <a:pt x="1051466" y="94983"/>
                  <a:pt x="1051466" y="100195"/>
                </a:cubicBezTo>
                <a:cubicBezTo>
                  <a:pt x="1051466" y="105295"/>
                  <a:pt x="1049961" y="110107"/>
                  <a:pt x="1046959" y="114641"/>
                </a:cubicBezTo>
                <a:cubicBezTo>
                  <a:pt x="1044017" y="119122"/>
                  <a:pt x="1039736" y="122603"/>
                  <a:pt x="1034132" y="125092"/>
                </a:cubicBezTo>
                <a:cubicBezTo>
                  <a:pt x="1028519" y="127528"/>
                  <a:pt x="1022175" y="128747"/>
                  <a:pt x="1015092" y="128747"/>
                </a:cubicBezTo>
                <a:cubicBezTo>
                  <a:pt x="1003361" y="128747"/>
                  <a:pt x="994416" y="126310"/>
                  <a:pt x="988237" y="121446"/>
                </a:cubicBezTo>
                <a:cubicBezTo>
                  <a:pt x="982120" y="116572"/>
                  <a:pt x="978213" y="109350"/>
                  <a:pt x="976507" y="99769"/>
                </a:cubicBezTo>
                <a:close/>
              </a:path>
            </a:pathLst>
          </a:custGeom>
          <a:solidFill>
            <a:srgbClr val="FFFFFF"/>
          </a:solidFill>
          <a:ln w="8702" cap="flat">
            <a:noFill/>
            <a:prstDash val="solid"/>
            <a:miter/>
          </a:ln>
        </p:spPr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5B9E70C-C077-3F7E-259A-6FD347718FDF}"/>
              </a:ext>
            </a:extLst>
          </p:cNvPr>
          <p:cNvSpPr/>
          <p:nvPr/>
        </p:nvSpPr>
        <p:spPr>
          <a:xfrm>
            <a:off x="2967848" y="3738168"/>
            <a:ext cx="8702" cy="696162"/>
          </a:xfrm>
          <a:custGeom>
            <a:avLst/>
            <a:gdLst>
              <a:gd name="csX0" fmla="*/ 0 w 8702"/>
              <a:gd name="csY0" fmla="*/ 0 h 696162"/>
              <a:gd name="csX1" fmla="*/ 0 w 8702"/>
              <a:gd name="csY1" fmla="*/ 696162 h 696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02" h="696162">
                <a:moveTo>
                  <a:pt x="0" y="0"/>
                </a:moveTo>
                <a:lnTo>
                  <a:pt x="0" y="696162"/>
                </a:lnTo>
              </a:path>
            </a:pathLst>
          </a:custGeom>
          <a:noFill/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45C6F4C-B625-8629-A473-D4FD206955A9}"/>
              </a:ext>
            </a:extLst>
          </p:cNvPr>
          <p:cNvSpPr/>
          <p:nvPr/>
        </p:nvSpPr>
        <p:spPr>
          <a:xfrm>
            <a:off x="2358706" y="4434331"/>
            <a:ext cx="1218284" cy="391591"/>
          </a:xfrm>
          <a:custGeom>
            <a:avLst/>
            <a:gdLst>
              <a:gd name="csX0" fmla="*/ 1166072 w 1218284"/>
              <a:gd name="csY0" fmla="*/ 0 h 391591"/>
              <a:gd name="csX1" fmla="*/ 52212 w 1218284"/>
              <a:gd name="csY1" fmla="*/ 0 h 391591"/>
              <a:gd name="csX2" fmla="*/ 0 w 1218284"/>
              <a:gd name="csY2" fmla="*/ 52212 h 391591"/>
              <a:gd name="csX3" fmla="*/ 0 w 1218284"/>
              <a:gd name="csY3" fmla="*/ 339379 h 391591"/>
              <a:gd name="csX4" fmla="*/ 52212 w 1218284"/>
              <a:gd name="csY4" fmla="*/ 391591 h 391591"/>
              <a:gd name="csX5" fmla="*/ 1166072 w 1218284"/>
              <a:gd name="csY5" fmla="*/ 391591 h 391591"/>
              <a:gd name="csX6" fmla="*/ 1218284 w 1218284"/>
              <a:gd name="csY6" fmla="*/ 339379 h 391591"/>
              <a:gd name="csX7" fmla="*/ 1218284 w 1218284"/>
              <a:gd name="csY7" fmla="*/ 52212 h 391591"/>
              <a:gd name="csX8" fmla="*/ 1166072 w 1218284"/>
              <a:gd name="csY8" fmla="*/ 0 h 391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8284" h="391591">
                <a:moveTo>
                  <a:pt x="1166072" y="0"/>
                </a:moveTo>
                <a:lnTo>
                  <a:pt x="52212" y="0"/>
                </a:lnTo>
                <a:cubicBezTo>
                  <a:pt x="23374" y="0"/>
                  <a:pt x="0" y="23374"/>
                  <a:pt x="0" y="52212"/>
                </a:cubicBezTo>
                <a:lnTo>
                  <a:pt x="0" y="339379"/>
                </a:lnTo>
                <a:cubicBezTo>
                  <a:pt x="0" y="368218"/>
                  <a:pt x="23374" y="391591"/>
                  <a:pt x="52212" y="391591"/>
                </a:cubicBezTo>
                <a:lnTo>
                  <a:pt x="1166072" y="391591"/>
                </a:lnTo>
                <a:cubicBezTo>
                  <a:pt x="1194911" y="391591"/>
                  <a:pt x="1218284" y="368218"/>
                  <a:pt x="1218284" y="339379"/>
                </a:cubicBezTo>
                <a:lnTo>
                  <a:pt x="1218284" y="52212"/>
                </a:lnTo>
                <a:cubicBezTo>
                  <a:pt x="1218284" y="23374"/>
                  <a:pt x="1194911" y="0"/>
                  <a:pt x="1166072" y="0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333333"/>
            </a:solidFill>
            <a:prstDash val="solid"/>
            <a:miter/>
          </a:ln>
        </p:spPr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38904E8-D8C9-F5B1-5D34-6D600EF300EC}"/>
              </a:ext>
            </a:extLst>
          </p:cNvPr>
          <p:cNvSpPr/>
          <p:nvPr/>
        </p:nvSpPr>
        <p:spPr>
          <a:xfrm>
            <a:off x="2569965" y="4539843"/>
            <a:ext cx="796270" cy="127128"/>
          </a:xfrm>
          <a:custGeom>
            <a:avLst/>
            <a:gdLst>
              <a:gd name="csX0" fmla="*/ 33059 w 796270"/>
              <a:gd name="csY0" fmla="*/ 125092 h 127128"/>
              <a:gd name="csX1" fmla="*/ 0 w 796270"/>
              <a:gd name="csY1" fmla="*/ 513 h 127128"/>
              <a:gd name="csX2" fmla="*/ 16917 w 796270"/>
              <a:gd name="csY2" fmla="*/ 513 h 127128"/>
              <a:gd name="csX3" fmla="*/ 35861 w 796270"/>
              <a:gd name="csY3" fmla="*/ 82173 h 127128"/>
              <a:gd name="csX4" fmla="*/ 41134 w 796270"/>
              <a:gd name="csY4" fmla="*/ 107670 h 127128"/>
              <a:gd name="csX5" fmla="*/ 46739 w 796270"/>
              <a:gd name="csY5" fmla="*/ 84645 h 127128"/>
              <a:gd name="csX6" fmla="*/ 70451 w 796270"/>
              <a:gd name="csY6" fmla="*/ 513 h 127128"/>
              <a:gd name="csX7" fmla="*/ 90336 w 796270"/>
              <a:gd name="csY7" fmla="*/ 513 h 127128"/>
              <a:gd name="csX8" fmla="*/ 108184 w 796270"/>
              <a:gd name="csY8" fmla="*/ 63568 h 127128"/>
              <a:gd name="csX9" fmla="*/ 117869 w 796270"/>
              <a:gd name="csY9" fmla="*/ 107670 h 127128"/>
              <a:gd name="csX10" fmla="*/ 124074 w 796270"/>
              <a:gd name="csY10" fmla="*/ 80563 h 127128"/>
              <a:gd name="csX11" fmla="*/ 143618 w 796270"/>
              <a:gd name="csY11" fmla="*/ 513 h 127128"/>
              <a:gd name="csX12" fmla="*/ 160196 w 796270"/>
              <a:gd name="csY12" fmla="*/ 513 h 127128"/>
              <a:gd name="csX13" fmla="*/ 126032 w 796270"/>
              <a:gd name="csY13" fmla="*/ 125092 h 127128"/>
              <a:gd name="csX14" fmla="*/ 110141 w 796270"/>
              <a:gd name="csY14" fmla="*/ 125092 h 127128"/>
              <a:gd name="csX15" fmla="*/ 83879 w 796270"/>
              <a:gd name="csY15" fmla="*/ 30170 h 127128"/>
              <a:gd name="csX16" fmla="*/ 79972 w 796270"/>
              <a:gd name="csY16" fmla="*/ 15550 h 127128"/>
              <a:gd name="csX17" fmla="*/ 76317 w 796270"/>
              <a:gd name="csY17" fmla="*/ 30170 h 127128"/>
              <a:gd name="csX18" fmla="*/ 49889 w 796270"/>
              <a:gd name="csY18" fmla="*/ 125092 h 127128"/>
              <a:gd name="csX19" fmla="*/ 33059 w 796270"/>
              <a:gd name="csY19" fmla="*/ 125092 h 127128"/>
              <a:gd name="csX20" fmla="*/ 164782 w 796270"/>
              <a:gd name="csY20" fmla="*/ 79963 h 127128"/>
              <a:gd name="csX21" fmla="*/ 178713 w 796270"/>
              <a:gd name="csY21" fmla="*/ 42831 h 127128"/>
              <a:gd name="csX22" fmla="*/ 207099 w 796270"/>
              <a:gd name="csY22" fmla="*/ 32807 h 127128"/>
              <a:gd name="csX23" fmla="*/ 237522 w 796270"/>
              <a:gd name="csY23" fmla="*/ 45042 h 127128"/>
              <a:gd name="csX24" fmla="*/ 249339 w 796270"/>
              <a:gd name="csY24" fmla="*/ 78692 h 127128"/>
              <a:gd name="csX25" fmla="*/ 244066 w 796270"/>
              <a:gd name="csY25" fmla="*/ 106139 h 127128"/>
              <a:gd name="csX26" fmla="*/ 228855 w 796270"/>
              <a:gd name="csY26" fmla="*/ 121611 h 127128"/>
              <a:gd name="csX27" fmla="*/ 207099 w 796270"/>
              <a:gd name="csY27" fmla="*/ 127128 h 127128"/>
              <a:gd name="csX28" fmla="*/ 176425 w 796270"/>
              <a:gd name="csY28" fmla="*/ 114980 h 127128"/>
              <a:gd name="csX29" fmla="*/ 164782 w 796270"/>
              <a:gd name="csY29" fmla="*/ 79963 h 127128"/>
              <a:gd name="csX30" fmla="*/ 180506 w 796270"/>
              <a:gd name="csY30" fmla="*/ 79963 h 127128"/>
              <a:gd name="csX31" fmla="*/ 188068 w 796270"/>
              <a:gd name="csY31" fmla="*/ 105973 h 127128"/>
              <a:gd name="csX32" fmla="*/ 207099 w 796270"/>
              <a:gd name="csY32" fmla="*/ 114554 h 127128"/>
              <a:gd name="csX33" fmla="*/ 226053 w 796270"/>
              <a:gd name="csY33" fmla="*/ 105886 h 127128"/>
              <a:gd name="csX34" fmla="*/ 233615 w 796270"/>
              <a:gd name="csY34" fmla="*/ 79458 h 127128"/>
              <a:gd name="csX35" fmla="*/ 225965 w 796270"/>
              <a:gd name="csY35" fmla="*/ 54135 h 127128"/>
              <a:gd name="csX36" fmla="*/ 207099 w 796270"/>
              <a:gd name="csY36" fmla="*/ 45468 h 127128"/>
              <a:gd name="csX37" fmla="*/ 188068 w 796270"/>
              <a:gd name="csY37" fmla="*/ 54048 h 127128"/>
              <a:gd name="csX38" fmla="*/ 180506 w 796270"/>
              <a:gd name="csY38" fmla="*/ 79963 h 127128"/>
              <a:gd name="csX39" fmla="*/ 267178 w 796270"/>
              <a:gd name="csY39" fmla="*/ 125092 h 127128"/>
              <a:gd name="csX40" fmla="*/ 267178 w 796270"/>
              <a:gd name="csY40" fmla="*/ 34843 h 127128"/>
              <a:gd name="csX41" fmla="*/ 280945 w 796270"/>
              <a:gd name="csY41" fmla="*/ 34843 h 127128"/>
              <a:gd name="csX42" fmla="*/ 280945 w 796270"/>
              <a:gd name="csY42" fmla="*/ 48522 h 127128"/>
              <a:gd name="csX43" fmla="*/ 290639 w 796270"/>
              <a:gd name="csY43" fmla="*/ 35861 h 127128"/>
              <a:gd name="csX44" fmla="*/ 300498 w 796270"/>
              <a:gd name="csY44" fmla="*/ 32807 h 127128"/>
              <a:gd name="csX45" fmla="*/ 316214 w 796270"/>
              <a:gd name="csY45" fmla="*/ 37732 h 127128"/>
              <a:gd name="csX46" fmla="*/ 310950 w 796270"/>
              <a:gd name="csY46" fmla="*/ 51925 h 127128"/>
              <a:gd name="csX47" fmla="*/ 299733 w 796270"/>
              <a:gd name="csY47" fmla="*/ 48610 h 127128"/>
              <a:gd name="csX48" fmla="*/ 290726 w 796270"/>
              <a:gd name="csY48" fmla="*/ 51664 h 127128"/>
              <a:gd name="csX49" fmla="*/ 285026 w 796270"/>
              <a:gd name="csY49" fmla="*/ 60000 h 127128"/>
              <a:gd name="csX50" fmla="*/ 282477 w 796270"/>
              <a:gd name="csY50" fmla="*/ 77840 h 127128"/>
              <a:gd name="csX51" fmla="*/ 282477 w 796270"/>
              <a:gd name="csY51" fmla="*/ 125092 h 127128"/>
              <a:gd name="csX52" fmla="*/ 267178 w 796270"/>
              <a:gd name="csY52" fmla="*/ 125092 h 127128"/>
              <a:gd name="csX53" fmla="*/ 383864 w 796270"/>
              <a:gd name="csY53" fmla="*/ 125092 h 127128"/>
              <a:gd name="csX54" fmla="*/ 383864 w 796270"/>
              <a:gd name="csY54" fmla="*/ 113701 h 127128"/>
              <a:gd name="csX55" fmla="*/ 358619 w 796270"/>
              <a:gd name="csY55" fmla="*/ 127128 h 127128"/>
              <a:gd name="csX56" fmla="*/ 338735 w 796270"/>
              <a:gd name="csY56" fmla="*/ 121184 h 127128"/>
              <a:gd name="csX57" fmla="*/ 324716 w 796270"/>
              <a:gd name="csY57" fmla="*/ 104607 h 127128"/>
              <a:gd name="csX58" fmla="*/ 319782 w 796270"/>
              <a:gd name="csY58" fmla="*/ 80050 h 127128"/>
              <a:gd name="csX59" fmla="*/ 324290 w 796270"/>
              <a:gd name="csY59" fmla="*/ 55580 h 127128"/>
              <a:gd name="csX60" fmla="*/ 337804 w 796270"/>
              <a:gd name="csY60" fmla="*/ 38663 h 127128"/>
              <a:gd name="csX61" fmla="*/ 357941 w 796270"/>
              <a:gd name="csY61" fmla="*/ 32807 h 127128"/>
              <a:gd name="csX62" fmla="*/ 372473 w 796270"/>
              <a:gd name="csY62" fmla="*/ 36288 h 127128"/>
              <a:gd name="csX63" fmla="*/ 382837 w 796270"/>
              <a:gd name="csY63" fmla="*/ 45207 h 127128"/>
              <a:gd name="csX64" fmla="*/ 382837 w 796270"/>
              <a:gd name="csY64" fmla="*/ 513 h 127128"/>
              <a:gd name="csX65" fmla="*/ 398057 w 796270"/>
              <a:gd name="csY65" fmla="*/ 513 h 127128"/>
              <a:gd name="csX66" fmla="*/ 398057 w 796270"/>
              <a:gd name="csY66" fmla="*/ 125092 h 127128"/>
              <a:gd name="csX67" fmla="*/ 383864 w 796270"/>
              <a:gd name="csY67" fmla="*/ 125092 h 127128"/>
              <a:gd name="csX68" fmla="*/ 335507 w 796270"/>
              <a:gd name="csY68" fmla="*/ 80050 h 127128"/>
              <a:gd name="csX69" fmla="*/ 342816 w 796270"/>
              <a:gd name="csY69" fmla="*/ 105973 h 127128"/>
              <a:gd name="csX70" fmla="*/ 360064 w 796270"/>
              <a:gd name="csY70" fmla="*/ 114554 h 127128"/>
              <a:gd name="csX71" fmla="*/ 377059 w 796270"/>
              <a:gd name="csY71" fmla="*/ 106400 h 127128"/>
              <a:gd name="csX72" fmla="*/ 384116 w 796270"/>
              <a:gd name="csY72" fmla="*/ 81329 h 127128"/>
              <a:gd name="csX73" fmla="*/ 376981 w 796270"/>
              <a:gd name="csY73" fmla="*/ 54135 h 127128"/>
              <a:gd name="csX74" fmla="*/ 359385 w 796270"/>
              <a:gd name="csY74" fmla="*/ 45468 h 127128"/>
              <a:gd name="csX75" fmla="*/ 342303 w 796270"/>
              <a:gd name="csY75" fmla="*/ 53796 h 127128"/>
              <a:gd name="csX76" fmla="*/ 335507 w 796270"/>
              <a:gd name="csY76" fmla="*/ 80050 h 127128"/>
              <a:gd name="csX77" fmla="*/ 498330 w 796270"/>
              <a:gd name="csY77" fmla="*/ 110394 h 127128"/>
              <a:gd name="csX78" fmla="*/ 498330 w 796270"/>
              <a:gd name="csY78" fmla="*/ 125092 h 127128"/>
              <a:gd name="csX79" fmla="*/ 415983 w 796270"/>
              <a:gd name="csY79" fmla="*/ 125092 h 127128"/>
              <a:gd name="csX80" fmla="*/ 417767 w 796270"/>
              <a:gd name="csY80" fmla="*/ 114466 h 127128"/>
              <a:gd name="csX81" fmla="*/ 427800 w 796270"/>
              <a:gd name="csY81" fmla="*/ 97898 h 127128"/>
              <a:gd name="csX82" fmla="*/ 447850 w 796270"/>
              <a:gd name="csY82" fmla="*/ 79032 h 127128"/>
              <a:gd name="csX83" fmla="*/ 475296 w 796270"/>
              <a:gd name="csY83" fmla="*/ 52691 h 127128"/>
              <a:gd name="csX84" fmla="*/ 482441 w 796270"/>
              <a:gd name="csY84" fmla="*/ 34251 h 127128"/>
              <a:gd name="csX85" fmla="*/ 475897 w 796270"/>
              <a:gd name="csY85" fmla="*/ 18953 h 127128"/>
              <a:gd name="csX86" fmla="*/ 458980 w 796270"/>
              <a:gd name="csY86" fmla="*/ 12661 h 127128"/>
              <a:gd name="csX87" fmla="*/ 441306 w 796270"/>
              <a:gd name="csY87" fmla="*/ 19292 h 127128"/>
              <a:gd name="csX88" fmla="*/ 434597 w 796270"/>
              <a:gd name="csY88" fmla="*/ 37645 h 127128"/>
              <a:gd name="csX89" fmla="*/ 418872 w 796270"/>
              <a:gd name="csY89" fmla="*/ 36035 h 127128"/>
              <a:gd name="csX90" fmla="*/ 431029 w 796270"/>
              <a:gd name="csY90" fmla="*/ 9259 h 127128"/>
              <a:gd name="csX91" fmla="*/ 459328 w 796270"/>
              <a:gd name="csY91" fmla="*/ 0 h 127128"/>
              <a:gd name="csX92" fmla="*/ 487705 w 796270"/>
              <a:gd name="csY92" fmla="*/ 9946 h 127128"/>
              <a:gd name="csX93" fmla="*/ 498156 w 796270"/>
              <a:gd name="csY93" fmla="*/ 34591 h 127128"/>
              <a:gd name="csX94" fmla="*/ 495102 w 796270"/>
              <a:gd name="csY94" fmla="*/ 49288 h 127128"/>
              <a:gd name="csX95" fmla="*/ 484903 w 796270"/>
              <a:gd name="csY95" fmla="*/ 64499 h 127128"/>
              <a:gd name="csX96" fmla="*/ 461364 w 796270"/>
              <a:gd name="csY96" fmla="*/ 86429 h 127128"/>
              <a:gd name="csX97" fmla="*/ 443690 w 796270"/>
              <a:gd name="csY97" fmla="*/ 102144 h 127128"/>
              <a:gd name="csX98" fmla="*/ 437225 w 796270"/>
              <a:gd name="csY98" fmla="*/ 110394 h 127128"/>
              <a:gd name="csX99" fmla="*/ 498330 w 796270"/>
              <a:gd name="csY99" fmla="*/ 110394 h 127128"/>
              <a:gd name="csX100" fmla="*/ 556625 w 796270"/>
              <a:gd name="csY100" fmla="*/ 125092 h 127128"/>
              <a:gd name="csX101" fmla="*/ 508355 w 796270"/>
              <a:gd name="csY101" fmla="*/ 513 h 127128"/>
              <a:gd name="csX102" fmla="*/ 526203 w 796270"/>
              <a:gd name="csY102" fmla="*/ 513 h 127128"/>
              <a:gd name="csX103" fmla="*/ 558583 w 796270"/>
              <a:gd name="csY103" fmla="*/ 91015 h 127128"/>
              <a:gd name="csX104" fmla="*/ 565127 w 796270"/>
              <a:gd name="csY104" fmla="*/ 111412 h 127128"/>
              <a:gd name="csX105" fmla="*/ 571836 w 796270"/>
              <a:gd name="csY105" fmla="*/ 91015 h 127128"/>
              <a:gd name="csX106" fmla="*/ 605487 w 796270"/>
              <a:gd name="csY106" fmla="*/ 513 h 127128"/>
              <a:gd name="csX107" fmla="*/ 622317 w 796270"/>
              <a:gd name="csY107" fmla="*/ 513 h 127128"/>
              <a:gd name="csX108" fmla="*/ 573542 w 796270"/>
              <a:gd name="csY108" fmla="*/ 125092 h 127128"/>
              <a:gd name="csX109" fmla="*/ 556625 w 796270"/>
              <a:gd name="csY109" fmla="*/ 125092 h 127128"/>
              <a:gd name="csX110" fmla="*/ 687243 w 796270"/>
              <a:gd name="csY110" fmla="*/ 96027 h 127128"/>
              <a:gd name="csX111" fmla="*/ 703046 w 796270"/>
              <a:gd name="csY111" fmla="*/ 97985 h 127128"/>
              <a:gd name="csX112" fmla="*/ 689201 w 796270"/>
              <a:gd name="csY112" fmla="*/ 119479 h 127128"/>
              <a:gd name="csX113" fmla="*/ 663364 w 796270"/>
              <a:gd name="csY113" fmla="*/ 127128 h 127128"/>
              <a:gd name="csX114" fmla="*/ 631924 w 796270"/>
              <a:gd name="csY114" fmla="*/ 114980 h 127128"/>
              <a:gd name="csX115" fmla="*/ 620359 w 796270"/>
              <a:gd name="csY115" fmla="*/ 80729 h 127128"/>
              <a:gd name="csX116" fmla="*/ 632089 w 796270"/>
              <a:gd name="csY116" fmla="*/ 45381 h 127128"/>
              <a:gd name="csX117" fmla="*/ 662512 w 796270"/>
              <a:gd name="csY117" fmla="*/ 32807 h 127128"/>
              <a:gd name="csX118" fmla="*/ 692090 w 796270"/>
              <a:gd name="csY118" fmla="*/ 45129 h 127128"/>
              <a:gd name="csX119" fmla="*/ 703559 w 796270"/>
              <a:gd name="csY119" fmla="*/ 79798 h 127128"/>
              <a:gd name="csX120" fmla="*/ 703472 w 796270"/>
              <a:gd name="csY120" fmla="*/ 83879 h 127128"/>
              <a:gd name="csX121" fmla="*/ 636171 w 796270"/>
              <a:gd name="csY121" fmla="*/ 83879 h 127128"/>
              <a:gd name="csX122" fmla="*/ 644585 w 796270"/>
              <a:gd name="csY122" fmla="*/ 106652 h 127128"/>
              <a:gd name="csX123" fmla="*/ 663451 w 796270"/>
              <a:gd name="csY123" fmla="*/ 114554 h 127128"/>
              <a:gd name="csX124" fmla="*/ 677810 w 796270"/>
              <a:gd name="csY124" fmla="*/ 110133 h 127128"/>
              <a:gd name="csX125" fmla="*/ 687243 w 796270"/>
              <a:gd name="csY125" fmla="*/ 96027 h 127128"/>
              <a:gd name="csX126" fmla="*/ 637015 w 796270"/>
              <a:gd name="csY126" fmla="*/ 71296 h 127128"/>
              <a:gd name="csX127" fmla="*/ 687408 w 796270"/>
              <a:gd name="csY127" fmla="*/ 71296 h 127128"/>
              <a:gd name="csX128" fmla="*/ 681630 w 796270"/>
              <a:gd name="csY128" fmla="*/ 54214 h 127128"/>
              <a:gd name="csX129" fmla="*/ 662686 w 796270"/>
              <a:gd name="csY129" fmla="*/ 45381 h 127128"/>
              <a:gd name="csX130" fmla="*/ 644925 w 796270"/>
              <a:gd name="csY130" fmla="*/ 52430 h 127128"/>
              <a:gd name="csX131" fmla="*/ 637015 w 796270"/>
              <a:gd name="csY131" fmla="*/ 71296 h 127128"/>
              <a:gd name="csX132" fmla="*/ 781233 w 796270"/>
              <a:gd name="csY132" fmla="*/ 92033 h 127128"/>
              <a:gd name="csX133" fmla="*/ 796271 w 796270"/>
              <a:gd name="csY133" fmla="*/ 93991 h 127128"/>
              <a:gd name="csX134" fmla="*/ 783609 w 796270"/>
              <a:gd name="csY134" fmla="*/ 118382 h 127128"/>
              <a:gd name="csX135" fmla="*/ 758713 w 796270"/>
              <a:gd name="csY135" fmla="*/ 127128 h 127128"/>
              <a:gd name="csX136" fmla="*/ 728882 w 796270"/>
              <a:gd name="csY136" fmla="*/ 115067 h 127128"/>
              <a:gd name="csX137" fmla="*/ 717665 w 796270"/>
              <a:gd name="csY137" fmla="*/ 80311 h 127128"/>
              <a:gd name="csX138" fmla="*/ 722512 w 796270"/>
              <a:gd name="csY138" fmla="*/ 54727 h 127128"/>
              <a:gd name="csX139" fmla="*/ 737210 w 796270"/>
              <a:gd name="csY139" fmla="*/ 38324 h 127128"/>
              <a:gd name="csX140" fmla="*/ 758800 w 796270"/>
              <a:gd name="csY140" fmla="*/ 32807 h 127128"/>
              <a:gd name="csX141" fmla="*/ 782843 w 796270"/>
              <a:gd name="csY141" fmla="*/ 40282 h 127128"/>
              <a:gd name="csX142" fmla="*/ 794826 w 796270"/>
              <a:gd name="csY142" fmla="*/ 61358 h 127128"/>
              <a:gd name="csX143" fmla="*/ 779954 w 796270"/>
              <a:gd name="csY143" fmla="*/ 63647 h 127128"/>
              <a:gd name="csX144" fmla="*/ 772392 w 796270"/>
              <a:gd name="csY144" fmla="*/ 49967 h 127128"/>
              <a:gd name="csX145" fmla="*/ 759391 w 796270"/>
              <a:gd name="csY145" fmla="*/ 45381 h 127128"/>
              <a:gd name="csX146" fmla="*/ 740612 w 796270"/>
              <a:gd name="csY146" fmla="*/ 53709 h 127128"/>
              <a:gd name="csX147" fmla="*/ 733390 w 796270"/>
              <a:gd name="csY147" fmla="*/ 79885 h 127128"/>
              <a:gd name="csX148" fmla="*/ 740351 w 796270"/>
              <a:gd name="csY148" fmla="*/ 106313 h 127128"/>
              <a:gd name="csX149" fmla="*/ 758539 w 796270"/>
              <a:gd name="csY149" fmla="*/ 114554 h 127128"/>
              <a:gd name="csX150" fmla="*/ 773584 w 796270"/>
              <a:gd name="csY150" fmla="*/ 109028 h 127128"/>
              <a:gd name="csX151" fmla="*/ 781233 w 796270"/>
              <a:gd name="csY151" fmla="*/ 92033 h 127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</a:cxnLst>
            <a:rect l="l" t="t" r="r" b="b"/>
            <a:pathLst>
              <a:path w="796270" h="127128">
                <a:moveTo>
                  <a:pt x="33059" y="125092"/>
                </a:moveTo>
                <a:lnTo>
                  <a:pt x="0" y="513"/>
                </a:lnTo>
                <a:lnTo>
                  <a:pt x="16917" y="513"/>
                </a:lnTo>
                <a:lnTo>
                  <a:pt x="35861" y="82173"/>
                </a:lnTo>
                <a:cubicBezTo>
                  <a:pt x="37906" y="90727"/>
                  <a:pt x="39664" y="99229"/>
                  <a:pt x="41134" y="107670"/>
                </a:cubicBezTo>
                <a:cubicBezTo>
                  <a:pt x="44302" y="94356"/>
                  <a:pt x="46173" y="86681"/>
                  <a:pt x="46739" y="84645"/>
                </a:cubicBezTo>
                <a:lnTo>
                  <a:pt x="70451" y="513"/>
                </a:lnTo>
                <a:lnTo>
                  <a:pt x="90336" y="513"/>
                </a:lnTo>
                <a:lnTo>
                  <a:pt x="108184" y="63568"/>
                </a:lnTo>
                <a:cubicBezTo>
                  <a:pt x="112656" y="79206"/>
                  <a:pt x="115885" y="93903"/>
                  <a:pt x="117869" y="107670"/>
                </a:cubicBezTo>
                <a:cubicBezTo>
                  <a:pt x="119461" y="99795"/>
                  <a:pt x="121524" y="90762"/>
                  <a:pt x="124074" y="80563"/>
                </a:cubicBezTo>
                <a:lnTo>
                  <a:pt x="143618" y="513"/>
                </a:lnTo>
                <a:lnTo>
                  <a:pt x="160196" y="513"/>
                </a:lnTo>
                <a:lnTo>
                  <a:pt x="126032" y="125092"/>
                </a:lnTo>
                <a:lnTo>
                  <a:pt x="110141" y="125092"/>
                </a:lnTo>
                <a:lnTo>
                  <a:pt x="83879" y="30170"/>
                </a:lnTo>
                <a:cubicBezTo>
                  <a:pt x="81668" y="22234"/>
                  <a:pt x="80363" y="17361"/>
                  <a:pt x="79972" y="15550"/>
                </a:cubicBezTo>
                <a:cubicBezTo>
                  <a:pt x="78666" y="21277"/>
                  <a:pt x="77448" y="26150"/>
                  <a:pt x="76317" y="30170"/>
                </a:cubicBezTo>
                <a:lnTo>
                  <a:pt x="49889" y="125092"/>
                </a:lnTo>
                <a:lnTo>
                  <a:pt x="33059" y="125092"/>
                </a:lnTo>
                <a:close/>
                <a:moveTo>
                  <a:pt x="164782" y="79963"/>
                </a:moveTo>
                <a:cubicBezTo>
                  <a:pt x="164782" y="63255"/>
                  <a:pt x="169429" y="50872"/>
                  <a:pt x="178713" y="42831"/>
                </a:cubicBezTo>
                <a:cubicBezTo>
                  <a:pt x="186476" y="36148"/>
                  <a:pt x="195944" y="32807"/>
                  <a:pt x="207099" y="32807"/>
                </a:cubicBezTo>
                <a:cubicBezTo>
                  <a:pt x="219509" y="32807"/>
                  <a:pt x="229646" y="36879"/>
                  <a:pt x="237522" y="45042"/>
                </a:cubicBezTo>
                <a:cubicBezTo>
                  <a:pt x="245397" y="53143"/>
                  <a:pt x="249339" y="64360"/>
                  <a:pt x="249339" y="78692"/>
                </a:cubicBezTo>
                <a:cubicBezTo>
                  <a:pt x="249339" y="90310"/>
                  <a:pt x="247581" y="99455"/>
                  <a:pt x="244066" y="106139"/>
                </a:cubicBezTo>
                <a:cubicBezTo>
                  <a:pt x="240611" y="112770"/>
                  <a:pt x="235538" y="117921"/>
                  <a:pt x="228855" y="121611"/>
                </a:cubicBezTo>
                <a:cubicBezTo>
                  <a:pt x="222224" y="125292"/>
                  <a:pt x="214975" y="127128"/>
                  <a:pt x="207099" y="127128"/>
                </a:cubicBezTo>
                <a:cubicBezTo>
                  <a:pt x="194464" y="127128"/>
                  <a:pt x="184239" y="123082"/>
                  <a:pt x="176425" y="114980"/>
                </a:cubicBezTo>
                <a:cubicBezTo>
                  <a:pt x="168663" y="106878"/>
                  <a:pt x="164782" y="95209"/>
                  <a:pt x="164782" y="79963"/>
                </a:cubicBezTo>
                <a:close/>
                <a:moveTo>
                  <a:pt x="180506" y="79963"/>
                </a:moveTo>
                <a:cubicBezTo>
                  <a:pt x="180506" y="91528"/>
                  <a:pt x="183021" y="100195"/>
                  <a:pt x="188068" y="105973"/>
                </a:cubicBezTo>
                <a:cubicBezTo>
                  <a:pt x="193107" y="111690"/>
                  <a:pt x="199450" y="114554"/>
                  <a:pt x="207099" y="114554"/>
                </a:cubicBezTo>
                <a:cubicBezTo>
                  <a:pt x="214696" y="114554"/>
                  <a:pt x="221005" y="111664"/>
                  <a:pt x="226053" y="105886"/>
                </a:cubicBezTo>
                <a:cubicBezTo>
                  <a:pt x="231091" y="100108"/>
                  <a:pt x="233615" y="91302"/>
                  <a:pt x="233615" y="79458"/>
                </a:cubicBezTo>
                <a:cubicBezTo>
                  <a:pt x="233615" y="68293"/>
                  <a:pt x="231065" y="59852"/>
                  <a:pt x="225965" y="54135"/>
                </a:cubicBezTo>
                <a:cubicBezTo>
                  <a:pt x="220927" y="48357"/>
                  <a:pt x="214635" y="45468"/>
                  <a:pt x="207099" y="45468"/>
                </a:cubicBezTo>
                <a:cubicBezTo>
                  <a:pt x="199450" y="45468"/>
                  <a:pt x="193107" y="48322"/>
                  <a:pt x="188068" y="54048"/>
                </a:cubicBezTo>
                <a:cubicBezTo>
                  <a:pt x="183021" y="59766"/>
                  <a:pt x="180506" y="68407"/>
                  <a:pt x="180506" y="79963"/>
                </a:cubicBezTo>
                <a:close/>
                <a:moveTo>
                  <a:pt x="267178" y="125092"/>
                </a:moveTo>
                <a:lnTo>
                  <a:pt x="267178" y="34843"/>
                </a:lnTo>
                <a:lnTo>
                  <a:pt x="280945" y="34843"/>
                </a:lnTo>
                <a:lnTo>
                  <a:pt x="280945" y="48522"/>
                </a:lnTo>
                <a:cubicBezTo>
                  <a:pt x="284461" y="42118"/>
                  <a:pt x="287689" y="37897"/>
                  <a:pt x="290639" y="35861"/>
                </a:cubicBezTo>
                <a:cubicBezTo>
                  <a:pt x="293641" y="33825"/>
                  <a:pt x="296922" y="32807"/>
                  <a:pt x="300498" y="32807"/>
                </a:cubicBezTo>
                <a:cubicBezTo>
                  <a:pt x="305650" y="32807"/>
                  <a:pt x="310889" y="34443"/>
                  <a:pt x="316214" y="37732"/>
                </a:cubicBezTo>
                <a:lnTo>
                  <a:pt x="310950" y="51925"/>
                </a:lnTo>
                <a:cubicBezTo>
                  <a:pt x="307208" y="49715"/>
                  <a:pt x="303466" y="48610"/>
                  <a:pt x="299733" y="48610"/>
                </a:cubicBezTo>
                <a:cubicBezTo>
                  <a:pt x="296391" y="48610"/>
                  <a:pt x="293389" y="49628"/>
                  <a:pt x="290726" y="51664"/>
                </a:cubicBezTo>
                <a:cubicBezTo>
                  <a:pt x="288063" y="53648"/>
                  <a:pt x="286158" y="56424"/>
                  <a:pt x="285026" y="60000"/>
                </a:cubicBezTo>
                <a:cubicBezTo>
                  <a:pt x="283329" y="65439"/>
                  <a:pt x="282477" y="71383"/>
                  <a:pt x="282477" y="77840"/>
                </a:cubicBezTo>
                <a:lnTo>
                  <a:pt x="282477" y="125092"/>
                </a:lnTo>
                <a:lnTo>
                  <a:pt x="267178" y="125092"/>
                </a:lnTo>
                <a:close/>
                <a:moveTo>
                  <a:pt x="383864" y="125092"/>
                </a:moveTo>
                <a:lnTo>
                  <a:pt x="383864" y="113701"/>
                </a:lnTo>
                <a:cubicBezTo>
                  <a:pt x="378138" y="122655"/>
                  <a:pt x="369723" y="127128"/>
                  <a:pt x="358619" y="127128"/>
                </a:cubicBezTo>
                <a:cubicBezTo>
                  <a:pt x="351423" y="127128"/>
                  <a:pt x="344800" y="125152"/>
                  <a:pt x="338735" y="121184"/>
                </a:cubicBezTo>
                <a:cubicBezTo>
                  <a:pt x="332731" y="117216"/>
                  <a:pt x="328058" y="111690"/>
                  <a:pt x="324716" y="104607"/>
                </a:cubicBezTo>
                <a:cubicBezTo>
                  <a:pt x="321427" y="97471"/>
                  <a:pt x="319782" y="89283"/>
                  <a:pt x="319782" y="80050"/>
                </a:cubicBezTo>
                <a:cubicBezTo>
                  <a:pt x="319782" y="71043"/>
                  <a:pt x="321288" y="62889"/>
                  <a:pt x="324290" y="55580"/>
                </a:cubicBezTo>
                <a:cubicBezTo>
                  <a:pt x="327292" y="48209"/>
                  <a:pt x="331800" y="42579"/>
                  <a:pt x="337804" y="38663"/>
                </a:cubicBezTo>
                <a:cubicBezTo>
                  <a:pt x="343809" y="34756"/>
                  <a:pt x="350518" y="32807"/>
                  <a:pt x="357941" y="32807"/>
                </a:cubicBezTo>
                <a:cubicBezTo>
                  <a:pt x="363379" y="32807"/>
                  <a:pt x="368226" y="33964"/>
                  <a:pt x="372473" y="36288"/>
                </a:cubicBezTo>
                <a:cubicBezTo>
                  <a:pt x="376719" y="38550"/>
                  <a:pt x="380174" y="41526"/>
                  <a:pt x="382837" y="45207"/>
                </a:cubicBezTo>
                <a:lnTo>
                  <a:pt x="382837" y="513"/>
                </a:lnTo>
                <a:lnTo>
                  <a:pt x="398057" y="513"/>
                </a:lnTo>
                <a:lnTo>
                  <a:pt x="398057" y="125092"/>
                </a:lnTo>
                <a:lnTo>
                  <a:pt x="383864" y="125092"/>
                </a:lnTo>
                <a:close/>
                <a:moveTo>
                  <a:pt x="335507" y="80050"/>
                </a:moveTo>
                <a:cubicBezTo>
                  <a:pt x="335507" y="91606"/>
                  <a:pt x="337943" y="100247"/>
                  <a:pt x="342816" y="105973"/>
                </a:cubicBezTo>
                <a:cubicBezTo>
                  <a:pt x="347690" y="111690"/>
                  <a:pt x="353442" y="114554"/>
                  <a:pt x="360064" y="114554"/>
                </a:cubicBezTo>
                <a:cubicBezTo>
                  <a:pt x="366756" y="114554"/>
                  <a:pt x="372421" y="111838"/>
                  <a:pt x="377059" y="106400"/>
                </a:cubicBezTo>
                <a:cubicBezTo>
                  <a:pt x="381767" y="100900"/>
                  <a:pt x="384116" y="92546"/>
                  <a:pt x="384116" y="81329"/>
                </a:cubicBezTo>
                <a:cubicBezTo>
                  <a:pt x="384116" y="68972"/>
                  <a:pt x="381741" y="59914"/>
                  <a:pt x="376981" y="54135"/>
                </a:cubicBezTo>
                <a:cubicBezTo>
                  <a:pt x="372221" y="48357"/>
                  <a:pt x="366356" y="45468"/>
                  <a:pt x="359385" y="45468"/>
                </a:cubicBezTo>
                <a:cubicBezTo>
                  <a:pt x="352589" y="45468"/>
                  <a:pt x="346898" y="48244"/>
                  <a:pt x="342303" y="53796"/>
                </a:cubicBezTo>
                <a:cubicBezTo>
                  <a:pt x="337769" y="59348"/>
                  <a:pt x="335507" y="68102"/>
                  <a:pt x="335507" y="80050"/>
                </a:cubicBezTo>
                <a:close/>
                <a:moveTo>
                  <a:pt x="498330" y="110394"/>
                </a:moveTo>
                <a:lnTo>
                  <a:pt x="498330" y="125092"/>
                </a:lnTo>
                <a:lnTo>
                  <a:pt x="415983" y="125092"/>
                </a:lnTo>
                <a:cubicBezTo>
                  <a:pt x="415870" y="121411"/>
                  <a:pt x="416462" y="117869"/>
                  <a:pt x="417767" y="114466"/>
                </a:cubicBezTo>
                <a:cubicBezTo>
                  <a:pt x="419864" y="108862"/>
                  <a:pt x="423206" y="103337"/>
                  <a:pt x="427800" y="97898"/>
                </a:cubicBezTo>
                <a:cubicBezTo>
                  <a:pt x="432439" y="92459"/>
                  <a:pt x="439130" y="86168"/>
                  <a:pt x="447850" y="79032"/>
                </a:cubicBezTo>
                <a:cubicBezTo>
                  <a:pt x="461390" y="67928"/>
                  <a:pt x="470545" y="59148"/>
                  <a:pt x="475296" y="52691"/>
                </a:cubicBezTo>
                <a:cubicBezTo>
                  <a:pt x="480056" y="46173"/>
                  <a:pt x="482441" y="40029"/>
                  <a:pt x="482441" y="34251"/>
                </a:cubicBezTo>
                <a:cubicBezTo>
                  <a:pt x="482441" y="28186"/>
                  <a:pt x="480256" y="23087"/>
                  <a:pt x="475897" y="18953"/>
                </a:cubicBezTo>
                <a:cubicBezTo>
                  <a:pt x="471589" y="14759"/>
                  <a:pt x="465950" y="12661"/>
                  <a:pt x="458980" y="12661"/>
                </a:cubicBezTo>
                <a:cubicBezTo>
                  <a:pt x="451618" y="12661"/>
                  <a:pt x="445727" y="14872"/>
                  <a:pt x="441306" y="19292"/>
                </a:cubicBezTo>
                <a:cubicBezTo>
                  <a:pt x="436885" y="23713"/>
                  <a:pt x="434649" y="29831"/>
                  <a:pt x="434597" y="37645"/>
                </a:cubicBezTo>
                <a:lnTo>
                  <a:pt x="418872" y="36035"/>
                </a:lnTo>
                <a:cubicBezTo>
                  <a:pt x="419951" y="24305"/>
                  <a:pt x="423998" y="15385"/>
                  <a:pt x="431029" y="9259"/>
                </a:cubicBezTo>
                <a:cubicBezTo>
                  <a:pt x="438051" y="3089"/>
                  <a:pt x="447485" y="0"/>
                  <a:pt x="459328" y="0"/>
                </a:cubicBezTo>
                <a:cubicBezTo>
                  <a:pt x="471276" y="0"/>
                  <a:pt x="480735" y="3316"/>
                  <a:pt x="487705" y="9946"/>
                </a:cubicBezTo>
                <a:cubicBezTo>
                  <a:pt x="494675" y="16569"/>
                  <a:pt x="498156" y="24783"/>
                  <a:pt x="498156" y="34591"/>
                </a:cubicBezTo>
                <a:cubicBezTo>
                  <a:pt x="498156" y="39577"/>
                  <a:pt x="497138" y="44476"/>
                  <a:pt x="495102" y="49288"/>
                </a:cubicBezTo>
                <a:cubicBezTo>
                  <a:pt x="493066" y="54101"/>
                  <a:pt x="489663" y="59174"/>
                  <a:pt x="484903" y="64499"/>
                </a:cubicBezTo>
                <a:cubicBezTo>
                  <a:pt x="480204" y="69825"/>
                  <a:pt x="472355" y="77135"/>
                  <a:pt x="461364" y="86429"/>
                </a:cubicBezTo>
                <a:cubicBezTo>
                  <a:pt x="452183" y="94130"/>
                  <a:pt x="446292" y="99369"/>
                  <a:pt x="443690" y="102144"/>
                </a:cubicBezTo>
                <a:cubicBezTo>
                  <a:pt x="441080" y="104868"/>
                  <a:pt x="438930" y="107618"/>
                  <a:pt x="437225" y="110394"/>
                </a:cubicBezTo>
                <a:lnTo>
                  <a:pt x="498330" y="110394"/>
                </a:lnTo>
                <a:close/>
                <a:moveTo>
                  <a:pt x="556625" y="125092"/>
                </a:moveTo>
                <a:lnTo>
                  <a:pt x="508355" y="513"/>
                </a:lnTo>
                <a:lnTo>
                  <a:pt x="526203" y="513"/>
                </a:lnTo>
                <a:lnTo>
                  <a:pt x="558583" y="91015"/>
                </a:lnTo>
                <a:cubicBezTo>
                  <a:pt x="561185" y="98263"/>
                  <a:pt x="563369" y="105068"/>
                  <a:pt x="565127" y="111412"/>
                </a:cubicBezTo>
                <a:cubicBezTo>
                  <a:pt x="567050" y="104607"/>
                  <a:pt x="569287" y="97811"/>
                  <a:pt x="571836" y="91015"/>
                </a:cubicBezTo>
                <a:lnTo>
                  <a:pt x="605487" y="513"/>
                </a:lnTo>
                <a:lnTo>
                  <a:pt x="622317" y="513"/>
                </a:lnTo>
                <a:lnTo>
                  <a:pt x="573542" y="125092"/>
                </a:lnTo>
                <a:lnTo>
                  <a:pt x="556625" y="125092"/>
                </a:lnTo>
                <a:close/>
                <a:moveTo>
                  <a:pt x="687243" y="96027"/>
                </a:moveTo>
                <a:lnTo>
                  <a:pt x="703046" y="97985"/>
                </a:lnTo>
                <a:cubicBezTo>
                  <a:pt x="700557" y="107218"/>
                  <a:pt x="695936" y="114388"/>
                  <a:pt x="689201" y="119479"/>
                </a:cubicBezTo>
                <a:cubicBezTo>
                  <a:pt x="682457" y="124578"/>
                  <a:pt x="673842" y="127128"/>
                  <a:pt x="663364" y="127128"/>
                </a:cubicBezTo>
                <a:cubicBezTo>
                  <a:pt x="650163" y="127128"/>
                  <a:pt x="639678" y="123082"/>
                  <a:pt x="631924" y="114980"/>
                </a:cubicBezTo>
                <a:cubicBezTo>
                  <a:pt x="624214" y="106817"/>
                  <a:pt x="620359" y="95409"/>
                  <a:pt x="620359" y="80729"/>
                </a:cubicBezTo>
                <a:cubicBezTo>
                  <a:pt x="620359" y="65552"/>
                  <a:pt x="624275" y="53761"/>
                  <a:pt x="632089" y="45381"/>
                </a:cubicBezTo>
                <a:cubicBezTo>
                  <a:pt x="639904" y="36992"/>
                  <a:pt x="650050" y="32807"/>
                  <a:pt x="662512" y="32807"/>
                </a:cubicBezTo>
                <a:cubicBezTo>
                  <a:pt x="674581" y="32807"/>
                  <a:pt x="684441" y="36914"/>
                  <a:pt x="692090" y="45129"/>
                </a:cubicBezTo>
                <a:cubicBezTo>
                  <a:pt x="699739" y="53343"/>
                  <a:pt x="703559" y="64900"/>
                  <a:pt x="703559" y="79798"/>
                </a:cubicBezTo>
                <a:cubicBezTo>
                  <a:pt x="703559" y="80703"/>
                  <a:pt x="703533" y="82060"/>
                  <a:pt x="703472" y="83879"/>
                </a:cubicBezTo>
                <a:lnTo>
                  <a:pt x="636171" y="83879"/>
                </a:lnTo>
                <a:cubicBezTo>
                  <a:pt x="636736" y="93791"/>
                  <a:pt x="639538" y="101379"/>
                  <a:pt x="644585" y="106652"/>
                </a:cubicBezTo>
                <a:cubicBezTo>
                  <a:pt x="649624" y="111917"/>
                  <a:pt x="655916" y="114554"/>
                  <a:pt x="663451" y="114554"/>
                </a:cubicBezTo>
                <a:cubicBezTo>
                  <a:pt x="669055" y="114554"/>
                  <a:pt x="673842" y="113083"/>
                  <a:pt x="677810" y="110133"/>
                </a:cubicBezTo>
                <a:cubicBezTo>
                  <a:pt x="681778" y="107192"/>
                  <a:pt x="684919" y="102484"/>
                  <a:pt x="687243" y="96027"/>
                </a:cubicBezTo>
                <a:close/>
                <a:moveTo>
                  <a:pt x="637015" y="71296"/>
                </a:moveTo>
                <a:lnTo>
                  <a:pt x="687408" y="71296"/>
                </a:lnTo>
                <a:cubicBezTo>
                  <a:pt x="686729" y="63708"/>
                  <a:pt x="684806" y="58016"/>
                  <a:pt x="681630" y="54214"/>
                </a:cubicBezTo>
                <a:cubicBezTo>
                  <a:pt x="676766" y="48322"/>
                  <a:pt x="670448" y="45381"/>
                  <a:pt x="662686" y="45381"/>
                </a:cubicBezTo>
                <a:cubicBezTo>
                  <a:pt x="655654" y="45381"/>
                  <a:pt x="649737" y="47731"/>
                  <a:pt x="644925" y="52430"/>
                </a:cubicBezTo>
                <a:cubicBezTo>
                  <a:pt x="640165" y="57138"/>
                  <a:pt x="637528" y="63420"/>
                  <a:pt x="637015" y="71296"/>
                </a:cubicBezTo>
                <a:close/>
                <a:moveTo>
                  <a:pt x="781233" y="92033"/>
                </a:moveTo>
                <a:lnTo>
                  <a:pt x="796271" y="93991"/>
                </a:lnTo>
                <a:cubicBezTo>
                  <a:pt x="794626" y="104355"/>
                  <a:pt x="790405" y="112482"/>
                  <a:pt x="783609" y="118382"/>
                </a:cubicBezTo>
                <a:cubicBezTo>
                  <a:pt x="776865" y="124213"/>
                  <a:pt x="768572" y="127128"/>
                  <a:pt x="758713" y="127128"/>
                </a:cubicBezTo>
                <a:cubicBezTo>
                  <a:pt x="746364" y="127128"/>
                  <a:pt x="736418" y="123108"/>
                  <a:pt x="728882" y="115067"/>
                </a:cubicBezTo>
                <a:cubicBezTo>
                  <a:pt x="721407" y="106965"/>
                  <a:pt x="717665" y="95374"/>
                  <a:pt x="717665" y="80311"/>
                </a:cubicBezTo>
                <a:cubicBezTo>
                  <a:pt x="717665" y="70565"/>
                  <a:pt x="719284" y="62037"/>
                  <a:pt x="722512" y="54727"/>
                </a:cubicBezTo>
                <a:cubicBezTo>
                  <a:pt x="725741" y="47417"/>
                  <a:pt x="730640" y="41953"/>
                  <a:pt x="737210" y="38324"/>
                </a:cubicBezTo>
                <a:cubicBezTo>
                  <a:pt x="743841" y="34643"/>
                  <a:pt x="751037" y="32807"/>
                  <a:pt x="758800" y="32807"/>
                </a:cubicBezTo>
                <a:cubicBezTo>
                  <a:pt x="768598" y="32807"/>
                  <a:pt x="776613" y="35295"/>
                  <a:pt x="782843" y="40282"/>
                </a:cubicBezTo>
                <a:cubicBezTo>
                  <a:pt x="789074" y="45207"/>
                  <a:pt x="793068" y="52238"/>
                  <a:pt x="794826" y="61358"/>
                </a:cubicBezTo>
                <a:lnTo>
                  <a:pt x="779954" y="63647"/>
                </a:lnTo>
                <a:cubicBezTo>
                  <a:pt x="778536" y="57590"/>
                  <a:pt x="776021" y="53030"/>
                  <a:pt x="772392" y="49967"/>
                </a:cubicBezTo>
                <a:cubicBezTo>
                  <a:pt x="768824" y="46913"/>
                  <a:pt x="764491" y="45381"/>
                  <a:pt x="759391" y="45381"/>
                </a:cubicBezTo>
                <a:cubicBezTo>
                  <a:pt x="751690" y="45381"/>
                  <a:pt x="745424" y="48157"/>
                  <a:pt x="740612" y="53709"/>
                </a:cubicBezTo>
                <a:cubicBezTo>
                  <a:pt x="735791" y="59200"/>
                  <a:pt x="733390" y="67928"/>
                  <a:pt x="733390" y="79885"/>
                </a:cubicBezTo>
                <a:cubicBezTo>
                  <a:pt x="733390" y="92007"/>
                  <a:pt x="735713" y="100813"/>
                  <a:pt x="740351" y="106313"/>
                </a:cubicBezTo>
                <a:cubicBezTo>
                  <a:pt x="744998" y="111804"/>
                  <a:pt x="751063" y="114554"/>
                  <a:pt x="758539" y="114554"/>
                </a:cubicBezTo>
                <a:cubicBezTo>
                  <a:pt x="764543" y="114554"/>
                  <a:pt x="769564" y="112709"/>
                  <a:pt x="773584" y="109028"/>
                </a:cubicBezTo>
                <a:cubicBezTo>
                  <a:pt x="777605" y="105347"/>
                  <a:pt x="780154" y="99682"/>
                  <a:pt x="781233" y="92033"/>
                </a:cubicBezTo>
                <a:close/>
              </a:path>
            </a:pathLst>
          </a:custGeom>
          <a:solidFill>
            <a:srgbClr val="FFFFFF"/>
          </a:solidFill>
          <a:ln w="8702" cap="flat">
            <a:noFill/>
            <a:prstDash val="solid"/>
            <a:miter/>
          </a:ln>
        </p:spPr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994C041-562D-BA45-F218-65893CB4CC51}"/>
              </a:ext>
            </a:extLst>
          </p:cNvPr>
          <p:cNvSpPr/>
          <p:nvPr/>
        </p:nvSpPr>
        <p:spPr>
          <a:xfrm>
            <a:off x="4186132" y="2867965"/>
            <a:ext cx="8702" cy="696162"/>
          </a:xfrm>
          <a:custGeom>
            <a:avLst/>
            <a:gdLst>
              <a:gd name="csX0" fmla="*/ 0 w 8702"/>
              <a:gd name="csY0" fmla="*/ 696162 h 696162"/>
              <a:gd name="csX1" fmla="*/ 0 w 8702"/>
              <a:gd name="csY1" fmla="*/ 0 h 696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02" h="696162">
                <a:moveTo>
                  <a:pt x="0" y="696162"/>
                </a:moveTo>
                <a:lnTo>
                  <a:pt x="0" y="0"/>
                </a:lnTo>
              </a:path>
            </a:pathLst>
          </a:custGeom>
          <a:noFill/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81D7239-8D05-909A-45B0-41E4F6239540}"/>
              </a:ext>
            </a:extLst>
          </p:cNvPr>
          <p:cNvSpPr/>
          <p:nvPr/>
        </p:nvSpPr>
        <p:spPr>
          <a:xfrm>
            <a:off x="3576990" y="2432864"/>
            <a:ext cx="1218284" cy="435101"/>
          </a:xfrm>
          <a:custGeom>
            <a:avLst/>
            <a:gdLst>
              <a:gd name="csX0" fmla="*/ 1166072 w 1218284"/>
              <a:gd name="csY0" fmla="*/ 0 h 435101"/>
              <a:gd name="csX1" fmla="*/ 52212 w 1218284"/>
              <a:gd name="csY1" fmla="*/ 0 h 435101"/>
              <a:gd name="csX2" fmla="*/ 0 w 1218284"/>
              <a:gd name="csY2" fmla="*/ 52212 h 435101"/>
              <a:gd name="csX3" fmla="*/ 0 w 1218284"/>
              <a:gd name="csY3" fmla="*/ 382889 h 435101"/>
              <a:gd name="csX4" fmla="*/ 52212 w 1218284"/>
              <a:gd name="csY4" fmla="*/ 435102 h 435101"/>
              <a:gd name="csX5" fmla="*/ 1166072 w 1218284"/>
              <a:gd name="csY5" fmla="*/ 435102 h 435101"/>
              <a:gd name="csX6" fmla="*/ 1218284 w 1218284"/>
              <a:gd name="csY6" fmla="*/ 382889 h 435101"/>
              <a:gd name="csX7" fmla="*/ 1218284 w 1218284"/>
              <a:gd name="csY7" fmla="*/ 52212 h 435101"/>
              <a:gd name="csX8" fmla="*/ 1166072 w 1218284"/>
              <a:gd name="csY8" fmla="*/ 0 h 435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8284" h="435101">
                <a:moveTo>
                  <a:pt x="1166072" y="0"/>
                </a:moveTo>
                <a:lnTo>
                  <a:pt x="52212" y="0"/>
                </a:lnTo>
                <a:cubicBezTo>
                  <a:pt x="23374" y="0"/>
                  <a:pt x="0" y="23374"/>
                  <a:pt x="0" y="52212"/>
                </a:cubicBezTo>
                <a:lnTo>
                  <a:pt x="0" y="382889"/>
                </a:lnTo>
                <a:cubicBezTo>
                  <a:pt x="0" y="411728"/>
                  <a:pt x="23374" y="435102"/>
                  <a:pt x="52212" y="435102"/>
                </a:cubicBezTo>
                <a:lnTo>
                  <a:pt x="1166072" y="435102"/>
                </a:lnTo>
                <a:cubicBezTo>
                  <a:pt x="1194911" y="435102"/>
                  <a:pt x="1218284" y="411728"/>
                  <a:pt x="1218284" y="382889"/>
                </a:cubicBezTo>
                <a:lnTo>
                  <a:pt x="1218284" y="52212"/>
                </a:lnTo>
                <a:cubicBezTo>
                  <a:pt x="1218284" y="23374"/>
                  <a:pt x="1194911" y="0"/>
                  <a:pt x="1166072" y="0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333333"/>
            </a:solidFill>
            <a:prstDash val="solid"/>
            <a:miter/>
          </a:ln>
        </p:spPr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647470D-5BCF-2B19-B898-3C9F92A44E19}"/>
              </a:ext>
            </a:extLst>
          </p:cNvPr>
          <p:cNvSpPr/>
          <p:nvPr/>
        </p:nvSpPr>
        <p:spPr>
          <a:xfrm>
            <a:off x="3842045" y="2560645"/>
            <a:ext cx="675851" cy="126614"/>
          </a:xfrm>
          <a:custGeom>
            <a:avLst/>
            <a:gdLst>
              <a:gd name="csX0" fmla="*/ 0 w 675851"/>
              <a:gd name="csY0" fmla="*/ 124578 h 126614"/>
              <a:gd name="csX1" fmla="*/ 47844 w 675851"/>
              <a:gd name="csY1" fmla="*/ 0 h 126614"/>
              <a:gd name="csX2" fmla="*/ 65604 w 675851"/>
              <a:gd name="csY2" fmla="*/ 0 h 126614"/>
              <a:gd name="csX3" fmla="*/ 116590 w 675851"/>
              <a:gd name="csY3" fmla="*/ 124578 h 126614"/>
              <a:gd name="csX4" fmla="*/ 97811 w 675851"/>
              <a:gd name="csY4" fmla="*/ 124578 h 126614"/>
              <a:gd name="csX5" fmla="*/ 83278 w 675851"/>
              <a:gd name="csY5" fmla="*/ 86846 h 126614"/>
              <a:gd name="csX6" fmla="*/ 31188 w 675851"/>
              <a:gd name="csY6" fmla="*/ 86846 h 126614"/>
              <a:gd name="csX7" fmla="*/ 17508 w 675851"/>
              <a:gd name="csY7" fmla="*/ 124578 h 126614"/>
              <a:gd name="csX8" fmla="*/ 0 w 675851"/>
              <a:gd name="csY8" fmla="*/ 124578 h 126614"/>
              <a:gd name="csX9" fmla="*/ 35948 w 675851"/>
              <a:gd name="csY9" fmla="*/ 73419 h 126614"/>
              <a:gd name="csX10" fmla="*/ 78179 w 675851"/>
              <a:gd name="csY10" fmla="*/ 73419 h 126614"/>
              <a:gd name="csX11" fmla="*/ 65178 w 675851"/>
              <a:gd name="csY11" fmla="*/ 38915 h 126614"/>
              <a:gd name="csX12" fmla="*/ 56345 w 675851"/>
              <a:gd name="csY12" fmla="*/ 13088 h 126614"/>
              <a:gd name="csX13" fmla="*/ 49627 w 675851"/>
              <a:gd name="csY13" fmla="*/ 36879 h 126614"/>
              <a:gd name="csX14" fmla="*/ 35948 w 675851"/>
              <a:gd name="csY14" fmla="*/ 73419 h 126614"/>
              <a:gd name="csX15" fmla="*/ 161205 w 675851"/>
              <a:gd name="csY15" fmla="*/ 110899 h 126614"/>
              <a:gd name="csX16" fmla="*/ 163415 w 675851"/>
              <a:gd name="csY16" fmla="*/ 124404 h 126614"/>
              <a:gd name="csX17" fmla="*/ 151859 w 675851"/>
              <a:gd name="csY17" fmla="*/ 125770 h 126614"/>
              <a:gd name="csX18" fmla="*/ 138945 w 675851"/>
              <a:gd name="csY18" fmla="*/ 123134 h 126614"/>
              <a:gd name="csX19" fmla="*/ 132488 w 675851"/>
              <a:gd name="csY19" fmla="*/ 116250 h 126614"/>
              <a:gd name="csX20" fmla="*/ 130617 w 675851"/>
              <a:gd name="csY20" fmla="*/ 98150 h 126614"/>
              <a:gd name="csX21" fmla="*/ 130617 w 675851"/>
              <a:gd name="csY21" fmla="*/ 46225 h 126614"/>
              <a:gd name="csX22" fmla="*/ 119400 w 675851"/>
              <a:gd name="csY22" fmla="*/ 46225 h 126614"/>
              <a:gd name="csX23" fmla="*/ 119400 w 675851"/>
              <a:gd name="csY23" fmla="*/ 34329 h 126614"/>
              <a:gd name="csX24" fmla="*/ 130617 w 675851"/>
              <a:gd name="csY24" fmla="*/ 34329 h 126614"/>
              <a:gd name="csX25" fmla="*/ 130617 w 675851"/>
              <a:gd name="csY25" fmla="*/ 11983 h 126614"/>
              <a:gd name="csX26" fmla="*/ 145829 w 675851"/>
              <a:gd name="csY26" fmla="*/ 2802 h 126614"/>
              <a:gd name="csX27" fmla="*/ 145829 w 675851"/>
              <a:gd name="csY27" fmla="*/ 34329 h 126614"/>
              <a:gd name="csX28" fmla="*/ 161205 w 675851"/>
              <a:gd name="csY28" fmla="*/ 34329 h 126614"/>
              <a:gd name="csX29" fmla="*/ 161205 w 675851"/>
              <a:gd name="csY29" fmla="*/ 46225 h 126614"/>
              <a:gd name="csX30" fmla="*/ 145829 w 675851"/>
              <a:gd name="csY30" fmla="*/ 46225 h 126614"/>
              <a:gd name="csX31" fmla="*/ 145829 w 675851"/>
              <a:gd name="csY31" fmla="*/ 99003 h 126614"/>
              <a:gd name="csX32" fmla="*/ 146594 w 675851"/>
              <a:gd name="csY32" fmla="*/ 107409 h 126614"/>
              <a:gd name="csX33" fmla="*/ 149222 w 675851"/>
              <a:gd name="csY33" fmla="*/ 110385 h 126614"/>
              <a:gd name="csX34" fmla="*/ 154496 w 675851"/>
              <a:gd name="csY34" fmla="*/ 111490 h 126614"/>
              <a:gd name="csX35" fmla="*/ 161205 w 675851"/>
              <a:gd name="csY35" fmla="*/ 110899 h 126614"/>
              <a:gd name="csX36" fmla="*/ 209649 w 675851"/>
              <a:gd name="csY36" fmla="*/ 110899 h 126614"/>
              <a:gd name="csX37" fmla="*/ 211859 w 675851"/>
              <a:gd name="csY37" fmla="*/ 124404 h 126614"/>
              <a:gd name="csX38" fmla="*/ 200303 w 675851"/>
              <a:gd name="csY38" fmla="*/ 125770 h 126614"/>
              <a:gd name="csX39" fmla="*/ 187381 w 675851"/>
              <a:gd name="csY39" fmla="*/ 123134 h 126614"/>
              <a:gd name="csX40" fmla="*/ 180924 w 675851"/>
              <a:gd name="csY40" fmla="*/ 116250 h 126614"/>
              <a:gd name="csX41" fmla="*/ 179053 w 675851"/>
              <a:gd name="csY41" fmla="*/ 98150 h 126614"/>
              <a:gd name="csX42" fmla="*/ 179053 w 675851"/>
              <a:gd name="csY42" fmla="*/ 46225 h 126614"/>
              <a:gd name="csX43" fmla="*/ 167836 w 675851"/>
              <a:gd name="csY43" fmla="*/ 46225 h 126614"/>
              <a:gd name="csX44" fmla="*/ 167836 w 675851"/>
              <a:gd name="csY44" fmla="*/ 34329 h 126614"/>
              <a:gd name="csX45" fmla="*/ 179053 w 675851"/>
              <a:gd name="csY45" fmla="*/ 34329 h 126614"/>
              <a:gd name="csX46" fmla="*/ 179053 w 675851"/>
              <a:gd name="csY46" fmla="*/ 11983 h 126614"/>
              <a:gd name="csX47" fmla="*/ 194264 w 675851"/>
              <a:gd name="csY47" fmla="*/ 2802 h 126614"/>
              <a:gd name="csX48" fmla="*/ 194264 w 675851"/>
              <a:gd name="csY48" fmla="*/ 34329 h 126614"/>
              <a:gd name="csX49" fmla="*/ 209649 w 675851"/>
              <a:gd name="csY49" fmla="*/ 34329 h 126614"/>
              <a:gd name="csX50" fmla="*/ 209649 w 675851"/>
              <a:gd name="csY50" fmla="*/ 46225 h 126614"/>
              <a:gd name="csX51" fmla="*/ 194264 w 675851"/>
              <a:gd name="csY51" fmla="*/ 46225 h 126614"/>
              <a:gd name="csX52" fmla="*/ 194264 w 675851"/>
              <a:gd name="csY52" fmla="*/ 99003 h 126614"/>
              <a:gd name="csX53" fmla="*/ 195030 w 675851"/>
              <a:gd name="csY53" fmla="*/ 107409 h 126614"/>
              <a:gd name="csX54" fmla="*/ 197667 w 675851"/>
              <a:gd name="csY54" fmla="*/ 110385 h 126614"/>
              <a:gd name="csX55" fmla="*/ 202931 w 675851"/>
              <a:gd name="csY55" fmla="*/ 111490 h 126614"/>
              <a:gd name="csX56" fmla="*/ 209649 w 675851"/>
              <a:gd name="csY56" fmla="*/ 110899 h 126614"/>
              <a:gd name="csX57" fmla="*/ 286471 w 675851"/>
              <a:gd name="csY57" fmla="*/ 95513 h 126614"/>
              <a:gd name="csX58" fmla="*/ 302274 w 675851"/>
              <a:gd name="csY58" fmla="*/ 97471 h 126614"/>
              <a:gd name="csX59" fmla="*/ 288429 w 675851"/>
              <a:gd name="csY59" fmla="*/ 118965 h 126614"/>
              <a:gd name="csX60" fmla="*/ 262592 w 675851"/>
              <a:gd name="csY60" fmla="*/ 126614 h 126614"/>
              <a:gd name="csX61" fmla="*/ 231143 w 675851"/>
              <a:gd name="csY61" fmla="*/ 114466 h 126614"/>
              <a:gd name="csX62" fmla="*/ 219587 w 675851"/>
              <a:gd name="csY62" fmla="*/ 80215 h 126614"/>
              <a:gd name="csX63" fmla="*/ 231317 w 675851"/>
              <a:gd name="csY63" fmla="*/ 44868 h 126614"/>
              <a:gd name="csX64" fmla="*/ 261739 w 675851"/>
              <a:gd name="csY64" fmla="*/ 32293 h 126614"/>
              <a:gd name="csX65" fmla="*/ 291318 w 675851"/>
              <a:gd name="csY65" fmla="*/ 44615 h 126614"/>
              <a:gd name="csX66" fmla="*/ 302787 w 675851"/>
              <a:gd name="csY66" fmla="*/ 79284 h 126614"/>
              <a:gd name="csX67" fmla="*/ 302700 w 675851"/>
              <a:gd name="csY67" fmla="*/ 83365 h 126614"/>
              <a:gd name="csX68" fmla="*/ 235399 w 675851"/>
              <a:gd name="csY68" fmla="*/ 83365 h 126614"/>
              <a:gd name="csX69" fmla="*/ 243813 w 675851"/>
              <a:gd name="csY69" fmla="*/ 106139 h 126614"/>
              <a:gd name="csX70" fmla="*/ 262679 w 675851"/>
              <a:gd name="csY70" fmla="*/ 114040 h 126614"/>
              <a:gd name="csX71" fmla="*/ 277038 w 675851"/>
              <a:gd name="csY71" fmla="*/ 109619 h 126614"/>
              <a:gd name="csX72" fmla="*/ 286471 w 675851"/>
              <a:gd name="csY72" fmla="*/ 95513 h 126614"/>
              <a:gd name="csX73" fmla="*/ 236243 w 675851"/>
              <a:gd name="csY73" fmla="*/ 70782 h 126614"/>
              <a:gd name="csX74" fmla="*/ 286636 w 675851"/>
              <a:gd name="csY74" fmla="*/ 70782 h 126614"/>
              <a:gd name="csX75" fmla="*/ 280858 w 675851"/>
              <a:gd name="csY75" fmla="*/ 53700 h 126614"/>
              <a:gd name="csX76" fmla="*/ 261914 w 675851"/>
              <a:gd name="csY76" fmla="*/ 44868 h 126614"/>
              <a:gd name="csX77" fmla="*/ 244153 w 675851"/>
              <a:gd name="csY77" fmla="*/ 51916 h 126614"/>
              <a:gd name="csX78" fmla="*/ 236243 w 675851"/>
              <a:gd name="csY78" fmla="*/ 70782 h 126614"/>
              <a:gd name="csX79" fmla="*/ 321566 w 675851"/>
              <a:gd name="csY79" fmla="*/ 124578 h 126614"/>
              <a:gd name="csX80" fmla="*/ 321566 w 675851"/>
              <a:gd name="csY80" fmla="*/ 34329 h 126614"/>
              <a:gd name="csX81" fmla="*/ 335333 w 675851"/>
              <a:gd name="csY81" fmla="*/ 34329 h 126614"/>
              <a:gd name="csX82" fmla="*/ 335333 w 675851"/>
              <a:gd name="csY82" fmla="*/ 47165 h 126614"/>
              <a:gd name="csX83" fmla="*/ 364058 w 675851"/>
              <a:gd name="csY83" fmla="*/ 32293 h 126614"/>
              <a:gd name="csX84" fmla="*/ 379017 w 675851"/>
              <a:gd name="csY84" fmla="*/ 35261 h 126614"/>
              <a:gd name="csX85" fmla="*/ 389294 w 675851"/>
              <a:gd name="csY85" fmla="*/ 42910 h 126614"/>
              <a:gd name="csX86" fmla="*/ 394054 w 675851"/>
              <a:gd name="csY86" fmla="*/ 54214 h 126614"/>
              <a:gd name="csX87" fmla="*/ 394907 w 675851"/>
              <a:gd name="csY87" fmla="*/ 69085 h 126614"/>
              <a:gd name="csX88" fmla="*/ 394907 w 675851"/>
              <a:gd name="csY88" fmla="*/ 124578 h 126614"/>
              <a:gd name="csX89" fmla="*/ 379609 w 675851"/>
              <a:gd name="csY89" fmla="*/ 124578 h 126614"/>
              <a:gd name="csX90" fmla="*/ 379609 w 675851"/>
              <a:gd name="csY90" fmla="*/ 69677 h 126614"/>
              <a:gd name="csX91" fmla="*/ 377825 w 675851"/>
              <a:gd name="csY91" fmla="*/ 55745 h 126614"/>
              <a:gd name="csX92" fmla="*/ 371455 w 675851"/>
              <a:gd name="csY92" fmla="*/ 48348 h 126614"/>
              <a:gd name="csX93" fmla="*/ 360830 w 675851"/>
              <a:gd name="csY93" fmla="*/ 45546 h 126614"/>
              <a:gd name="csX94" fmla="*/ 343913 w 675851"/>
              <a:gd name="csY94" fmla="*/ 51751 h 126614"/>
              <a:gd name="csX95" fmla="*/ 336864 w 675851"/>
              <a:gd name="csY95" fmla="*/ 75290 h 126614"/>
              <a:gd name="csX96" fmla="*/ 336864 w 675851"/>
              <a:gd name="csY96" fmla="*/ 124578 h 126614"/>
              <a:gd name="csX97" fmla="*/ 321566 w 675851"/>
              <a:gd name="csY97" fmla="*/ 124578 h 126614"/>
              <a:gd name="csX98" fmla="*/ 451844 w 675851"/>
              <a:gd name="csY98" fmla="*/ 110899 h 126614"/>
              <a:gd name="csX99" fmla="*/ 454054 w 675851"/>
              <a:gd name="csY99" fmla="*/ 124404 h 126614"/>
              <a:gd name="csX100" fmla="*/ 442498 w 675851"/>
              <a:gd name="csY100" fmla="*/ 125770 h 126614"/>
              <a:gd name="csX101" fmla="*/ 429576 w 675851"/>
              <a:gd name="csY101" fmla="*/ 123134 h 126614"/>
              <a:gd name="csX102" fmla="*/ 423119 w 675851"/>
              <a:gd name="csY102" fmla="*/ 116250 h 126614"/>
              <a:gd name="csX103" fmla="*/ 421248 w 675851"/>
              <a:gd name="csY103" fmla="*/ 98150 h 126614"/>
              <a:gd name="csX104" fmla="*/ 421248 w 675851"/>
              <a:gd name="csY104" fmla="*/ 46225 h 126614"/>
              <a:gd name="csX105" fmla="*/ 410031 w 675851"/>
              <a:gd name="csY105" fmla="*/ 46225 h 126614"/>
              <a:gd name="csX106" fmla="*/ 410031 w 675851"/>
              <a:gd name="csY106" fmla="*/ 34329 h 126614"/>
              <a:gd name="csX107" fmla="*/ 421248 w 675851"/>
              <a:gd name="csY107" fmla="*/ 34329 h 126614"/>
              <a:gd name="csX108" fmla="*/ 421248 w 675851"/>
              <a:gd name="csY108" fmla="*/ 11983 h 126614"/>
              <a:gd name="csX109" fmla="*/ 436459 w 675851"/>
              <a:gd name="csY109" fmla="*/ 2802 h 126614"/>
              <a:gd name="csX110" fmla="*/ 436459 w 675851"/>
              <a:gd name="csY110" fmla="*/ 34329 h 126614"/>
              <a:gd name="csX111" fmla="*/ 451844 w 675851"/>
              <a:gd name="csY111" fmla="*/ 34329 h 126614"/>
              <a:gd name="csX112" fmla="*/ 451844 w 675851"/>
              <a:gd name="csY112" fmla="*/ 46225 h 126614"/>
              <a:gd name="csX113" fmla="*/ 436459 w 675851"/>
              <a:gd name="csY113" fmla="*/ 46225 h 126614"/>
              <a:gd name="csX114" fmla="*/ 436459 w 675851"/>
              <a:gd name="csY114" fmla="*/ 99003 h 126614"/>
              <a:gd name="csX115" fmla="*/ 437225 w 675851"/>
              <a:gd name="csY115" fmla="*/ 107409 h 126614"/>
              <a:gd name="csX116" fmla="*/ 439862 w 675851"/>
              <a:gd name="csY116" fmla="*/ 110385 h 126614"/>
              <a:gd name="csX117" fmla="*/ 445126 w 675851"/>
              <a:gd name="csY117" fmla="*/ 111490 h 126614"/>
              <a:gd name="csX118" fmla="*/ 451844 w 675851"/>
              <a:gd name="csY118" fmla="*/ 110899 h 126614"/>
              <a:gd name="csX119" fmla="*/ 466968 w 675851"/>
              <a:gd name="csY119" fmla="*/ 17587 h 126614"/>
              <a:gd name="csX120" fmla="*/ 466968 w 675851"/>
              <a:gd name="csY120" fmla="*/ 0 h 126614"/>
              <a:gd name="csX121" fmla="*/ 482266 w 675851"/>
              <a:gd name="csY121" fmla="*/ 0 h 126614"/>
              <a:gd name="csX122" fmla="*/ 482266 w 675851"/>
              <a:gd name="csY122" fmla="*/ 17587 h 126614"/>
              <a:gd name="csX123" fmla="*/ 466968 w 675851"/>
              <a:gd name="csY123" fmla="*/ 17587 h 126614"/>
              <a:gd name="csX124" fmla="*/ 466968 w 675851"/>
              <a:gd name="csY124" fmla="*/ 124578 h 126614"/>
              <a:gd name="csX125" fmla="*/ 466968 w 675851"/>
              <a:gd name="csY125" fmla="*/ 34329 h 126614"/>
              <a:gd name="csX126" fmla="*/ 482266 w 675851"/>
              <a:gd name="csY126" fmla="*/ 34329 h 126614"/>
              <a:gd name="csX127" fmla="*/ 482266 w 675851"/>
              <a:gd name="csY127" fmla="*/ 124578 h 126614"/>
              <a:gd name="csX128" fmla="*/ 466968 w 675851"/>
              <a:gd name="csY128" fmla="*/ 124578 h 126614"/>
              <a:gd name="csX129" fmla="*/ 499940 w 675851"/>
              <a:gd name="csY129" fmla="*/ 79449 h 126614"/>
              <a:gd name="csX130" fmla="*/ 513881 w 675851"/>
              <a:gd name="csY130" fmla="*/ 42318 h 126614"/>
              <a:gd name="csX131" fmla="*/ 542258 w 675851"/>
              <a:gd name="csY131" fmla="*/ 32293 h 126614"/>
              <a:gd name="csX132" fmla="*/ 572689 w 675851"/>
              <a:gd name="csY132" fmla="*/ 44528 h 126614"/>
              <a:gd name="csX133" fmla="*/ 584498 w 675851"/>
              <a:gd name="csY133" fmla="*/ 78179 h 126614"/>
              <a:gd name="csX134" fmla="*/ 579224 w 675851"/>
              <a:gd name="csY134" fmla="*/ 105625 h 126614"/>
              <a:gd name="csX135" fmla="*/ 564013 w 675851"/>
              <a:gd name="csY135" fmla="*/ 121097 h 126614"/>
              <a:gd name="csX136" fmla="*/ 542258 w 675851"/>
              <a:gd name="csY136" fmla="*/ 126614 h 126614"/>
              <a:gd name="csX137" fmla="*/ 511583 w 675851"/>
              <a:gd name="csY137" fmla="*/ 114466 h 126614"/>
              <a:gd name="csX138" fmla="*/ 499940 w 675851"/>
              <a:gd name="csY138" fmla="*/ 79449 h 126614"/>
              <a:gd name="csX139" fmla="*/ 515665 w 675851"/>
              <a:gd name="csY139" fmla="*/ 79449 h 126614"/>
              <a:gd name="csX140" fmla="*/ 523227 w 675851"/>
              <a:gd name="csY140" fmla="*/ 105460 h 126614"/>
              <a:gd name="csX141" fmla="*/ 542258 w 675851"/>
              <a:gd name="csY141" fmla="*/ 114040 h 126614"/>
              <a:gd name="csX142" fmla="*/ 561211 w 675851"/>
              <a:gd name="csY142" fmla="*/ 105373 h 126614"/>
              <a:gd name="csX143" fmla="*/ 568773 w 675851"/>
              <a:gd name="csY143" fmla="*/ 78945 h 126614"/>
              <a:gd name="csX144" fmla="*/ 561124 w 675851"/>
              <a:gd name="csY144" fmla="*/ 53622 h 126614"/>
              <a:gd name="csX145" fmla="*/ 542258 w 675851"/>
              <a:gd name="csY145" fmla="*/ 44955 h 126614"/>
              <a:gd name="csX146" fmla="*/ 523227 w 675851"/>
              <a:gd name="csY146" fmla="*/ 53535 h 126614"/>
              <a:gd name="csX147" fmla="*/ 515665 w 675851"/>
              <a:gd name="csY147" fmla="*/ 79449 h 126614"/>
              <a:gd name="csX148" fmla="*/ 602511 w 675851"/>
              <a:gd name="csY148" fmla="*/ 124578 h 126614"/>
              <a:gd name="csX149" fmla="*/ 602511 w 675851"/>
              <a:gd name="csY149" fmla="*/ 34329 h 126614"/>
              <a:gd name="csX150" fmla="*/ 616278 w 675851"/>
              <a:gd name="csY150" fmla="*/ 34329 h 126614"/>
              <a:gd name="csX151" fmla="*/ 616278 w 675851"/>
              <a:gd name="csY151" fmla="*/ 47165 h 126614"/>
              <a:gd name="csX152" fmla="*/ 645003 w 675851"/>
              <a:gd name="csY152" fmla="*/ 32293 h 126614"/>
              <a:gd name="csX153" fmla="*/ 659962 w 675851"/>
              <a:gd name="csY153" fmla="*/ 35261 h 126614"/>
              <a:gd name="csX154" fmla="*/ 670239 w 675851"/>
              <a:gd name="csY154" fmla="*/ 42910 h 126614"/>
              <a:gd name="csX155" fmla="*/ 674999 w 675851"/>
              <a:gd name="csY155" fmla="*/ 54214 h 126614"/>
              <a:gd name="csX156" fmla="*/ 675852 w 675851"/>
              <a:gd name="csY156" fmla="*/ 69085 h 126614"/>
              <a:gd name="csX157" fmla="*/ 675852 w 675851"/>
              <a:gd name="csY157" fmla="*/ 124578 h 126614"/>
              <a:gd name="csX158" fmla="*/ 660554 w 675851"/>
              <a:gd name="csY158" fmla="*/ 124578 h 126614"/>
              <a:gd name="csX159" fmla="*/ 660554 w 675851"/>
              <a:gd name="csY159" fmla="*/ 69677 h 126614"/>
              <a:gd name="csX160" fmla="*/ 658770 w 675851"/>
              <a:gd name="csY160" fmla="*/ 55745 h 126614"/>
              <a:gd name="csX161" fmla="*/ 652400 w 675851"/>
              <a:gd name="csY161" fmla="*/ 48348 h 126614"/>
              <a:gd name="csX162" fmla="*/ 641774 w 675851"/>
              <a:gd name="csY162" fmla="*/ 45546 h 126614"/>
              <a:gd name="csX163" fmla="*/ 624866 w 675851"/>
              <a:gd name="csY163" fmla="*/ 51751 h 126614"/>
              <a:gd name="csX164" fmla="*/ 617809 w 675851"/>
              <a:gd name="csY164" fmla="*/ 75290 h 126614"/>
              <a:gd name="csX165" fmla="*/ 617809 w 675851"/>
              <a:gd name="csY165" fmla="*/ 124578 h 126614"/>
              <a:gd name="csX166" fmla="*/ 602511 w 675851"/>
              <a:gd name="csY166" fmla="*/ 124578 h 126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</a:cxnLst>
            <a:rect l="l" t="t" r="r" b="b"/>
            <a:pathLst>
              <a:path w="675851" h="126614">
                <a:moveTo>
                  <a:pt x="0" y="124578"/>
                </a:moveTo>
                <a:lnTo>
                  <a:pt x="47844" y="0"/>
                </a:lnTo>
                <a:lnTo>
                  <a:pt x="65604" y="0"/>
                </a:lnTo>
                <a:lnTo>
                  <a:pt x="116590" y="124578"/>
                </a:lnTo>
                <a:lnTo>
                  <a:pt x="97811" y="124578"/>
                </a:lnTo>
                <a:lnTo>
                  <a:pt x="83278" y="86846"/>
                </a:lnTo>
                <a:lnTo>
                  <a:pt x="31188" y="86846"/>
                </a:lnTo>
                <a:lnTo>
                  <a:pt x="17508" y="124578"/>
                </a:lnTo>
                <a:lnTo>
                  <a:pt x="0" y="124578"/>
                </a:lnTo>
                <a:close/>
                <a:moveTo>
                  <a:pt x="35948" y="73419"/>
                </a:moveTo>
                <a:lnTo>
                  <a:pt x="78179" y="73419"/>
                </a:lnTo>
                <a:lnTo>
                  <a:pt x="65178" y="38915"/>
                </a:lnTo>
                <a:cubicBezTo>
                  <a:pt x="61210" y="28438"/>
                  <a:pt x="58269" y="19823"/>
                  <a:pt x="56345" y="13088"/>
                </a:cubicBezTo>
                <a:cubicBezTo>
                  <a:pt x="54753" y="21068"/>
                  <a:pt x="52517" y="29004"/>
                  <a:pt x="49627" y="36879"/>
                </a:cubicBezTo>
                <a:lnTo>
                  <a:pt x="35948" y="73419"/>
                </a:lnTo>
                <a:close/>
                <a:moveTo>
                  <a:pt x="161205" y="110899"/>
                </a:moveTo>
                <a:lnTo>
                  <a:pt x="163415" y="124404"/>
                </a:lnTo>
                <a:cubicBezTo>
                  <a:pt x="159108" y="125318"/>
                  <a:pt x="155261" y="125770"/>
                  <a:pt x="151859" y="125770"/>
                </a:cubicBezTo>
                <a:cubicBezTo>
                  <a:pt x="146307" y="125770"/>
                  <a:pt x="142000" y="124891"/>
                  <a:pt x="138945" y="123134"/>
                </a:cubicBezTo>
                <a:cubicBezTo>
                  <a:pt x="135882" y="121376"/>
                  <a:pt x="133733" y="119078"/>
                  <a:pt x="132488" y="116250"/>
                </a:cubicBezTo>
                <a:cubicBezTo>
                  <a:pt x="131235" y="113361"/>
                  <a:pt x="130617" y="107331"/>
                  <a:pt x="130617" y="98150"/>
                </a:cubicBezTo>
                <a:lnTo>
                  <a:pt x="130617" y="46225"/>
                </a:lnTo>
                <a:lnTo>
                  <a:pt x="119400" y="46225"/>
                </a:lnTo>
                <a:lnTo>
                  <a:pt x="119400" y="34329"/>
                </a:lnTo>
                <a:lnTo>
                  <a:pt x="130617" y="34329"/>
                </a:lnTo>
                <a:lnTo>
                  <a:pt x="130617" y="11983"/>
                </a:lnTo>
                <a:lnTo>
                  <a:pt x="145829" y="2802"/>
                </a:lnTo>
                <a:lnTo>
                  <a:pt x="145829" y="34329"/>
                </a:lnTo>
                <a:lnTo>
                  <a:pt x="161205" y="34329"/>
                </a:lnTo>
                <a:lnTo>
                  <a:pt x="161205" y="46225"/>
                </a:lnTo>
                <a:lnTo>
                  <a:pt x="145829" y="46225"/>
                </a:lnTo>
                <a:lnTo>
                  <a:pt x="145829" y="99003"/>
                </a:lnTo>
                <a:cubicBezTo>
                  <a:pt x="145829" y="103363"/>
                  <a:pt x="146081" y="106165"/>
                  <a:pt x="146594" y="107409"/>
                </a:cubicBezTo>
                <a:cubicBezTo>
                  <a:pt x="147160" y="108662"/>
                  <a:pt x="148039" y="109654"/>
                  <a:pt x="149222" y="110385"/>
                </a:cubicBezTo>
                <a:cubicBezTo>
                  <a:pt x="150475" y="111125"/>
                  <a:pt x="152224" y="111490"/>
                  <a:pt x="154496" y="111490"/>
                </a:cubicBezTo>
                <a:cubicBezTo>
                  <a:pt x="156193" y="111490"/>
                  <a:pt x="158429" y="111290"/>
                  <a:pt x="161205" y="110899"/>
                </a:cubicBezTo>
                <a:close/>
                <a:moveTo>
                  <a:pt x="209649" y="110899"/>
                </a:moveTo>
                <a:lnTo>
                  <a:pt x="211859" y="124404"/>
                </a:lnTo>
                <a:cubicBezTo>
                  <a:pt x="207552" y="125318"/>
                  <a:pt x="203697" y="125770"/>
                  <a:pt x="200303" y="125770"/>
                </a:cubicBezTo>
                <a:cubicBezTo>
                  <a:pt x="194751" y="125770"/>
                  <a:pt x="190444" y="124891"/>
                  <a:pt x="187381" y="123134"/>
                </a:cubicBezTo>
                <a:cubicBezTo>
                  <a:pt x="184326" y="121376"/>
                  <a:pt x="182168" y="119078"/>
                  <a:pt x="180924" y="116250"/>
                </a:cubicBezTo>
                <a:cubicBezTo>
                  <a:pt x="179679" y="113361"/>
                  <a:pt x="179053" y="107331"/>
                  <a:pt x="179053" y="98150"/>
                </a:cubicBezTo>
                <a:lnTo>
                  <a:pt x="179053" y="46225"/>
                </a:lnTo>
                <a:lnTo>
                  <a:pt x="167836" y="46225"/>
                </a:lnTo>
                <a:lnTo>
                  <a:pt x="167836" y="34329"/>
                </a:lnTo>
                <a:lnTo>
                  <a:pt x="179053" y="34329"/>
                </a:lnTo>
                <a:lnTo>
                  <a:pt x="179053" y="11983"/>
                </a:lnTo>
                <a:lnTo>
                  <a:pt x="194264" y="2802"/>
                </a:lnTo>
                <a:lnTo>
                  <a:pt x="194264" y="34329"/>
                </a:lnTo>
                <a:lnTo>
                  <a:pt x="209649" y="34329"/>
                </a:lnTo>
                <a:lnTo>
                  <a:pt x="209649" y="46225"/>
                </a:lnTo>
                <a:lnTo>
                  <a:pt x="194264" y="46225"/>
                </a:lnTo>
                <a:lnTo>
                  <a:pt x="194264" y="99003"/>
                </a:lnTo>
                <a:cubicBezTo>
                  <a:pt x="194264" y="103363"/>
                  <a:pt x="194516" y="106165"/>
                  <a:pt x="195030" y="107409"/>
                </a:cubicBezTo>
                <a:cubicBezTo>
                  <a:pt x="195595" y="108662"/>
                  <a:pt x="196474" y="109654"/>
                  <a:pt x="197667" y="110385"/>
                </a:cubicBezTo>
                <a:cubicBezTo>
                  <a:pt x="198911" y="111125"/>
                  <a:pt x="200669" y="111490"/>
                  <a:pt x="202931" y="111490"/>
                </a:cubicBezTo>
                <a:cubicBezTo>
                  <a:pt x="204637" y="111490"/>
                  <a:pt x="206873" y="111290"/>
                  <a:pt x="209649" y="110899"/>
                </a:cubicBezTo>
                <a:close/>
                <a:moveTo>
                  <a:pt x="286471" y="95513"/>
                </a:moveTo>
                <a:lnTo>
                  <a:pt x="302274" y="97471"/>
                </a:lnTo>
                <a:cubicBezTo>
                  <a:pt x="299785" y="106704"/>
                  <a:pt x="295164" y="113875"/>
                  <a:pt x="288429" y="118965"/>
                </a:cubicBezTo>
                <a:cubicBezTo>
                  <a:pt x="281685" y="124065"/>
                  <a:pt x="273069" y="126614"/>
                  <a:pt x="262592" y="126614"/>
                </a:cubicBezTo>
                <a:cubicBezTo>
                  <a:pt x="249391" y="126614"/>
                  <a:pt x="238905" y="122568"/>
                  <a:pt x="231143" y="114466"/>
                </a:cubicBezTo>
                <a:cubicBezTo>
                  <a:pt x="223442" y="106304"/>
                  <a:pt x="219587" y="94896"/>
                  <a:pt x="219587" y="80215"/>
                </a:cubicBezTo>
                <a:cubicBezTo>
                  <a:pt x="219587" y="65039"/>
                  <a:pt x="223503" y="53248"/>
                  <a:pt x="231317" y="44868"/>
                </a:cubicBezTo>
                <a:cubicBezTo>
                  <a:pt x="239132" y="36479"/>
                  <a:pt x="249278" y="32293"/>
                  <a:pt x="261739" y="32293"/>
                </a:cubicBezTo>
                <a:cubicBezTo>
                  <a:pt x="273809" y="32293"/>
                  <a:pt x="283669" y="36401"/>
                  <a:pt x="291318" y="44615"/>
                </a:cubicBezTo>
                <a:cubicBezTo>
                  <a:pt x="298958" y="52830"/>
                  <a:pt x="302787" y="64386"/>
                  <a:pt x="302787" y="79284"/>
                </a:cubicBezTo>
                <a:cubicBezTo>
                  <a:pt x="302787" y="80189"/>
                  <a:pt x="302761" y="81547"/>
                  <a:pt x="302700" y="83365"/>
                </a:cubicBezTo>
                <a:lnTo>
                  <a:pt x="235399" y="83365"/>
                </a:lnTo>
                <a:cubicBezTo>
                  <a:pt x="235964" y="93277"/>
                  <a:pt x="238766" y="100865"/>
                  <a:pt x="243813" y="106139"/>
                </a:cubicBezTo>
                <a:cubicBezTo>
                  <a:pt x="248852" y="111403"/>
                  <a:pt x="255143" y="114040"/>
                  <a:pt x="262679" y="114040"/>
                </a:cubicBezTo>
                <a:cubicBezTo>
                  <a:pt x="268283" y="114040"/>
                  <a:pt x="273069" y="112569"/>
                  <a:pt x="277038" y="109619"/>
                </a:cubicBezTo>
                <a:cubicBezTo>
                  <a:pt x="281006" y="106678"/>
                  <a:pt x="284147" y="101970"/>
                  <a:pt x="286471" y="95513"/>
                </a:cubicBezTo>
                <a:close/>
                <a:moveTo>
                  <a:pt x="236243" y="70782"/>
                </a:moveTo>
                <a:lnTo>
                  <a:pt x="286636" y="70782"/>
                </a:lnTo>
                <a:cubicBezTo>
                  <a:pt x="285957" y="63194"/>
                  <a:pt x="284034" y="57503"/>
                  <a:pt x="280858" y="53700"/>
                </a:cubicBezTo>
                <a:cubicBezTo>
                  <a:pt x="275985" y="47809"/>
                  <a:pt x="269676" y="44868"/>
                  <a:pt x="261914" y="44868"/>
                </a:cubicBezTo>
                <a:cubicBezTo>
                  <a:pt x="254882" y="44868"/>
                  <a:pt x="248965" y="47217"/>
                  <a:pt x="244153" y="51916"/>
                </a:cubicBezTo>
                <a:cubicBezTo>
                  <a:pt x="239393" y="56624"/>
                  <a:pt x="236756" y="62907"/>
                  <a:pt x="236243" y="70782"/>
                </a:cubicBezTo>
                <a:close/>
                <a:moveTo>
                  <a:pt x="321566" y="124578"/>
                </a:moveTo>
                <a:lnTo>
                  <a:pt x="321566" y="34329"/>
                </a:lnTo>
                <a:lnTo>
                  <a:pt x="335333" y="34329"/>
                </a:lnTo>
                <a:lnTo>
                  <a:pt x="335333" y="47165"/>
                </a:lnTo>
                <a:cubicBezTo>
                  <a:pt x="341964" y="37245"/>
                  <a:pt x="351536" y="32293"/>
                  <a:pt x="364058" y="32293"/>
                </a:cubicBezTo>
                <a:cubicBezTo>
                  <a:pt x="369497" y="32293"/>
                  <a:pt x="374483" y="33276"/>
                  <a:pt x="379017" y="35261"/>
                </a:cubicBezTo>
                <a:cubicBezTo>
                  <a:pt x="383603" y="37192"/>
                  <a:pt x="387031" y="39742"/>
                  <a:pt x="389294" y="42910"/>
                </a:cubicBezTo>
                <a:cubicBezTo>
                  <a:pt x="391565" y="46086"/>
                  <a:pt x="393149" y="49854"/>
                  <a:pt x="394054" y="54214"/>
                </a:cubicBezTo>
                <a:cubicBezTo>
                  <a:pt x="394620" y="57051"/>
                  <a:pt x="394907" y="62002"/>
                  <a:pt x="394907" y="69085"/>
                </a:cubicBezTo>
                <a:lnTo>
                  <a:pt x="394907" y="124578"/>
                </a:lnTo>
                <a:lnTo>
                  <a:pt x="379609" y="124578"/>
                </a:lnTo>
                <a:lnTo>
                  <a:pt x="379609" y="69677"/>
                </a:lnTo>
                <a:cubicBezTo>
                  <a:pt x="379609" y="63447"/>
                  <a:pt x="379017" y="58800"/>
                  <a:pt x="377825" y="55745"/>
                </a:cubicBezTo>
                <a:cubicBezTo>
                  <a:pt x="376632" y="52630"/>
                  <a:pt x="374509" y="50167"/>
                  <a:pt x="371455" y="48348"/>
                </a:cubicBezTo>
                <a:cubicBezTo>
                  <a:pt x="368444" y="46477"/>
                  <a:pt x="364911" y="45546"/>
                  <a:pt x="360830" y="45546"/>
                </a:cubicBezTo>
                <a:cubicBezTo>
                  <a:pt x="354312" y="45546"/>
                  <a:pt x="348673" y="47618"/>
                  <a:pt x="343913" y="51751"/>
                </a:cubicBezTo>
                <a:cubicBezTo>
                  <a:pt x="339214" y="55884"/>
                  <a:pt x="336864" y="63734"/>
                  <a:pt x="336864" y="75290"/>
                </a:cubicBezTo>
                <a:lnTo>
                  <a:pt x="336864" y="124578"/>
                </a:lnTo>
                <a:lnTo>
                  <a:pt x="321566" y="124578"/>
                </a:lnTo>
                <a:close/>
                <a:moveTo>
                  <a:pt x="451844" y="110899"/>
                </a:moveTo>
                <a:lnTo>
                  <a:pt x="454054" y="124404"/>
                </a:lnTo>
                <a:cubicBezTo>
                  <a:pt x="449747" y="125318"/>
                  <a:pt x="445892" y="125770"/>
                  <a:pt x="442498" y="125770"/>
                </a:cubicBezTo>
                <a:cubicBezTo>
                  <a:pt x="436946" y="125770"/>
                  <a:pt x="432639" y="124891"/>
                  <a:pt x="429576" y="123134"/>
                </a:cubicBezTo>
                <a:cubicBezTo>
                  <a:pt x="426521" y="121376"/>
                  <a:pt x="424363" y="119078"/>
                  <a:pt x="423119" y="116250"/>
                </a:cubicBezTo>
                <a:cubicBezTo>
                  <a:pt x="421874" y="113361"/>
                  <a:pt x="421248" y="107331"/>
                  <a:pt x="421248" y="98150"/>
                </a:cubicBezTo>
                <a:lnTo>
                  <a:pt x="421248" y="46225"/>
                </a:lnTo>
                <a:lnTo>
                  <a:pt x="410031" y="46225"/>
                </a:lnTo>
                <a:lnTo>
                  <a:pt x="410031" y="34329"/>
                </a:lnTo>
                <a:lnTo>
                  <a:pt x="421248" y="34329"/>
                </a:lnTo>
                <a:lnTo>
                  <a:pt x="421248" y="11983"/>
                </a:lnTo>
                <a:lnTo>
                  <a:pt x="436459" y="2802"/>
                </a:lnTo>
                <a:lnTo>
                  <a:pt x="436459" y="34329"/>
                </a:lnTo>
                <a:lnTo>
                  <a:pt x="451844" y="34329"/>
                </a:lnTo>
                <a:lnTo>
                  <a:pt x="451844" y="46225"/>
                </a:lnTo>
                <a:lnTo>
                  <a:pt x="436459" y="46225"/>
                </a:lnTo>
                <a:lnTo>
                  <a:pt x="436459" y="99003"/>
                </a:lnTo>
                <a:cubicBezTo>
                  <a:pt x="436459" y="103363"/>
                  <a:pt x="436720" y="106165"/>
                  <a:pt x="437225" y="107409"/>
                </a:cubicBezTo>
                <a:cubicBezTo>
                  <a:pt x="437790" y="108662"/>
                  <a:pt x="438669" y="109654"/>
                  <a:pt x="439862" y="110385"/>
                </a:cubicBezTo>
                <a:cubicBezTo>
                  <a:pt x="441106" y="111125"/>
                  <a:pt x="442864" y="111490"/>
                  <a:pt x="445126" y="111490"/>
                </a:cubicBezTo>
                <a:cubicBezTo>
                  <a:pt x="446832" y="111490"/>
                  <a:pt x="449068" y="111290"/>
                  <a:pt x="451844" y="110899"/>
                </a:cubicBezTo>
                <a:close/>
                <a:moveTo>
                  <a:pt x="466968" y="17587"/>
                </a:moveTo>
                <a:lnTo>
                  <a:pt x="466968" y="0"/>
                </a:lnTo>
                <a:lnTo>
                  <a:pt x="482266" y="0"/>
                </a:lnTo>
                <a:lnTo>
                  <a:pt x="482266" y="17587"/>
                </a:lnTo>
                <a:lnTo>
                  <a:pt x="466968" y="17587"/>
                </a:lnTo>
                <a:close/>
                <a:moveTo>
                  <a:pt x="466968" y="124578"/>
                </a:moveTo>
                <a:lnTo>
                  <a:pt x="466968" y="34329"/>
                </a:lnTo>
                <a:lnTo>
                  <a:pt x="482266" y="34329"/>
                </a:lnTo>
                <a:lnTo>
                  <a:pt x="482266" y="124578"/>
                </a:lnTo>
                <a:lnTo>
                  <a:pt x="466968" y="124578"/>
                </a:lnTo>
                <a:close/>
                <a:moveTo>
                  <a:pt x="499940" y="79449"/>
                </a:moveTo>
                <a:cubicBezTo>
                  <a:pt x="499940" y="62742"/>
                  <a:pt x="504587" y="50359"/>
                  <a:pt x="513881" y="42318"/>
                </a:cubicBezTo>
                <a:cubicBezTo>
                  <a:pt x="521643" y="35635"/>
                  <a:pt x="531102" y="32293"/>
                  <a:pt x="542258" y="32293"/>
                </a:cubicBezTo>
                <a:cubicBezTo>
                  <a:pt x="554667" y="32293"/>
                  <a:pt x="564814" y="36366"/>
                  <a:pt x="572689" y="44528"/>
                </a:cubicBezTo>
                <a:cubicBezTo>
                  <a:pt x="580556" y="52630"/>
                  <a:pt x="584498" y="63847"/>
                  <a:pt x="584498" y="78179"/>
                </a:cubicBezTo>
                <a:cubicBezTo>
                  <a:pt x="584498" y="89796"/>
                  <a:pt x="582740" y="98942"/>
                  <a:pt x="579224" y="105625"/>
                </a:cubicBezTo>
                <a:cubicBezTo>
                  <a:pt x="575770" y="112256"/>
                  <a:pt x="570705" y="117408"/>
                  <a:pt x="564013" y="121097"/>
                </a:cubicBezTo>
                <a:cubicBezTo>
                  <a:pt x="557391" y="124778"/>
                  <a:pt x="550134" y="126614"/>
                  <a:pt x="542258" y="126614"/>
                </a:cubicBezTo>
                <a:cubicBezTo>
                  <a:pt x="529631" y="126614"/>
                  <a:pt x="519398" y="122568"/>
                  <a:pt x="511583" y="114466"/>
                </a:cubicBezTo>
                <a:cubicBezTo>
                  <a:pt x="503821" y="106365"/>
                  <a:pt x="499940" y="94695"/>
                  <a:pt x="499940" y="79449"/>
                </a:cubicBezTo>
                <a:close/>
                <a:moveTo>
                  <a:pt x="515665" y="79449"/>
                </a:moveTo>
                <a:cubicBezTo>
                  <a:pt x="515665" y="91015"/>
                  <a:pt x="518188" y="99682"/>
                  <a:pt x="523227" y="105460"/>
                </a:cubicBezTo>
                <a:cubicBezTo>
                  <a:pt x="528265" y="111177"/>
                  <a:pt x="534618" y="114040"/>
                  <a:pt x="542258" y="114040"/>
                </a:cubicBezTo>
                <a:cubicBezTo>
                  <a:pt x="549855" y="114040"/>
                  <a:pt x="556173" y="111151"/>
                  <a:pt x="561211" y="105373"/>
                </a:cubicBezTo>
                <a:cubicBezTo>
                  <a:pt x="566258" y="99595"/>
                  <a:pt x="568773" y="90788"/>
                  <a:pt x="568773" y="78945"/>
                </a:cubicBezTo>
                <a:cubicBezTo>
                  <a:pt x="568773" y="67780"/>
                  <a:pt x="566224" y="59339"/>
                  <a:pt x="561124" y="53622"/>
                </a:cubicBezTo>
                <a:cubicBezTo>
                  <a:pt x="556086" y="47844"/>
                  <a:pt x="549794" y="44955"/>
                  <a:pt x="542258" y="44955"/>
                </a:cubicBezTo>
                <a:cubicBezTo>
                  <a:pt x="534618" y="44955"/>
                  <a:pt x="528265" y="47809"/>
                  <a:pt x="523227" y="53535"/>
                </a:cubicBezTo>
                <a:cubicBezTo>
                  <a:pt x="518188" y="59252"/>
                  <a:pt x="515665" y="67893"/>
                  <a:pt x="515665" y="79449"/>
                </a:cubicBezTo>
                <a:close/>
                <a:moveTo>
                  <a:pt x="602511" y="124578"/>
                </a:moveTo>
                <a:lnTo>
                  <a:pt x="602511" y="34329"/>
                </a:lnTo>
                <a:lnTo>
                  <a:pt x="616278" y="34329"/>
                </a:lnTo>
                <a:lnTo>
                  <a:pt x="616278" y="47165"/>
                </a:lnTo>
                <a:cubicBezTo>
                  <a:pt x="622909" y="37245"/>
                  <a:pt x="632481" y="32293"/>
                  <a:pt x="645003" y="32293"/>
                </a:cubicBezTo>
                <a:cubicBezTo>
                  <a:pt x="650442" y="32293"/>
                  <a:pt x="655428" y="33276"/>
                  <a:pt x="659962" y="35261"/>
                </a:cubicBezTo>
                <a:cubicBezTo>
                  <a:pt x="664548" y="37192"/>
                  <a:pt x="667976" y="39742"/>
                  <a:pt x="670239" y="42910"/>
                </a:cubicBezTo>
                <a:cubicBezTo>
                  <a:pt x="672510" y="46086"/>
                  <a:pt x="674094" y="49854"/>
                  <a:pt x="674999" y="54214"/>
                </a:cubicBezTo>
                <a:cubicBezTo>
                  <a:pt x="675564" y="57051"/>
                  <a:pt x="675852" y="62002"/>
                  <a:pt x="675852" y="69085"/>
                </a:cubicBezTo>
                <a:lnTo>
                  <a:pt x="675852" y="124578"/>
                </a:lnTo>
                <a:lnTo>
                  <a:pt x="660554" y="124578"/>
                </a:lnTo>
                <a:lnTo>
                  <a:pt x="660554" y="69677"/>
                </a:lnTo>
                <a:cubicBezTo>
                  <a:pt x="660554" y="63447"/>
                  <a:pt x="659962" y="58800"/>
                  <a:pt x="658770" y="55745"/>
                </a:cubicBezTo>
                <a:cubicBezTo>
                  <a:pt x="657578" y="52630"/>
                  <a:pt x="655454" y="50167"/>
                  <a:pt x="652400" y="48348"/>
                </a:cubicBezTo>
                <a:cubicBezTo>
                  <a:pt x="649398" y="46477"/>
                  <a:pt x="645856" y="45546"/>
                  <a:pt x="641774" y="45546"/>
                </a:cubicBezTo>
                <a:cubicBezTo>
                  <a:pt x="635257" y="45546"/>
                  <a:pt x="629618" y="47618"/>
                  <a:pt x="624866" y="51751"/>
                </a:cubicBezTo>
                <a:cubicBezTo>
                  <a:pt x="620159" y="55884"/>
                  <a:pt x="617809" y="63734"/>
                  <a:pt x="617809" y="75290"/>
                </a:cubicBezTo>
                <a:lnTo>
                  <a:pt x="617809" y="124578"/>
                </a:lnTo>
                <a:lnTo>
                  <a:pt x="602511" y="124578"/>
                </a:lnTo>
                <a:close/>
              </a:path>
            </a:pathLst>
          </a:custGeom>
          <a:solidFill>
            <a:srgbClr val="FFFFFF"/>
          </a:solidFill>
          <a:ln w="8702" cap="flat">
            <a:noFill/>
            <a:prstDash val="solid"/>
            <a:miter/>
          </a:ln>
        </p:spPr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42934F7B-2291-FF21-2589-F843351694D1}"/>
              </a:ext>
            </a:extLst>
          </p:cNvPr>
          <p:cNvGrpSpPr/>
          <p:nvPr/>
        </p:nvGrpSpPr>
        <p:grpSpPr>
          <a:xfrm>
            <a:off x="5317396" y="2432864"/>
            <a:ext cx="870203" cy="1287900"/>
            <a:chOff x="5317396" y="2432864"/>
            <a:chExt cx="870203" cy="1287900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3E40C94-FA0D-992E-A19F-575FC40BB76E}"/>
                </a:ext>
              </a:extLst>
            </p:cNvPr>
            <p:cNvSpPr/>
            <p:nvPr/>
          </p:nvSpPr>
          <p:spPr>
            <a:xfrm>
              <a:off x="5317396" y="2432864"/>
              <a:ext cx="870203" cy="391591"/>
            </a:xfrm>
            <a:custGeom>
              <a:avLst/>
              <a:gdLst>
                <a:gd name="csX0" fmla="*/ 817991 w 870203"/>
                <a:gd name="csY0" fmla="*/ 0 h 391591"/>
                <a:gd name="csX1" fmla="*/ 52212 w 870203"/>
                <a:gd name="csY1" fmla="*/ 0 h 391591"/>
                <a:gd name="csX2" fmla="*/ 0 w 870203"/>
                <a:gd name="csY2" fmla="*/ 52212 h 391591"/>
                <a:gd name="csX3" fmla="*/ 0 w 870203"/>
                <a:gd name="csY3" fmla="*/ 339379 h 391591"/>
                <a:gd name="csX4" fmla="*/ 52212 w 870203"/>
                <a:gd name="csY4" fmla="*/ 391591 h 391591"/>
                <a:gd name="csX5" fmla="*/ 817991 w 870203"/>
                <a:gd name="csY5" fmla="*/ 391591 h 391591"/>
                <a:gd name="csX6" fmla="*/ 870203 w 870203"/>
                <a:gd name="csY6" fmla="*/ 339379 h 391591"/>
                <a:gd name="csX7" fmla="*/ 870203 w 870203"/>
                <a:gd name="csY7" fmla="*/ 52212 h 391591"/>
                <a:gd name="csX8" fmla="*/ 817991 w 870203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70203" h="391591">
                  <a:moveTo>
                    <a:pt x="817991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373" y="391591"/>
                    <a:pt x="52212" y="391591"/>
                  </a:cubicBezTo>
                  <a:lnTo>
                    <a:pt x="817991" y="391591"/>
                  </a:lnTo>
                  <a:cubicBezTo>
                    <a:pt x="846830" y="391591"/>
                    <a:pt x="870203" y="368218"/>
                    <a:pt x="870203" y="339379"/>
                  </a:cubicBezTo>
                  <a:lnTo>
                    <a:pt x="870203" y="52212"/>
                  </a:lnTo>
                  <a:cubicBezTo>
                    <a:pt x="870203" y="23374"/>
                    <a:pt x="846830" y="0"/>
                    <a:pt x="817991" y="0"/>
                  </a:cubicBezTo>
                  <a:close/>
                </a:path>
              </a:pathLst>
            </a:custGeom>
            <a:solidFill>
              <a:srgbClr val="B05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B82063-4931-1180-31DA-DD954DE467D3}"/>
                </a:ext>
              </a:extLst>
            </p:cNvPr>
            <p:cNvSpPr/>
            <p:nvPr/>
          </p:nvSpPr>
          <p:spPr>
            <a:xfrm>
              <a:off x="5682881" y="3581532"/>
              <a:ext cx="139232" cy="139232"/>
            </a:xfrm>
            <a:custGeom>
              <a:avLst/>
              <a:gdLst>
                <a:gd name="csX0" fmla="*/ 69616 w 139232"/>
                <a:gd name="csY0" fmla="*/ 139232 h 139232"/>
                <a:gd name="csX1" fmla="*/ 139232 w 139232"/>
                <a:gd name="csY1" fmla="*/ 69616 h 139232"/>
                <a:gd name="csX2" fmla="*/ 69616 w 139232"/>
                <a:gd name="csY2" fmla="*/ 0 h 139232"/>
                <a:gd name="csX3" fmla="*/ 0 w 139232"/>
                <a:gd name="csY3" fmla="*/ 69616 h 139232"/>
                <a:gd name="csX4" fmla="*/ 69616 w 139232"/>
                <a:gd name="csY4" fmla="*/ 139232 h 139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9232" h="139232">
                  <a:moveTo>
                    <a:pt x="69616" y="139232"/>
                  </a:moveTo>
                  <a:cubicBezTo>
                    <a:pt x="108062" y="139232"/>
                    <a:pt x="139232" y="108062"/>
                    <a:pt x="139232" y="69616"/>
                  </a:cubicBezTo>
                  <a:cubicBezTo>
                    <a:pt x="139232" y="31171"/>
                    <a:pt x="108062" y="0"/>
                    <a:pt x="69616" y="0"/>
                  </a:cubicBezTo>
                  <a:cubicBezTo>
                    <a:pt x="31170" y="0"/>
                    <a:pt x="0" y="31171"/>
                    <a:pt x="0" y="69616"/>
                  </a:cubicBezTo>
                  <a:cubicBezTo>
                    <a:pt x="0" y="108062"/>
                    <a:pt x="31170" y="139232"/>
                    <a:pt x="69616" y="139232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03EDCCB-B23C-E0F1-D608-1C7F91F6297F}"/>
                </a:ext>
              </a:extLst>
            </p:cNvPr>
            <p:cNvSpPr/>
            <p:nvPr/>
          </p:nvSpPr>
          <p:spPr>
            <a:xfrm>
              <a:off x="5752497" y="2867965"/>
              <a:ext cx="8702" cy="696162"/>
            </a:xfrm>
            <a:custGeom>
              <a:avLst/>
              <a:gdLst>
                <a:gd name="csX0" fmla="*/ 0 w 8702"/>
                <a:gd name="csY0" fmla="*/ 696162 h 696162"/>
                <a:gd name="csX1" fmla="*/ 0 w 8702"/>
                <a:gd name="csY1" fmla="*/ 0 h 696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696162">
                  <a:moveTo>
                    <a:pt x="0" y="696162"/>
                  </a:moveTo>
                  <a:lnTo>
                    <a:pt x="0" y="0"/>
                  </a:lnTo>
                </a:path>
              </a:pathLst>
            </a:custGeom>
            <a:noFill/>
            <a:ln w="17404" cap="flat">
              <a:solidFill>
                <a:srgbClr val="B05050"/>
              </a:solidFill>
              <a:prstDash val="solid"/>
              <a:miter/>
            </a:ln>
          </p:spPr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ADA708-B91F-9404-5638-B1B1A2152EFB}"/>
                </a:ext>
              </a:extLst>
            </p:cNvPr>
            <p:cNvSpPr/>
            <p:nvPr/>
          </p:nvSpPr>
          <p:spPr>
            <a:xfrm>
              <a:off x="5582790" y="2536757"/>
              <a:ext cx="345105" cy="128833"/>
            </a:xfrm>
            <a:custGeom>
              <a:avLst/>
              <a:gdLst>
                <a:gd name="csX0" fmla="*/ 62464 w 345105"/>
                <a:gd name="csY0" fmla="*/ 77848 h 128833"/>
                <a:gd name="csX1" fmla="*/ 62464 w 345105"/>
                <a:gd name="csY1" fmla="*/ 63229 h 128833"/>
                <a:gd name="csX2" fmla="*/ 115232 w 345105"/>
                <a:gd name="csY2" fmla="*/ 63142 h 128833"/>
                <a:gd name="csX3" fmla="*/ 115232 w 345105"/>
                <a:gd name="csY3" fmla="*/ 109376 h 128833"/>
                <a:gd name="csX4" fmla="*/ 90162 w 345105"/>
                <a:gd name="csY4" fmla="*/ 123995 h 128833"/>
                <a:gd name="csX5" fmla="*/ 63647 w 345105"/>
                <a:gd name="csY5" fmla="*/ 128834 h 128833"/>
                <a:gd name="csX6" fmla="*/ 30257 w 345105"/>
                <a:gd name="csY6" fmla="*/ 121019 h 128833"/>
                <a:gd name="csX7" fmla="*/ 7649 w 345105"/>
                <a:gd name="csY7" fmla="*/ 98246 h 128833"/>
                <a:gd name="csX8" fmla="*/ 0 w 345105"/>
                <a:gd name="csY8" fmla="*/ 65013 h 128833"/>
                <a:gd name="csX9" fmla="*/ 7562 w 345105"/>
                <a:gd name="csY9" fmla="*/ 31110 h 128833"/>
                <a:gd name="csX10" fmla="*/ 29492 w 345105"/>
                <a:gd name="csY10" fmla="*/ 7649 h 128833"/>
                <a:gd name="csX11" fmla="*/ 62376 w 345105"/>
                <a:gd name="csY11" fmla="*/ 0 h 128833"/>
                <a:gd name="csX12" fmla="*/ 86768 w 345105"/>
                <a:gd name="csY12" fmla="*/ 4421 h 128833"/>
                <a:gd name="csX13" fmla="*/ 103928 w 345105"/>
                <a:gd name="csY13" fmla="*/ 16577 h 128833"/>
                <a:gd name="csX14" fmla="*/ 113362 w 345105"/>
                <a:gd name="csY14" fmla="*/ 36975 h 128833"/>
                <a:gd name="csX15" fmla="*/ 98490 w 345105"/>
                <a:gd name="csY15" fmla="*/ 41048 h 128833"/>
                <a:gd name="csX16" fmla="*/ 91528 w 345105"/>
                <a:gd name="csY16" fmla="*/ 26097 h 128833"/>
                <a:gd name="csX17" fmla="*/ 79624 w 345105"/>
                <a:gd name="csY17" fmla="*/ 17421 h 128833"/>
                <a:gd name="csX18" fmla="*/ 62464 w 345105"/>
                <a:gd name="csY18" fmla="*/ 14115 h 128833"/>
                <a:gd name="csX19" fmla="*/ 42918 w 345105"/>
                <a:gd name="csY19" fmla="*/ 17596 h 128833"/>
                <a:gd name="csX20" fmla="*/ 29570 w 345105"/>
                <a:gd name="csY20" fmla="*/ 26602 h 128833"/>
                <a:gd name="csX21" fmla="*/ 21755 w 345105"/>
                <a:gd name="csY21" fmla="*/ 38924 h 128833"/>
                <a:gd name="csX22" fmla="*/ 16995 w 345105"/>
                <a:gd name="csY22" fmla="*/ 63995 h 128833"/>
                <a:gd name="csX23" fmla="*/ 22686 w 345105"/>
                <a:gd name="csY23" fmla="*/ 91867 h 128833"/>
                <a:gd name="csX24" fmla="*/ 39429 w 345105"/>
                <a:gd name="csY24" fmla="*/ 108523 h 128833"/>
                <a:gd name="csX25" fmla="*/ 62716 w 345105"/>
                <a:gd name="csY25" fmla="*/ 113962 h 128833"/>
                <a:gd name="csX26" fmla="*/ 83618 w 345105"/>
                <a:gd name="csY26" fmla="*/ 109881 h 128833"/>
                <a:gd name="csX27" fmla="*/ 99090 w 345105"/>
                <a:gd name="csY27" fmla="*/ 101048 h 128833"/>
                <a:gd name="csX28" fmla="*/ 99090 w 345105"/>
                <a:gd name="csY28" fmla="*/ 77848 h 128833"/>
                <a:gd name="csX29" fmla="*/ 62464 w 345105"/>
                <a:gd name="csY29" fmla="*/ 77848 h 128833"/>
                <a:gd name="csX30" fmla="*/ 139624 w 345105"/>
                <a:gd name="csY30" fmla="*/ 126710 h 128833"/>
                <a:gd name="csX31" fmla="*/ 139624 w 345105"/>
                <a:gd name="csY31" fmla="*/ 2132 h 128833"/>
                <a:gd name="csX32" fmla="*/ 186615 w 345105"/>
                <a:gd name="csY32" fmla="*/ 2132 h 128833"/>
                <a:gd name="csX33" fmla="*/ 205568 w 345105"/>
                <a:gd name="csY33" fmla="*/ 3316 h 128833"/>
                <a:gd name="csX34" fmla="*/ 220953 w 345105"/>
                <a:gd name="csY34" fmla="*/ 9181 h 128833"/>
                <a:gd name="csX35" fmla="*/ 230891 w 345105"/>
                <a:gd name="csY35" fmla="*/ 21163 h 128833"/>
                <a:gd name="csX36" fmla="*/ 234720 w 345105"/>
                <a:gd name="csY36" fmla="*/ 38158 h 128833"/>
                <a:gd name="csX37" fmla="*/ 224608 w 345105"/>
                <a:gd name="csY37" fmla="*/ 65100 h 128833"/>
                <a:gd name="csX38" fmla="*/ 188060 w 345105"/>
                <a:gd name="csY38" fmla="*/ 76064 h 128833"/>
                <a:gd name="csX39" fmla="*/ 156114 w 345105"/>
                <a:gd name="csY39" fmla="*/ 76064 h 128833"/>
                <a:gd name="csX40" fmla="*/ 156114 w 345105"/>
                <a:gd name="csY40" fmla="*/ 126710 h 128833"/>
                <a:gd name="csX41" fmla="*/ 139624 w 345105"/>
                <a:gd name="csY41" fmla="*/ 126710 h 128833"/>
                <a:gd name="csX42" fmla="*/ 156114 w 345105"/>
                <a:gd name="csY42" fmla="*/ 61358 h 128833"/>
                <a:gd name="csX43" fmla="*/ 188321 w 345105"/>
                <a:gd name="csY43" fmla="*/ 61358 h 128833"/>
                <a:gd name="csX44" fmla="*/ 211007 w 345105"/>
                <a:gd name="csY44" fmla="*/ 55415 h 128833"/>
                <a:gd name="csX45" fmla="*/ 217725 w 345105"/>
                <a:gd name="csY45" fmla="*/ 38672 h 128833"/>
                <a:gd name="csX46" fmla="*/ 213731 w 345105"/>
                <a:gd name="csY46" fmla="*/ 25332 h 128833"/>
                <a:gd name="csX47" fmla="*/ 203358 w 345105"/>
                <a:gd name="csY47" fmla="*/ 17935 h 128833"/>
                <a:gd name="csX48" fmla="*/ 187981 w 345105"/>
                <a:gd name="csY48" fmla="*/ 16830 h 128833"/>
                <a:gd name="csX49" fmla="*/ 156114 w 345105"/>
                <a:gd name="csY49" fmla="*/ 16830 h 128833"/>
                <a:gd name="csX50" fmla="*/ 156114 w 345105"/>
                <a:gd name="csY50" fmla="*/ 61358 h 128833"/>
                <a:gd name="csX51" fmla="*/ 287402 w 345105"/>
                <a:gd name="csY51" fmla="*/ 126710 h 128833"/>
                <a:gd name="csX52" fmla="*/ 287402 w 345105"/>
                <a:gd name="csY52" fmla="*/ 16830 h 128833"/>
                <a:gd name="csX53" fmla="*/ 246363 w 345105"/>
                <a:gd name="csY53" fmla="*/ 16830 h 128833"/>
                <a:gd name="csX54" fmla="*/ 246363 w 345105"/>
                <a:gd name="csY54" fmla="*/ 2132 h 128833"/>
                <a:gd name="csX55" fmla="*/ 345105 w 345105"/>
                <a:gd name="csY55" fmla="*/ 2132 h 128833"/>
                <a:gd name="csX56" fmla="*/ 345105 w 345105"/>
                <a:gd name="csY56" fmla="*/ 16830 h 128833"/>
                <a:gd name="csX57" fmla="*/ 303892 w 345105"/>
                <a:gd name="csY57" fmla="*/ 16830 h 128833"/>
                <a:gd name="csX58" fmla="*/ 303892 w 345105"/>
                <a:gd name="csY58" fmla="*/ 126710 h 128833"/>
                <a:gd name="csX59" fmla="*/ 287402 w 345105"/>
                <a:gd name="csY59" fmla="*/ 126710 h 12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345105" h="128833">
                  <a:moveTo>
                    <a:pt x="62464" y="77848"/>
                  </a:moveTo>
                  <a:lnTo>
                    <a:pt x="62464" y="63229"/>
                  </a:lnTo>
                  <a:lnTo>
                    <a:pt x="115232" y="63142"/>
                  </a:lnTo>
                  <a:lnTo>
                    <a:pt x="115232" y="109376"/>
                  </a:lnTo>
                  <a:cubicBezTo>
                    <a:pt x="107131" y="115833"/>
                    <a:pt x="98777" y="120706"/>
                    <a:pt x="90162" y="123995"/>
                  </a:cubicBezTo>
                  <a:cubicBezTo>
                    <a:pt x="81556" y="127224"/>
                    <a:pt x="72714" y="128834"/>
                    <a:pt x="63647" y="128834"/>
                  </a:cubicBezTo>
                  <a:cubicBezTo>
                    <a:pt x="51412" y="128834"/>
                    <a:pt x="40282" y="126232"/>
                    <a:pt x="30257" y="121019"/>
                  </a:cubicBezTo>
                  <a:cubicBezTo>
                    <a:pt x="20284" y="115746"/>
                    <a:pt x="12749" y="108158"/>
                    <a:pt x="7649" y="98246"/>
                  </a:cubicBezTo>
                  <a:cubicBezTo>
                    <a:pt x="2550" y="88326"/>
                    <a:pt x="0" y="77248"/>
                    <a:pt x="0" y="65013"/>
                  </a:cubicBezTo>
                  <a:cubicBezTo>
                    <a:pt x="0" y="52891"/>
                    <a:pt x="2524" y="41587"/>
                    <a:pt x="7562" y="31110"/>
                  </a:cubicBezTo>
                  <a:cubicBezTo>
                    <a:pt x="12662" y="20572"/>
                    <a:pt x="19972" y="12749"/>
                    <a:pt x="29492" y="7649"/>
                  </a:cubicBezTo>
                  <a:cubicBezTo>
                    <a:pt x="39002" y="2550"/>
                    <a:pt x="49967" y="0"/>
                    <a:pt x="62376" y="0"/>
                  </a:cubicBezTo>
                  <a:cubicBezTo>
                    <a:pt x="71383" y="0"/>
                    <a:pt x="79511" y="1479"/>
                    <a:pt x="86768" y="4421"/>
                  </a:cubicBezTo>
                  <a:cubicBezTo>
                    <a:pt x="94078" y="7310"/>
                    <a:pt x="99795" y="11365"/>
                    <a:pt x="103928" y="16577"/>
                  </a:cubicBezTo>
                  <a:cubicBezTo>
                    <a:pt x="108071" y="21790"/>
                    <a:pt x="111212" y="28586"/>
                    <a:pt x="113362" y="36975"/>
                  </a:cubicBezTo>
                  <a:lnTo>
                    <a:pt x="98490" y="41048"/>
                  </a:lnTo>
                  <a:cubicBezTo>
                    <a:pt x="96627" y="34704"/>
                    <a:pt x="94304" y="29718"/>
                    <a:pt x="91528" y="26097"/>
                  </a:cubicBezTo>
                  <a:cubicBezTo>
                    <a:pt x="88752" y="22469"/>
                    <a:pt x="84784" y="19580"/>
                    <a:pt x="79624" y="17421"/>
                  </a:cubicBezTo>
                  <a:cubicBezTo>
                    <a:pt x="74472" y="15220"/>
                    <a:pt x="68746" y="14115"/>
                    <a:pt x="62464" y="14115"/>
                  </a:cubicBezTo>
                  <a:cubicBezTo>
                    <a:pt x="54927" y="14115"/>
                    <a:pt x="48409" y="15272"/>
                    <a:pt x="42918" y="17596"/>
                  </a:cubicBezTo>
                  <a:cubicBezTo>
                    <a:pt x="37419" y="19858"/>
                    <a:pt x="32972" y="22860"/>
                    <a:pt x="29570" y="26602"/>
                  </a:cubicBezTo>
                  <a:cubicBezTo>
                    <a:pt x="26228" y="30344"/>
                    <a:pt x="23626" y="34451"/>
                    <a:pt x="21755" y="38924"/>
                  </a:cubicBezTo>
                  <a:cubicBezTo>
                    <a:pt x="18579" y="46634"/>
                    <a:pt x="16995" y="54988"/>
                    <a:pt x="16995" y="63995"/>
                  </a:cubicBezTo>
                  <a:cubicBezTo>
                    <a:pt x="16995" y="75099"/>
                    <a:pt x="18892" y="84392"/>
                    <a:pt x="22686" y="91867"/>
                  </a:cubicBezTo>
                  <a:cubicBezTo>
                    <a:pt x="26541" y="99342"/>
                    <a:pt x="32120" y="104894"/>
                    <a:pt x="39429" y="108523"/>
                  </a:cubicBezTo>
                  <a:cubicBezTo>
                    <a:pt x="46739" y="112152"/>
                    <a:pt x="54501" y="113962"/>
                    <a:pt x="62716" y="113962"/>
                  </a:cubicBezTo>
                  <a:cubicBezTo>
                    <a:pt x="69852" y="113962"/>
                    <a:pt x="76822" y="112604"/>
                    <a:pt x="83618" y="109881"/>
                  </a:cubicBezTo>
                  <a:cubicBezTo>
                    <a:pt x="90423" y="107105"/>
                    <a:pt x="95575" y="104163"/>
                    <a:pt x="99090" y="101048"/>
                  </a:cubicBezTo>
                  <a:lnTo>
                    <a:pt x="99090" y="77848"/>
                  </a:lnTo>
                  <a:lnTo>
                    <a:pt x="62464" y="77848"/>
                  </a:lnTo>
                  <a:close/>
                  <a:moveTo>
                    <a:pt x="139624" y="126710"/>
                  </a:moveTo>
                  <a:lnTo>
                    <a:pt x="139624" y="2132"/>
                  </a:lnTo>
                  <a:lnTo>
                    <a:pt x="186615" y="2132"/>
                  </a:lnTo>
                  <a:cubicBezTo>
                    <a:pt x="194891" y="2132"/>
                    <a:pt x="201208" y="2524"/>
                    <a:pt x="205568" y="3316"/>
                  </a:cubicBezTo>
                  <a:cubicBezTo>
                    <a:pt x="211685" y="4342"/>
                    <a:pt x="216811" y="6292"/>
                    <a:pt x="220953" y="9181"/>
                  </a:cubicBezTo>
                  <a:cubicBezTo>
                    <a:pt x="225087" y="12018"/>
                    <a:pt x="228402" y="16012"/>
                    <a:pt x="230891" y="21163"/>
                  </a:cubicBezTo>
                  <a:cubicBezTo>
                    <a:pt x="233441" y="26324"/>
                    <a:pt x="234720" y="31989"/>
                    <a:pt x="234720" y="38158"/>
                  </a:cubicBezTo>
                  <a:cubicBezTo>
                    <a:pt x="234720" y="48758"/>
                    <a:pt x="231344" y="57738"/>
                    <a:pt x="224608" y="65100"/>
                  </a:cubicBezTo>
                  <a:cubicBezTo>
                    <a:pt x="217864" y="72410"/>
                    <a:pt x="205681" y="76064"/>
                    <a:pt x="188060" y="76064"/>
                  </a:cubicBezTo>
                  <a:lnTo>
                    <a:pt x="156114" y="76064"/>
                  </a:lnTo>
                  <a:lnTo>
                    <a:pt x="156114" y="126710"/>
                  </a:lnTo>
                  <a:lnTo>
                    <a:pt x="139624" y="126710"/>
                  </a:lnTo>
                  <a:close/>
                  <a:moveTo>
                    <a:pt x="156114" y="61358"/>
                  </a:moveTo>
                  <a:lnTo>
                    <a:pt x="188321" y="61358"/>
                  </a:lnTo>
                  <a:cubicBezTo>
                    <a:pt x="198972" y="61358"/>
                    <a:pt x="206534" y="59374"/>
                    <a:pt x="211007" y="55415"/>
                  </a:cubicBezTo>
                  <a:cubicBezTo>
                    <a:pt x="215480" y="51446"/>
                    <a:pt x="217725" y="45869"/>
                    <a:pt x="217725" y="38672"/>
                  </a:cubicBezTo>
                  <a:cubicBezTo>
                    <a:pt x="217725" y="33459"/>
                    <a:pt x="216393" y="29013"/>
                    <a:pt x="213731" y="25332"/>
                  </a:cubicBezTo>
                  <a:cubicBezTo>
                    <a:pt x="211120" y="21590"/>
                    <a:pt x="207665" y="19127"/>
                    <a:pt x="203358" y="17935"/>
                  </a:cubicBezTo>
                  <a:cubicBezTo>
                    <a:pt x="200582" y="17195"/>
                    <a:pt x="195456" y="16830"/>
                    <a:pt x="187981" y="16830"/>
                  </a:cubicBezTo>
                  <a:lnTo>
                    <a:pt x="156114" y="16830"/>
                  </a:lnTo>
                  <a:lnTo>
                    <a:pt x="156114" y="61358"/>
                  </a:lnTo>
                  <a:close/>
                  <a:moveTo>
                    <a:pt x="287402" y="126710"/>
                  </a:moveTo>
                  <a:lnTo>
                    <a:pt x="287402" y="16830"/>
                  </a:lnTo>
                  <a:lnTo>
                    <a:pt x="246363" y="16830"/>
                  </a:lnTo>
                  <a:lnTo>
                    <a:pt x="246363" y="2132"/>
                  </a:lnTo>
                  <a:lnTo>
                    <a:pt x="345105" y="2132"/>
                  </a:lnTo>
                  <a:lnTo>
                    <a:pt x="345105" y="16830"/>
                  </a:lnTo>
                  <a:lnTo>
                    <a:pt x="303892" y="16830"/>
                  </a:lnTo>
                  <a:lnTo>
                    <a:pt x="303892" y="126710"/>
                  </a:lnTo>
                  <a:lnTo>
                    <a:pt x="287402" y="126710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463C72A8-2F2C-ACE9-7D90-122B2B23983C}"/>
              </a:ext>
            </a:extLst>
          </p:cNvPr>
          <p:cNvGrpSpPr/>
          <p:nvPr/>
        </p:nvGrpSpPr>
        <p:grpSpPr>
          <a:xfrm>
            <a:off x="4882294" y="3738168"/>
            <a:ext cx="1044243" cy="1087754"/>
            <a:chOff x="4882294" y="3738168"/>
            <a:chExt cx="1044243" cy="1087754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7725EE8-93D0-C12D-E10D-463253526078}"/>
                </a:ext>
              </a:extLst>
            </p:cNvPr>
            <p:cNvSpPr/>
            <p:nvPr/>
          </p:nvSpPr>
          <p:spPr>
            <a:xfrm>
              <a:off x="5404416" y="3738168"/>
              <a:ext cx="8702" cy="696162"/>
            </a:xfrm>
            <a:custGeom>
              <a:avLst/>
              <a:gdLst>
                <a:gd name="csX0" fmla="*/ 0 w 8702"/>
                <a:gd name="csY0" fmla="*/ 0 h 696162"/>
                <a:gd name="csX1" fmla="*/ 0 w 8702"/>
                <a:gd name="csY1" fmla="*/ 696162 h 696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696162">
                  <a:moveTo>
                    <a:pt x="0" y="0"/>
                  </a:moveTo>
                  <a:lnTo>
                    <a:pt x="0" y="696162"/>
                  </a:lnTo>
                </a:path>
              </a:pathLst>
            </a:custGeom>
            <a:noFill/>
            <a:ln w="17404" cap="flat">
              <a:solidFill>
                <a:srgbClr val="5070B0"/>
              </a:solidFill>
              <a:prstDash val="solid"/>
              <a:miter/>
            </a:ln>
          </p:spPr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E5BB79C-F26C-3872-76DD-0AA83963FE57}"/>
                </a:ext>
              </a:extLst>
            </p:cNvPr>
            <p:cNvSpPr/>
            <p:nvPr/>
          </p:nvSpPr>
          <p:spPr>
            <a:xfrm>
              <a:off x="4882294" y="4434331"/>
              <a:ext cx="1044243" cy="391591"/>
            </a:xfrm>
            <a:custGeom>
              <a:avLst/>
              <a:gdLst>
                <a:gd name="csX0" fmla="*/ 992031 w 1044243"/>
                <a:gd name="csY0" fmla="*/ 0 h 391591"/>
                <a:gd name="csX1" fmla="*/ 52212 w 1044243"/>
                <a:gd name="csY1" fmla="*/ 0 h 391591"/>
                <a:gd name="csX2" fmla="*/ 0 w 1044243"/>
                <a:gd name="csY2" fmla="*/ 52212 h 391591"/>
                <a:gd name="csX3" fmla="*/ 0 w 1044243"/>
                <a:gd name="csY3" fmla="*/ 339379 h 391591"/>
                <a:gd name="csX4" fmla="*/ 52212 w 1044243"/>
                <a:gd name="csY4" fmla="*/ 391591 h 391591"/>
                <a:gd name="csX5" fmla="*/ 992031 w 1044243"/>
                <a:gd name="csY5" fmla="*/ 391591 h 391591"/>
                <a:gd name="csX6" fmla="*/ 1044244 w 1044243"/>
                <a:gd name="csY6" fmla="*/ 339379 h 391591"/>
                <a:gd name="csX7" fmla="*/ 1044244 w 1044243"/>
                <a:gd name="csY7" fmla="*/ 52212 h 391591"/>
                <a:gd name="csX8" fmla="*/ 992031 w 1044243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44243" h="391591">
                  <a:moveTo>
                    <a:pt x="992031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373" y="391591"/>
                    <a:pt x="52212" y="391591"/>
                  </a:cubicBezTo>
                  <a:lnTo>
                    <a:pt x="992031" y="391591"/>
                  </a:lnTo>
                  <a:cubicBezTo>
                    <a:pt x="1020870" y="391591"/>
                    <a:pt x="1044244" y="368218"/>
                    <a:pt x="1044244" y="339379"/>
                  </a:cubicBezTo>
                  <a:lnTo>
                    <a:pt x="1044244" y="52212"/>
                  </a:lnTo>
                  <a:cubicBezTo>
                    <a:pt x="1044244" y="23374"/>
                    <a:pt x="1020870" y="0"/>
                    <a:pt x="992031" y="0"/>
                  </a:cubicBezTo>
                  <a:close/>
                </a:path>
              </a:pathLst>
            </a:custGeom>
            <a:solidFill>
              <a:srgbClr val="5070B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90CD6B9-3B58-493F-EE52-C41912D2EBE2}"/>
                </a:ext>
              </a:extLst>
            </p:cNvPr>
            <p:cNvSpPr/>
            <p:nvPr/>
          </p:nvSpPr>
          <p:spPr>
            <a:xfrm>
              <a:off x="5190964" y="4540356"/>
              <a:ext cx="444786" cy="124578"/>
            </a:xfrm>
            <a:custGeom>
              <a:avLst/>
              <a:gdLst>
                <a:gd name="csX0" fmla="*/ 0 w 444786"/>
                <a:gd name="csY0" fmla="*/ 124578 h 124578"/>
                <a:gd name="csX1" fmla="*/ 0 w 444786"/>
                <a:gd name="csY1" fmla="*/ 0 h 124578"/>
                <a:gd name="csX2" fmla="*/ 46738 w 444786"/>
                <a:gd name="csY2" fmla="*/ 0 h 124578"/>
                <a:gd name="csX3" fmla="*/ 69599 w 444786"/>
                <a:gd name="csY3" fmla="*/ 3820 h 124578"/>
                <a:gd name="csX4" fmla="*/ 83104 w 444786"/>
                <a:gd name="csY4" fmla="*/ 15464 h 124578"/>
                <a:gd name="csX5" fmla="*/ 88038 w 444786"/>
                <a:gd name="csY5" fmla="*/ 31867 h 124578"/>
                <a:gd name="csX6" fmla="*/ 83705 w 444786"/>
                <a:gd name="csY6" fmla="*/ 46904 h 124578"/>
                <a:gd name="csX7" fmla="*/ 70617 w 444786"/>
                <a:gd name="csY7" fmla="*/ 58295 h 124578"/>
                <a:gd name="csX8" fmla="*/ 87951 w 444786"/>
                <a:gd name="csY8" fmla="*/ 69599 h 124578"/>
                <a:gd name="csX9" fmla="*/ 94069 w 444786"/>
                <a:gd name="csY9" fmla="*/ 88465 h 124578"/>
                <a:gd name="csX10" fmla="*/ 90336 w 444786"/>
                <a:gd name="csY10" fmla="*/ 104781 h 124578"/>
                <a:gd name="csX11" fmla="*/ 81242 w 444786"/>
                <a:gd name="csY11" fmla="*/ 116338 h 124578"/>
                <a:gd name="csX12" fmla="*/ 67554 w 444786"/>
                <a:gd name="csY12" fmla="*/ 122542 h 124578"/>
                <a:gd name="csX13" fmla="*/ 47504 w 444786"/>
                <a:gd name="csY13" fmla="*/ 124578 h 124578"/>
                <a:gd name="csX14" fmla="*/ 0 w 444786"/>
                <a:gd name="csY14" fmla="*/ 124578 h 124578"/>
                <a:gd name="csX15" fmla="*/ 16481 w 444786"/>
                <a:gd name="csY15" fmla="*/ 52343 h 124578"/>
                <a:gd name="csX16" fmla="*/ 43423 w 444786"/>
                <a:gd name="csY16" fmla="*/ 52343 h 124578"/>
                <a:gd name="csX17" fmla="*/ 59148 w 444786"/>
                <a:gd name="csY17" fmla="*/ 50898 h 124578"/>
                <a:gd name="csX18" fmla="*/ 68581 w 444786"/>
                <a:gd name="csY18" fmla="*/ 44694 h 124578"/>
                <a:gd name="csX19" fmla="*/ 71809 w 444786"/>
                <a:gd name="csY19" fmla="*/ 33816 h 124578"/>
                <a:gd name="csX20" fmla="*/ 68833 w 444786"/>
                <a:gd name="csY20" fmla="*/ 22939 h 124578"/>
                <a:gd name="csX21" fmla="*/ 60331 w 444786"/>
                <a:gd name="csY21" fmla="*/ 16482 h 124578"/>
                <a:gd name="csX22" fmla="*/ 41387 w 444786"/>
                <a:gd name="csY22" fmla="*/ 14698 h 124578"/>
                <a:gd name="csX23" fmla="*/ 16481 w 444786"/>
                <a:gd name="csY23" fmla="*/ 14698 h 124578"/>
                <a:gd name="csX24" fmla="*/ 16481 w 444786"/>
                <a:gd name="csY24" fmla="*/ 52343 h 124578"/>
                <a:gd name="csX25" fmla="*/ 16481 w 444786"/>
                <a:gd name="csY25" fmla="*/ 109881 h 124578"/>
                <a:gd name="csX26" fmla="*/ 47504 w 444786"/>
                <a:gd name="csY26" fmla="*/ 109881 h 124578"/>
                <a:gd name="csX27" fmla="*/ 58721 w 444786"/>
                <a:gd name="csY27" fmla="*/ 109280 h 124578"/>
                <a:gd name="csX28" fmla="*/ 68233 w 444786"/>
                <a:gd name="csY28" fmla="*/ 105886 h 124578"/>
                <a:gd name="csX29" fmla="*/ 74524 w 444786"/>
                <a:gd name="csY29" fmla="*/ 99003 h 124578"/>
                <a:gd name="csX30" fmla="*/ 76987 w 444786"/>
                <a:gd name="csY30" fmla="*/ 88465 h 124578"/>
                <a:gd name="csX31" fmla="*/ 73419 w 444786"/>
                <a:gd name="csY31" fmla="*/ 76395 h 124578"/>
                <a:gd name="csX32" fmla="*/ 63481 w 444786"/>
                <a:gd name="csY32" fmla="*/ 69172 h 124578"/>
                <a:gd name="csX33" fmla="*/ 45294 w 444786"/>
                <a:gd name="csY33" fmla="*/ 67049 h 124578"/>
                <a:gd name="csX34" fmla="*/ 16481 w 444786"/>
                <a:gd name="csY34" fmla="*/ 67049 h 124578"/>
                <a:gd name="csX35" fmla="*/ 16481 w 444786"/>
                <a:gd name="csY35" fmla="*/ 109881 h 124578"/>
                <a:gd name="csX36" fmla="*/ 117103 w 444786"/>
                <a:gd name="csY36" fmla="*/ 124578 h 124578"/>
                <a:gd name="csX37" fmla="*/ 117103 w 444786"/>
                <a:gd name="csY37" fmla="*/ 0 h 124578"/>
                <a:gd name="csX38" fmla="*/ 207178 w 444786"/>
                <a:gd name="csY38" fmla="*/ 0 h 124578"/>
                <a:gd name="csX39" fmla="*/ 207178 w 444786"/>
                <a:gd name="csY39" fmla="*/ 14698 h 124578"/>
                <a:gd name="csX40" fmla="*/ 133585 w 444786"/>
                <a:gd name="csY40" fmla="*/ 14698 h 124578"/>
                <a:gd name="csX41" fmla="*/ 133585 w 444786"/>
                <a:gd name="csY41" fmla="*/ 52856 h 124578"/>
                <a:gd name="csX42" fmla="*/ 202505 w 444786"/>
                <a:gd name="csY42" fmla="*/ 52856 h 124578"/>
                <a:gd name="csX43" fmla="*/ 202505 w 444786"/>
                <a:gd name="csY43" fmla="*/ 67476 h 124578"/>
                <a:gd name="csX44" fmla="*/ 133585 w 444786"/>
                <a:gd name="csY44" fmla="*/ 67476 h 124578"/>
                <a:gd name="csX45" fmla="*/ 133585 w 444786"/>
                <a:gd name="csY45" fmla="*/ 109881 h 124578"/>
                <a:gd name="csX46" fmla="*/ 210067 w 444786"/>
                <a:gd name="csY46" fmla="*/ 109881 h 124578"/>
                <a:gd name="csX47" fmla="*/ 210067 w 444786"/>
                <a:gd name="csY47" fmla="*/ 124578 h 124578"/>
                <a:gd name="csX48" fmla="*/ 117103 w 444786"/>
                <a:gd name="csY48" fmla="*/ 124578 h 124578"/>
                <a:gd name="csX49" fmla="*/ 233101 w 444786"/>
                <a:gd name="csY49" fmla="*/ 124578 h 124578"/>
                <a:gd name="csX50" fmla="*/ 233101 w 444786"/>
                <a:gd name="csY50" fmla="*/ 0 h 124578"/>
                <a:gd name="csX51" fmla="*/ 288333 w 444786"/>
                <a:gd name="csY51" fmla="*/ 0 h 124578"/>
                <a:gd name="csX52" fmla="*/ 313665 w 444786"/>
                <a:gd name="csY52" fmla="*/ 3394 h 124578"/>
                <a:gd name="csX53" fmla="*/ 327509 w 444786"/>
                <a:gd name="csY53" fmla="*/ 15211 h 124578"/>
                <a:gd name="csX54" fmla="*/ 332696 w 444786"/>
                <a:gd name="csY54" fmla="*/ 33990 h 124578"/>
                <a:gd name="csX55" fmla="*/ 324116 w 444786"/>
                <a:gd name="csY55" fmla="*/ 56337 h 124578"/>
                <a:gd name="csX56" fmla="*/ 297601 w 444786"/>
                <a:gd name="csY56" fmla="*/ 67893 h 124578"/>
                <a:gd name="csX57" fmla="*/ 307538 w 444786"/>
                <a:gd name="csY57" fmla="*/ 74098 h 124578"/>
                <a:gd name="csX58" fmla="*/ 321227 w 444786"/>
                <a:gd name="csY58" fmla="*/ 90675 h 124578"/>
                <a:gd name="csX59" fmla="*/ 342895 w 444786"/>
                <a:gd name="csY59" fmla="*/ 124578 h 124578"/>
                <a:gd name="csX60" fmla="*/ 322158 w 444786"/>
                <a:gd name="csY60" fmla="*/ 124578 h 124578"/>
                <a:gd name="csX61" fmla="*/ 305676 w 444786"/>
                <a:gd name="csY61" fmla="*/ 98655 h 124578"/>
                <a:gd name="csX62" fmla="*/ 293772 w 444786"/>
                <a:gd name="csY62" fmla="*/ 81495 h 124578"/>
                <a:gd name="csX63" fmla="*/ 285365 w 444786"/>
                <a:gd name="csY63" fmla="*/ 73167 h 124578"/>
                <a:gd name="csX64" fmla="*/ 277882 w 444786"/>
                <a:gd name="csY64" fmla="*/ 69851 h 124578"/>
                <a:gd name="csX65" fmla="*/ 268710 w 444786"/>
                <a:gd name="csY65" fmla="*/ 69260 h 124578"/>
                <a:gd name="csX66" fmla="*/ 249583 w 444786"/>
                <a:gd name="csY66" fmla="*/ 69260 h 124578"/>
                <a:gd name="csX67" fmla="*/ 249583 w 444786"/>
                <a:gd name="csY67" fmla="*/ 124578 h 124578"/>
                <a:gd name="csX68" fmla="*/ 233101 w 444786"/>
                <a:gd name="csY68" fmla="*/ 124578 h 124578"/>
                <a:gd name="csX69" fmla="*/ 249583 w 444786"/>
                <a:gd name="csY69" fmla="*/ 54980 h 124578"/>
                <a:gd name="csX70" fmla="*/ 285026 w 444786"/>
                <a:gd name="csY70" fmla="*/ 54980 h 124578"/>
                <a:gd name="csX71" fmla="*/ 302700 w 444786"/>
                <a:gd name="csY71" fmla="*/ 52682 h 124578"/>
                <a:gd name="csX72" fmla="*/ 312386 w 444786"/>
                <a:gd name="csY72" fmla="*/ 45207 h 124578"/>
                <a:gd name="csX73" fmla="*/ 315701 w 444786"/>
                <a:gd name="csY73" fmla="*/ 33990 h 124578"/>
                <a:gd name="csX74" fmla="*/ 309244 w 444786"/>
                <a:gd name="csY74" fmla="*/ 19458 h 124578"/>
                <a:gd name="csX75" fmla="*/ 289021 w 444786"/>
                <a:gd name="csY75" fmla="*/ 13767 h 124578"/>
                <a:gd name="csX76" fmla="*/ 249583 w 444786"/>
                <a:gd name="csY76" fmla="*/ 13767 h 124578"/>
                <a:gd name="csX77" fmla="*/ 249583 w 444786"/>
                <a:gd name="csY77" fmla="*/ 54980 h 124578"/>
                <a:gd name="csX78" fmla="*/ 387084 w 444786"/>
                <a:gd name="csY78" fmla="*/ 124578 h 124578"/>
                <a:gd name="csX79" fmla="*/ 387084 w 444786"/>
                <a:gd name="csY79" fmla="*/ 14698 h 124578"/>
                <a:gd name="csX80" fmla="*/ 346036 w 444786"/>
                <a:gd name="csY80" fmla="*/ 14698 h 124578"/>
                <a:gd name="csX81" fmla="*/ 346036 w 444786"/>
                <a:gd name="csY81" fmla="*/ 0 h 124578"/>
                <a:gd name="csX82" fmla="*/ 444787 w 444786"/>
                <a:gd name="csY82" fmla="*/ 0 h 124578"/>
                <a:gd name="csX83" fmla="*/ 444787 w 444786"/>
                <a:gd name="csY83" fmla="*/ 14698 h 124578"/>
                <a:gd name="csX84" fmla="*/ 403574 w 444786"/>
                <a:gd name="csY84" fmla="*/ 14698 h 124578"/>
                <a:gd name="csX85" fmla="*/ 403574 w 444786"/>
                <a:gd name="csY85" fmla="*/ 124578 h 124578"/>
                <a:gd name="csX86" fmla="*/ 387084 w 444786"/>
                <a:gd name="csY86" fmla="*/ 124578 h 124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444786" h="124578">
                  <a:moveTo>
                    <a:pt x="0" y="124578"/>
                  </a:moveTo>
                  <a:lnTo>
                    <a:pt x="0" y="0"/>
                  </a:lnTo>
                  <a:lnTo>
                    <a:pt x="46738" y="0"/>
                  </a:lnTo>
                  <a:cubicBezTo>
                    <a:pt x="56258" y="0"/>
                    <a:pt x="63873" y="1270"/>
                    <a:pt x="69599" y="3820"/>
                  </a:cubicBezTo>
                  <a:cubicBezTo>
                    <a:pt x="75377" y="6318"/>
                    <a:pt x="79876" y="10190"/>
                    <a:pt x="83104" y="15464"/>
                  </a:cubicBezTo>
                  <a:cubicBezTo>
                    <a:pt x="86394" y="20676"/>
                    <a:pt x="88038" y="26141"/>
                    <a:pt x="88038" y="31867"/>
                  </a:cubicBezTo>
                  <a:cubicBezTo>
                    <a:pt x="88038" y="37193"/>
                    <a:pt x="86594" y="42205"/>
                    <a:pt x="83705" y="46904"/>
                  </a:cubicBezTo>
                  <a:cubicBezTo>
                    <a:pt x="80816" y="51612"/>
                    <a:pt x="76456" y="55406"/>
                    <a:pt x="70617" y="58295"/>
                  </a:cubicBezTo>
                  <a:cubicBezTo>
                    <a:pt x="78153" y="60505"/>
                    <a:pt x="83931" y="64273"/>
                    <a:pt x="87951" y="69599"/>
                  </a:cubicBezTo>
                  <a:cubicBezTo>
                    <a:pt x="92033" y="74925"/>
                    <a:pt x="94069" y="81207"/>
                    <a:pt x="94069" y="88465"/>
                  </a:cubicBezTo>
                  <a:cubicBezTo>
                    <a:pt x="94069" y="94295"/>
                    <a:pt x="92824" y="99734"/>
                    <a:pt x="90336" y="104781"/>
                  </a:cubicBezTo>
                  <a:cubicBezTo>
                    <a:pt x="87899" y="109768"/>
                    <a:pt x="84862" y="113614"/>
                    <a:pt x="81242" y="116338"/>
                  </a:cubicBezTo>
                  <a:cubicBezTo>
                    <a:pt x="77613" y="119052"/>
                    <a:pt x="73054" y="121124"/>
                    <a:pt x="67554" y="122542"/>
                  </a:cubicBezTo>
                  <a:cubicBezTo>
                    <a:pt x="62115" y="123900"/>
                    <a:pt x="55432" y="124578"/>
                    <a:pt x="47504" y="124578"/>
                  </a:cubicBezTo>
                  <a:lnTo>
                    <a:pt x="0" y="124578"/>
                  </a:lnTo>
                  <a:close/>
                  <a:moveTo>
                    <a:pt x="16481" y="52343"/>
                  </a:moveTo>
                  <a:lnTo>
                    <a:pt x="43423" y="52343"/>
                  </a:lnTo>
                  <a:cubicBezTo>
                    <a:pt x="50733" y="52343"/>
                    <a:pt x="55972" y="51864"/>
                    <a:pt x="59148" y="50898"/>
                  </a:cubicBezTo>
                  <a:cubicBezTo>
                    <a:pt x="63334" y="49654"/>
                    <a:pt x="66484" y="47583"/>
                    <a:pt x="68581" y="44694"/>
                  </a:cubicBezTo>
                  <a:cubicBezTo>
                    <a:pt x="70730" y="41805"/>
                    <a:pt x="71809" y="38185"/>
                    <a:pt x="71809" y="33816"/>
                  </a:cubicBezTo>
                  <a:cubicBezTo>
                    <a:pt x="71809" y="29683"/>
                    <a:pt x="70817" y="26054"/>
                    <a:pt x="68833" y="22939"/>
                  </a:cubicBezTo>
                  <a:cubicBezTo>
                    <a:pt x="66849" y="19771"/>
                    <a:pt x="64012" y="17613"/>
                    <a:pt x="60331" y="16482"/>
                  </a:cubicBezTo>
                  <a:cubicBezTo>
                    <a:pt x="56650" y="15290"/>
                    <a:pt x="50333" y="14698"/>
                    <a:pt x="41387" y="14698"/>
                  </a:cubicBezTo>
                  <a:lnTo>
                    <a:pt x="16481" y="14698"/>
                  </a:lnTo>
                  <a:lnTo>
                    <a:pt x="16481" y="52343"/>
                  </a:lnTo>
                  <a:close/>
                  <a:moveTo>
                    <a:pt x="16481" y="109881"/>
                  </a:moveTo>
                  <a:lnTo>
                    <a:pt x="47504" y="109881"/>
                  </a:lnTo>
                  <a:cubicBezTo>
                    <a:pt x="52830" y="109881"/>
                    <a:pt x="56563" y="109680"/>
                    <a:pt x="58721" y="109280"/>
                  </a:cubicBezTo>
                  <a:cubicBezTo>
                    <a:pt x="62516" y="108601"/>
                    <a:pt x="65692" y="107470"/>
                    <a:pt x="68233" y="105886"/>
                  </a:cubicBezTo>
                  <a:cubicBezTo>
                    <a:pt x="70782" y="104294"/>
                    <a:pt x="72880" y="102005"/>
                    <a:pt x="74524" y="99003"/>
                  </a:cubicBezTo>
                  <a:cubicBezTo>
                    <a:pt x="76169" y="95940"/>
                    <a:pt x="76987" y="92424"/>
                    <a:pt x="76987" y="88465"/>
                  </a:cubicBezTo>
                  <a:cubicBezTo>
                    <a:pt x="76987" y="83818"/>
                    <a:pt x="75803" y="79798"/>
                    <a:pt x="73419" y="76395"/>
                  </a:cubicBezTo>
                  <a:cubicBezTo>
                    <a:pt x="71043" y="72941"/>
                    <a:pt x="67728" y="70530"/>
                    <a:pt x="63481" y="69172"/>
                  </a:cubicBezTo>
                  <a:cubicBezTo>
                    <a:pt x="59287" y="67754"/>
                    <a:pt x="53221" y="67049"/>
                    <a:pt x="45294" y="67049"/>
                  </a:cubicBezTo>
                  <a:lnTo>
                    <a:pt x="16481" y="67049"/>
                  </a:lnTo>
                  <a:lnTo>
                    <a:pt x="16481" y="109881"/>
                  </a:lnTo>
                  <a:close/>
                  <a:moveTo>
                    <a:pt x="117103" y="124578"/>
                  </a:moveTo>
                  <a:lnTo>
                    <a:pt x="117103" y="0"/>
                  </a:lnTo>
                  <a:lnTo>
                    <a:pt x="207178" y="0"/>
                  </a:lnTo>
                  <a:lnTo>
                    <a:pt x="207178" y="14698"/>
                  </a:lnTo>
                  <a:lnTo>
                    <a:pt x="133585" y="14698"/>
                  </a:lnTo>
                  <a:lnTo>
                    <a:pt x="133585" y="52856"/>
                  </a:lnTo>
                  <a:lnTo>
                    <a:pt x="202505" y="52856"/>
                  </a:lnTo>
                  <a:lnTo>
                    <a:pt x="202505" y="67476"/>
                  </a:lnTo>
                  <a:lnTo>
                    <a:pt x="133585" y="67476"/>
                  </a:lnTo>
                  <a:lnTo>
                    <a:pt x="133585" y="109881"/>
                  </a:lnTo>
                  <a:lnTo>
                    <a:pt x="210067" y="109881"/>
                  </a:lnTo>
                  <a:lnTo>
                    <a:pt x="210067" y="124578"/>
                  </a:lnTo>
                  <a:lnTo>
                    <a:pt x="117103" y="124578"/>
                  </a:lnTo>
                  <a:close/>
                  <a:moveTo>
                    <a:pt x="233101" y="124578"/>
                  </a:moveTo>
                  <a:lnTo>
                    <a:pt x="233101" y="0"/>
                  </a:lnTo>
                  <a:lnTo>
                    <a:pt x="288333" y="0"/>
                  </a:lnTo>
                  <a:cubicBezTo>
                    <a:pt x="299446" y="0"/>
                    <a:pt x="307886" y="1131"/>
                    <a:pt x="313665" y="3394"/>
                  </a:cubicBezTo>
                  <a:cubicBezTo>
                    <a:pt x="319443" y="5604"/>
                    <a:pt x="324055" y="9546"/>
                    <a:pt x="327509" y="15211"/>
                  </a:cubicBezTo>
                  <a:cubicBezTo>
                    <a:pt x="330973" y="20876"/>
                    <a:pt x="332696" y="27133"/>
                    <a:pt x="332696" y="33990"/>
                  </a:cubicBezTo>
                  <a:cubicBezTo>
                    <a:pt x="332696" y="42823"/>
                    <a:pt x="329833" y="50280"/>
                    <a:pt x="324116" y="56337"/>
                  </a:cubicBezTo>
                  <a:cubicBezTo>
                    <a:pt x="318390" y="62402"/>
                    <a:pt x="309557" y="66257"/>
                    <a:pt x="297601" y="67893"/>
                  </a:cubicBezTo>
                  <a:cubicBezTo>
                    <a:pt x="301961" y="69990"/>
                    <a:pt x="305276" y="72062"/>
                    <a:pt x="307538" y="74098"/>
                  </a:cubicBezTo>
                  <a:cubicBezTo>
                    <a:pt x="312360" y="78519"/>
                    <a:pt x="316919" y="84044"/>
                    <a:pt x="321227" y="90675"/>
                  </a:cubicBezTo>
                  <a:lnTo>
                    <a:pt x="342895" y="124578"/>
                  </a:lnTo>
                  <a:lnTo>
                    <a:pt x="322158" y="124578"/>
                  </a:lnTo>
                  <a:lnTo>
                    <a:pt x="305676" y="98655"/>
                  </a:lnTo>
                  <a:cubicBezTo>
                    <a:pt x="300855" y="91180"/>
                    <a:pt x="296896" y="85463"/>
                    <a:pt x="293772" y="81495"/>
                  </a:cubicBezTo>
                  <a:cubicBezTo>
                    <a:pt x="290657" y="77526"/>
                    <a:pt x="287854" y="74750"/>
                    <a:pt x="285365" y="73167"/>
                  </a:cubicBezTo>
                  <a:cubicBezTo>
                    <a:pt x="282929" y="71583"/>
                    <a:pt x="280432" y="70478"/>
                    <a:pt x="277882" y="69851"/>
                  </a:cubicBezTo>
                  <a:cubicBezTo>
                    <a:pt x="276011" y="69451"/>
                    <a:pt x="272957" y="69260"/>
                    <a:pt x="268710" y="69260"/>
                  </a:cubicBezTo>
                  <a:lnTo>
                    <a:pt x="249583" y="69260"/>
                  </a:lnTo>
                  <a:lnTo>
                    <a:pt x="249583" y="124578"/>
                  </a:lnTo>
                  <a:lnTo>
                    <a:pt x="233101" y="124578"/>
                  </a:lnTo>
                  <a:close/>
                  <a:moveTo>
                    <a:pt x="249583" y="54980"/>
                  </a:moveTo>
                  <a:lnTo>
                    <a:pt x="285026" y="54980"/>
                  </a:lnTo>
                  <a:cubicBezTo>
                    <a:pt x="292554" y="54980"/>
                    <a:pt x="298454" y="54214"/>
                    <a:pt x="302700" y="52682"/>
                  </a:cubicBezTo>
                  <a:cubicBezTo>
                    <a:pt x="306947" y="51098"/>
                    <a:pt x="310175" y="48610"/>
                    <a:pt x="312386" y="45207"/>
                  </a:cubicBezTo>
                  <a:cubicBezTo>
                    <a:pt x="314596" y="41752"/>
                    <a:pt x="315701" y="38011"/>
                    <a:pt x="315701" y="33990"/>
                  </a:cubicBezTo>
                  <a:cubicBezTo>
                    <a:pt x="315701" y="28099"/>
                    <a:pt x="313551" y="23252"/>
                    <a:pt x="309244" y="19458"/>
                  </a:cubicBezTo>
                  <a:cubicBezTo>
                    <a:pt x="304998" y="15664"/>
                    <a:pt x="298253" y="13767"/>
                    <a:pt x="289021" y="13767"/>
                  </a:cubicBezTo>
                  <a:lnTo>
                    <a:pt x="249583" y="13767"/>
                  </a:lnTo>
                  <a:lnTo>
                    <a:pt x="249583" y="54980"/>
                  </a:lnTo>
                  <a:close/>
                  <a:moveTo>
                    <a:pt x="387084" y="124578"/>
                  </a:moveTo>
                  <a:lnTo>
                    <a:pt x="387084" y="14698"/>
                  </a:lnTo>
                  <a:lnTo>
                    <a:pt x="346036" y="14698"/>
                  </a:lnTo>
                  <a:lnTo>
                    <a:pt x="346036" y="0"/>
                  </a:lnTo>
                  <a:lnTo>
                    <a:pt x="444787" y="0"/>
                  </a:lnTo>
                  <a:lnTo>
                    <a:pt x="444787" y="14698"/>
                  </a:lnTo>
                  <a:lnTo>
                    <a:pt x="403574" y="14698"/>
                  </a:lnTo>
                  <a:lnTo>
                    <a:pt x="403574" y="124578"/>
                  </a:lnTo>
                  <a:lnTo>
                    <a:pt x="387084" y="124578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8C0F57C-0F72-DB29-4431-AA010174B97E}"/>
              </a:ext>
            </a:extLst>
          </p:cNvPr>
          <p:cNvGrpSpPr/>
          <p:nvPr/>
        </p:nvGrpSpPr>
        <p:grpSpPr>
          <a:xfrm>
            <a:off x="6361639" y="1867232"/>
            <a:ext cx="1218284" cy="1740405"/>
            <a:chOff x="6361639" y="1867232"/>
            <a:chExt cx="1218284" cy="1740405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853E070-08BA-C8B1-4EDF-6EBA3FEEA51E}"/>
                </a:ext>
              </a:extLst>
            </p:cNvPr>
            <p:cNvSpPr/>
            <p:nvPr/>
          </p:nvSpPr>
          <p:spPr>
            <a:xfrm>
              <a:off x="6970782" y="2302333"/>
              <a:ext cx="8702" cy="1305304"/>
            </a:xfrm>
            <a:custGeom>
              <a:avLst/>
              <a:gdLst>
                <a:gd name="csX0" fmla="*/ 0 w 8702"/>
                <a:gd name="csY0" fmla="*/ 1305305 h 1305304"/>
                <a:gd name="csX1" fmla="*/ 0 w 8702"/>
                <a:gd name="csY1" fmla="*/ 0 h 1305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1305304">
                  <a:moveTo>
                    <a:pt x="0" y="1305305"/>
                  </a:moveTo>
                  <a:lnTo>
                    <a:pt x="0" y="0"/>
                  </a:lnTo>
                </a:path>
              </a:pathLst>
            </a:custGeom>
            <a:noFill/>
            <a:ln w="17404" cap="flat">
              <a:solidFill>
                <a:srgbClr val="5070B0"/>
              </a:solidFill>
              <a:prstDash val="solid"/>
              <a:miter/>
            </a:ln>
          </p:spPr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2067E03-091B-B0FB-0F5E-A6579B119F32}"/>
                </a:ext>
              </a:extLst>
            </p:cNvPr>
            <p:cNvSpPr/>
            <p:nvPr/>
          </p:nvSpPr>
          <p:spPr>
            <a:xfrm>
              <a:off x="6361639" y="1867232"/>
              <a:ext cx="1218284" cy="435101"/>
            </a:xfrm>
            <a:custGeom>
              <a:avLst/>
              <a:gdLst>
                <a:gd name="csX0" fmla="*/ 1166072 w 1218284"/>
                <a:gd name="csY0" fmla="*/ 0 h 435101"/>
                <a:gd name="csX1" fmla="*/ 52212 w 1218284"/>
                <a:gd name="csY1" fmla="*/ 0 h 435101"/>
                <a:gd name="csX2" fmla="*/ 0 w 1218284"/>
                <a:gd name="csY2" fmla="*/ 52212 h 435101"/>
                <a:gd name="csX3" fmla="*/ 0 w 1218284"/>
                <a:gd name="csY3" fmla="*/ 382889 h 435101"/>
                <a:gd name="csX4" fmla="*/ 52212 w 1218284"/>
                <a:gd name="csY4" fmla="*/ 435102 h 435101"/>
                <a:gd name="csX5" fmla="*/ 1166072 w 1218284"/>
                <a:gd name="csY5" fmla="*/ 435102 h 435101"/>
                <a:gd name="csX6" fmla="*/ 1218284 w 1218284"/>
                <a:gd name="csY6" fmla="*/ 382889 h 435101"/>
                <a:gd name="csX7" fmla="*/ 1218284 w 1218284"/>
                <a:gd name="csY7" fmla="*/ 52212 h 435101"/>
                <a:gd name="csX8" fmla="*/ 1166072 w 1218284"/>
                <a:gd name="csY8" fmla="*/ 0 h 4351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18284" h="435101">
                  <a:moveTo>
                    <a:pt x="1166072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82889"/>
                  </a:lnTo>
                  <a:cubicBezTo>
                    <a:pt x="0" y="411728"/>
                    <a:pt x="23373" y="435102"/>
                    <a:pt x="52212" y="435102"/>
                  </a:cubicBezTo>
                  <a:lnTo>
                    <a:pt x="1166072" y="435102"/>
                  </a:lnTo>
                  <a:cubicBezTo>
                    <a:pt x="1194911" y="435102"/>
                    <a:pt x="1218284" y="411728"/>
                    <a:pt x="1218284" y="382889"/>
                  </a:cubicBezTo>
                  <a:lnTo>
                    <a:pt x="1218284" y="52212"/>
                  </a:lnTo>
                  <a:cubicBezTo>
                    <a:pt x="1218284" y="23374"/>
                    <a:pt x="1194911" y="0"/>
                    <a:pt x="1166072" y="0"/>
                  </a:cubicBezTo>
                  <a:close/>
                </a:path>
              </a:pathLst>
            </a:custGeom>
            <a:solidFill>
              <a:srgbClr val="5070B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E4EB3B7-61D5-9E84-5260-078C3A46EC30}"/>
                </a:ext>
              </a:extLst>
            </p:cNvPr>
            <p:cNvSpPr/>
            <p:nvPr/>
          </p:nvSpPr>
          <p:spPr>
            <a:xfrm>
              <a:off x="6569261" y="1995013"/>
              <a:ext cx="821593" cy="126614"/>
            </a:xfrm>
            <a:custGeom>
              <a:avLst/>
              <a:gdLst>
                <a:gd name="csX0" fmla="*/ 0 w 821593"/>
                <a:gd name="csY0" fmla="*/ 124578 h 126614"/>
                <a:gd name="csX1" fmla="*/ 0 w 821593"/>
                <a:gd name="csY1" fmla="*/ 0 h 126614"/>
                <a:gd name="csX2" fmla="*/ 42918 w 821593"/>
                <a:gd name="csY2" fmla="*/ 0 h 126614"/>
                <a:gd name="csX3" fmla="*/ 65100 w 821593"/>
                <a:gd name="csY3" fmla="*/ 1784 h 126614"/>
                <a:gd name="csX4" fmla="*/ 83366 w 821593"/>
                <a:gd name="csY4" fmla="*/ 10703 h 126614"/>
                <a:gd name="csX5" fmla="*/ 98072 w 821593"/>
                <a:gd name="csY5" fmla="*/ 32032 h 126614"/>
                <a:gd name="csX6" fmla="*/ 102997 w 821593"/>
                <a:gd name="csY6" fmla="*/ 61610 h 126614"/>
                <a:gd name="csX7" fmla="*/ 99682 w 821593"/>
                <a:gd name="csY7" fmla="*/ 86759 h 126614"/>
                <a:gd name="csX8" fmla="*/ 91189 w 821593"/>
                <a:gd name="csY8" fmla="*/ 104946 h 126614"/>
                <a:gd name="csX9" fmla="*/ 79797 w 821593"/>
                <a:gd name="csY9" fmla="*/ 116250 h 126614"/>
                <a:gd name="csX10" fmla="*/ 64926 w 821593"/>
                <a:gd name="csY10" fmla="*/ 122455 h 126614"/>
                <a:gd name="csX11" fmla="*/ 44955 w 821593"/>
                <a:gd name="csY11" fmla="*/ 124578 h 126614"/>
                <a:gd name="csX12" fmla="*/ 0 w 821593"/>
                <a:gd name="csY12" fmla="*/ 124578 h 126614"/>
                <a:gd name="csX13" fmla="*/ 16491 w 821593"/>
                <a:gd name="csY13" fmla="*/ 109881 h 126614"/>
                <a:gd name="csX14" fmla="*/ 43092 w 821593"/>
                <a:gd name="csY14" fmla="*/ 109881 h 126614"/>
                <a:gd name="csX15" fmla="*/ 62376 w 821593"/>
                <a:gd name="csY15" fmla="*/ 107583 h 126614"/>
                <a:gd name="csX16" fmla="*/ 73593 w 821593"/>
                <a:gd name="csY16" fmla="*/ 101126 h 126614"/>
                <a:gd name="csX17" fmla="*/ 82687 w 821593"/>
                <a:gd name="csY17" fmla="*/ 85402 h 126614"/>
                <a:gd name="csX18" fmla="*/ 86002 w 821593"/>
                <a:gd name="csY18" fmla="*/ 61349 h 126614"/>
                <a:gd name="csX19" fmla="*/ 79545 w 821593"/>
                <a:gd name="csY19" fmla="*/ 31353 h 126614"/>
                <a:gd name="csX20" fmla="*/ 63995 w 821593"/>
                <a:gd name="csY20" fmla="*/ 17247 h 126614"/>
                <a:gd name="csX21" fmla="*/ 42666 w 821593"/>
                <a:gd name="csY21" fmla="*/ 14698 h 126614"/>
                <a:gd name="csX22" fmla="*/ 16491 w 821593"/>
                <a:gd name="csY22" fmla="*/ 14698 h 126614"/>
                <a:gd name="csX23" fmla="*/ 16491 w 821593"/>
                <a:gd name="csY23" fmla="*/ 109881 h 126614"/>
                <a:gd name="csX24" fmla="*/ 123908 w 821593"/>
                <a:gd name="csY24" fmla="*/ 17587 h 126614"/>
                <a:gd name="csX25" fmla="*/ 123908 w 821593"/>
                <a:gd name="csY25" fmla="*/ 0 h 126614"/>
                <a:gd name="csX26" fmla="*/ 139197 w 821593"/>
                <a:gd name="csY26" fmla="*/ 0 h 126614"/>
                <a:gd name="csX27" fmla="*/ 139197 w 821593"/>
                <a:gd name="csY27" fmla="*/ 17587 h 126614"/>
                <a:gd name="csX28" fmla="*/ 123908 w 821593"/>
                <a:gd name="csY28" fmla="*/ 17587 h 126614"/>
                <a:gd name="csX29" fmla="*/ 123908 w 821593"/>
                <a:gd name="csY29" fmla="*/ 124578 h 126614"/>
                <a:gd name="csX30" fmla="*/ 123908 w 821593"/>
                <a:gd name="csY30" fmla="*/ 34329 h 126614"/>
                <a:gd name="csX31" fmla="*/ 139197 w 821593"/>
                <a:gd name="csY31" fmla="*/ 34329 h 126614"/>
                <a:gd name="csX32" fmla="*/ 139197 w 821593"/>
                <a:gd name="csY32" fmla="*/ 124578 h 126614"/>
                <a:gd name="csX33" fmla="*/ 123908 w 821593"/>
                <a:gd name="csY33" fmla="*/ 124578 h 126614"/>
                <a:gd name="csX34" fmla="*/ 156454 w 821593"/>
                <a:gd name="csY34" fmla="*/ 97637 h 126614"/>
                <a:gd name="csX35" fmla="*/ 171578 w 821593"/>
                <a:gd name="csY35" fmla="*/ 95261 h 126614"/>
                <a:gd name="csX36" fmla="*/ 178635 w 821593"/>
                <a:gd name="csY36" fmla="*/ 109193 h 126614"/>
                <a:gd name="csX37" fmla="*/ 194952 w 821593"/>
                <a:gd name="csY37" fmla="*/ 114040 h 126614"/>
                <a:gd name="csX38" fmla="*/ 210589 w 821593"/>
                <a:gd name="csY38" fmla="*/ 109793 h 126614"/>
                <a:gd name="csX39" fmla="*/ 215689 w 821593"/>
                <a:gd name="csY39" fmla="*/ 99682 h 126614"/>
                <a:gd name="csX40" fmla="*/ 211181 w 821593"/>
                <a:gd name="csY40" fmla="*/ 91519 h 126614"/>
                <a:gd name="csX41" fmla="*/ 195543 w 821593"/>
                <a:gd name="csY41" fmla="*/ 86333 h 126614"/>
                <a:gd name="csX42" fmla="*/ 172178 w 821593"/>
                <a:gd name="csY42" fmla="*/ 79032 h 126614"/>
                <a:gd name="csX43" fmla="*/ 162319 w 821593"/>
                <a:gd name="csY43" fmla="*/ 70443 h 126614"/>
                <a:gd name="csX44" fmla="*/ 159003 w 821593"/>
                <a:gd name="csY44" fmla="*/ 58295 h 126614"/>
                <a:gd name="csX45" fmla="*/ 161718 w 821593"/>
                <a:gd name="csY45" fmla="*/ 47165 h 126614"/>
                <a:gd name="csX46" fmla="*/ 169281 w 821593"/>
                <a:gd name="csY46" fmla="*/ 38576 h 126614"/>
                <a:gd name="csX47" fmla="*/ 178975 w 821593"/>
                <a:gd name="csY47" fmla="*/ 34155 h 126614"/>
                <a:gd name="csX48" fmla="*/ 192228 w 821593"/>
                <a:gd name="csY48" fmla="*/ 32293 h 126614"/>
                <a:gd name="csX49" fmla="*/ 210842 w 821593"/>
                <a:gd name="csY49" fmla="*/ 35348 h 126614"/>
                <a:gd name="csX50" fmla="*/ 222737 w 821593"/>
                <a:gd name="csY50" fmla="*/ 43675 h 126614"/>
                <a:gd name="csX51" fmla="*/ 228010 w 821593"/>
                <a:gd name="csY51" fmla="*/ 57616 h 126614"/>
                <a:gd name="csX52" fmla="*/ 213052 w 821593"/>
                <a:gd name="csY52" fmla="*/ 59652 h 126614"/>
                <a:gd name="csX53" fmla="*/ 207100 w 821593"/>
                <a:gd name="csY53" fmla="*/ 48775 h 126614"/>
                <a:gd name="csX54" fmla="*/ 193333 w 821593"/>
                <a:gd name="csY54" fmla="*/ 44868 h 126614"/>
                <a:gd name="csX55" fmla="*/ 178296 w 821593"/>
                <a:gd name="csY55" fmla="*/ 48348 h 126614"/>
                <a:gd name="csX56" fmla="*/ 173788 w 821593"/>
                <a:gd name="csY56" fmla="*/ 56511 h 126614"/>
                <a:gd name="csX57" fmla="*/ 175659 w 821593"/>
                <a:gd name="csY57" fmla="*/ 61863 h 126614"/>
                <a:gd name="csX58" fmla="*/ 181524 w 821593"/>
                <a:gd name="csY58" fmla="*/ 65944 h 126614"/>
                <a:gd name="csX59" fmla="*/ 195030 w 821593"/>
                <a:gd name="csY59" fmla="*/ 69851 h 126614"/>
                <a:gd name="csX60" fmla="*/ 217638 w 821593"/>
                <a:gd name="csY60" fmla="*/ 76987 h 126614"/>
                <a:gd name="csX61" fmla="*/ 227750 w 821593"/>
                <a:gd name="csY61" fmla="*/ 84975 h 126614"/>
                <a:gd name="csX62" fmla="*/ 231404 w 821593"/>
                <a:gd name="csY62" fmla="*/ 98063 h 126614"/>
                <a:gd name="csX63" fmla="*/ 226906 w 821593"/>
                <a:gd name="csY63" fmla="*/ 112509 h 126614"/>
                <a:gd name="csX64" fmla="*/ 214070 w 821593"/>
                <a:gd name="csY64" fmla="*/ 122960 h 126614"/>
                <a:gd name="csX65" fmla="*/ 195030 w 821593"/>
                <a:gd name="csY65" fmla="*/ 126614 h 126614"/>
                <a:gd name="csX66" fmla="*/ 168184 w 821593"/>
                <a:gd name="csY66" fmla="*/ 119314 h 126614"/>
                <a:gd name="csX67" fmla="*/ 156454 w 821593"/>
                <a:gd name="csY67" fmla="*/ 97637 h 126614"/>
                <a:gd name="csX68" fmla="*/ 282990 w 821593"/>
                <a:gd name="csY68" fmla="*/ 110899 h 126614"/>
                <a:gd name="csX69" fmla="*/ 285200 w 821593"/>
                <a:gd name="csY69" fmla="*/ 124404 h 126614"/>
                <a:gd name="csX70" fmla="*/ 273644 w 821593"/>
                <a:gd name="csY70" fmla="*/ 125770 h 126614"/>
                <a:gd name="csX71" fmla="*/ 260722 w 821593"/>
                <a:gd name="csY71" fmla="*/ 123134 h 126614"/>
                <a:gd name="csX72" fmla="*/ 254265 w 821593"/>
                <a:gd name="csY72" fmla="*/ 116250 h 126614"/>
                <a:gd name="csX73" fmla="*/ 252393 w 821593"/>
                <a:gd name="csY73" fmla="*/ 98150 h 126614"/>
                <a:gd name="csX74" fmla="*/ 252393 w 821593"/>
                <a:gd name="csY74" fmla="*/ 46225 h 126614"/>
                <a:gd name="csX75" fmla="*/ 241176 w 821593"/>
                <a:gd name="csY75" fmla="*/ 46225 h 126614"/>
                <a:gd name="csX76" fmla="*/ 241176 w 821593"/>
                <a:gd name="csY76" fmla="*/ 34329 h 126614"/>
                <a:gd name="csX77" fmla="*/ 252393 w 821593"/>
                <a:gd name="csY77" fmla="*/ 34329 h 126614"/>
                <a:gd name="csX78" fmla="*/ 252393 w 821593"/>
                <a:gd name="csY78" fmla="*/ 11983 h 126614"/>
                <a:gd name="csX79" fmla="*/ 267605 w 821593"/>
                <a:gd name="csY79" fmla="*/ 2802 h 126614"/>
                <a:gd name="csX80" fmla="*/ 267605 w 821593"/>
                <a:gd name="csY80" fmla="*/ 34329 h 126614"/>
                <a:gd name="csX81" fmla="*/ 282990 w 821593"/>
                <a:gd name="csY81" fmla="*/ 34329 h 126614"/>
                <a:gd name="csX82" fmla="*/ 282990 w 821593"/>
                <a:gd name="csY82" fmla="*/ 46225 h 126614"/>
                <a:gd name="csX83" fmla="*/ 267605 w 821593"/>
                <a:gd name="csY83" fmla="*/ 46225 h 126614"/>
                <a:gd name="csX84" fmla="*/ 267605 w 821593"/>
                <a:gd name="csY84" fmla="*/ 99003 h 126614"/>
                <a:gd name="csX85" fmla="*/ 268370 w 821593"/>
                <a:gd name="csY85" fmla="*/ 107409 h 126614"/>
                <a:gd name="csX86" fmla="*/ 271007 w 821593"/>
                <a:gd name="csY86" fmla="*/ 110385 h 126614"/>
                <a:gd name="csX87" fmla="*/ 276272 w 821593"/>
                <a:gd name="csY87" fmla="*/ 111490 h 126614"/>
                <a:gd name="csX88" fmla="*/ 282990 w 821593"/>
                <a:gd name="csY88" fmla="*/ 110899 h 126614"/>
                <a:gd name="csX89" fmla="*/ 298114 w 821593"/>
                <a:gd name="csY89" fmla="*/ 17587 h 126614"/>
                <a:gd name="csX90" fmla="*/ 298114 w 821593"/>
                <a:gd name="csY90" fmla="*/ 0 h 126614"/>
                <a:gd name="csX91" fmla="*/ 313412 w 821593"/>
                <a:gd name="csY91" fmla="*/ 0 h 126614"/>
                <a:gd name="csX92" fmla="*/ 313412 w 821593"/>
                <a:gd name="csY92" fmla="*/ 17587 h 126614"/>
                <a:gd name="csX93" fmla="*/ 298114 w 821593"/>
                <a:gd name="csY93" fmla="*/ 17587 h 126614"/>
                <a:gd name="csX94" fmla="*/ 298114 w 821593"/>
                <a:gd name="csY94" fmla="*/ 124578 h 126614"/>
                <a:gd name="csX95" fmla="*/ 298114 w 821593"/>
                <a:gd name="csY95" fmla="*/ 34329 h 126614"/>
                <a:gd name="csX96" fmla="*/ 313412 w 821593"/>
                <a:gd name="csY96" fmla="*/ 34329 h 126614"/>
                <a:gd name="csX97" fmla="*/ 313412 w 821593"/>
                <a:gd name="csY97" fmla="*/ 124578 h 126614"/>
                <a:gd name="csX98" fmla="*/ 298114 w 821593"/>
                <a:gd name="csY98" fmla="*/ 124578 h 126614"/>
                <a:gd name="csX99" fmla="*/ 336438 w 821593"/>
                <a:gd name="csY99" fmla="*/ 124578 h 126614"/>
                <a:gd name="csX100" fmla="*/ 336438 w 821593"/>
                <a:gd name="csY100" fmla="*/ 0 h 126614"/>
                <a:gd name="csX101" fmla="*/ 351736 w 821593"/>
                <a:gd name="csY101" fmla="*/ 0 h 126614"/>
                <a:gd name="csX102" fmla="*/ 351736 w 821593"/>
                <a:gd name="csY102" fmla="*/ 124578 h 126614"/>
                <a:gd name="csX103" fmla="*/ 336438 w 821593"/>
                <a:gd name="csY103" fmla="*/ 124578 h 126614"/>
                <a:gd name="csX104" fmla="*/ 376806 w 821593"/>
                <a:gd name="csY104" fmla="*/ 124578 h 126614"/>
                <a:gd name="csX105" fmla="*/ 376806 w 821593"/>
                <a:gd name="csY105" fmla="*/ 0 h 126614"/>
                <a:gd name="csX106" fmla="*/ 423545 w 821593"/>
                <a:gd name="csY106" fmla="*/ 0 h 126614"/>
                <a:gd name="csX107" fmla="*/ 446406 w 821593"/>
                <a:gd name="csY107" fmla="*/ 3820 h 126614"/>
                <a:gd name="csX108" fmla="*/ 459920 w 821593"/>
                <a:gd name="csY108" fmla="*/ 15463 h 126614"/>
                <a:gd name="csX109" fmla="*/ 464845 w 821593"/>
                <a:gd name="csY109" fmla="*/ 31867 h 126614"/>
                <a:gd name="csX110" fmla="*/ 460511 w 821593"/>
                <a:gd name="csY110" fmla="*/ 46904 h 126614"/>
                <a:gd name="csX111" fmla="*/ 447424 w 821593"/>
                <a:gd name="csY111" fmla="*/ 58295 h 126614"/>
                <a:gd name="csX112" fmla="*/ 464767 w 821593"/>
                <a:gd name="csY112" fmla="*/ 69599 h 126614"/>
                <a:gd name="csX113" fmla="*/ 470884 w 821593"/>
                <a:gd name="csY113" fmla="*/ 88465 h 126614"/>
                <a:gd name="csX114" fmla="*/ 467142 w 821593"/>
                <a:gd name="csY114" fmla="*/ 104781 h 126614"/>
                <a:gd name="csX115" fmla="*/ 458048 w 821593"/>
                <a:gd name="csY115" fmla="*/ 116337 h 126614"/>
                <a:gd name="csX116" fmla="*/ 444369 w 821593"/>
                <a:gd name="csY116" fmla="*/ 122542 h 126614"/>
                <a:gd name="csX117" fmla="*/ 424311 w 821593"/>
                <a:gd name="csY117" fmla="*/ 124578 h 126614"/>
                <a:gd name="csX118" fmla="*/ 376806 w 821593"/>
                <a:gd name="csY118" fmla="*/ 124578 h 126614"/>
                <a:gd name="csX119" fmla="*/ 393297 w 821593"/>
                <a:gd name="csY119" fmla="*/ 52343 h 126614"/>
                <a:gd name="csX120" fmla="*/ 420230 w 821593"/>
                <a:gd name="csY120" fmla="*/ 52343 h 126614"/>
                <a:gd name="csX121" fmla="*/ 435954 w 821593"/>
                <a:gd name="csY121" fmla="*/ 50898 h 126614"/>
                <a:gd name="csX122" fmla="*/ 445387 w 821593"/>
                <a:gd name="csY122" fmla="*/ 44694 h 126614"/>
                <a:gd name="csX123" fmla="*/ 448616 w 821593"/>
                <a:gd name="csY123" fmla="*/ 33816 h 126614"/>
                <a:gd name="csX124" fmla="*/ 445640 w 821593"/>
                <a:gd name="csY124" fmla="*/ 22939 h 126614"/>
                <a:gd name="csX125" fmla="*/ 437146 w 821593"/>
                <a:gd name="csY125" fmla="*/ 16482 h 126614"/>
                <a:gd name="csX126" fmla="*/ 418194 w 821593"/>
                <a:gd name="csY126" fmla="*/ 14698 h 126614"/>
                <a:gd name="csX127" fmla="*/ 393297 w 821593"/>
                <a:gd name="csY127" fmla="*/ 14698 h 126614"/>
                <a:gd name="csX128" fmla="*/ 393297 w 821593"/>
                <a:gd name="csY128" fmla="*/ 52343 h 126614"/>
                <a:gd name="csX129" fmla="*/ 393297 w 821593"/>
                <a:gd name="csY129" fmla="*/ 109881 h 126614"/>
                <a:gd name="csX130" fmla="*/ 424311 w 821593"/>
                <a:gd name="csY130" fmla="*/ 109881 h 126614"/>
                <a:gd name="csX131" fmla="*/ 435528 w 821593"/>
                <a:gd name="csY131" fmla="*/ 109280 h 126614"/>
                <a:gd name="csX132" fmla="*/ 445048 w 821593"/>
                <a:gd name="csY132" fmla="*/ 105886 h 126614"/>
                <a:gd name="csX133" fmla="*/ 451339 w 821593"/>
                <a:gd name="csY133" fmla="*/ 99003 h 126614"/>
                <a:gd name="csX134" fmla="*/ 453802 w 821593"/>
                <a:gd name="csY134" fmla="*/ 88465 h 126614"/>
                <a:gd name="csX135" fmla="*/ 450234 w 821593"/>
                <a:gd name="csY135" fmla="*/ 76395 h 126614"/>
                <a:gd name="csX136" fmla="*/ 440288 w 821593"/>
                <a:gd name="csY136" fmla="*/ 69172 h 126614"/>
                <a:gd name="csX137" fmla="*/ 422101 w 821593"/>
                <a:gd name="csY137" fmla="*/ 67049 h 126614"/>
                <a:gd name="csX138" fmla="*/ 393297 w 821593"/>
                <a:gd name="csY138" fmla="*/ 67049 h 126614"/>
                <a:gd name="csX139" fmla="*/ 393297 w 821593"/>
                <a:gd name="csY139" fmla="*/ 109881 h 126614"/>
                <a:gd name="csX140" fmla="*/ 493910 w 821593"/>
                <a:gd name="csY140" fmla="*/ 124578 h 126614"/>
                <a:gd name="csX141" fmla="*/ 493910 w 821593"/>
                <a:gd name="csY141" fmla="*/ 0 h 126614"/>
                <a:gd name="csX142" fmla="*/ 583993 w 821593"/>
                <a:gd name="csY142" fmla="*/ 0 h 126614"/>
                <a:gd name="csX143" fmla="*/ 583993 w 821593"/>
                <a:gd name="csY143" fmla="*/ 14698 h 126614"/>
                <a:gd name="csX144" fmla="*/ 510400 w 821593"/>
                <a:gd name="csY144" fmla="*/ 14698 h 126614"/>
                <a:gd name="csX145" fmla="*/ 510400 w 821593"/>
                <a:gd name="csY145" fmla="*/ 52856 h 126614"/>
                <a:gd name="csX146" fmla="*/ 579320 w 821593"/>
                <a:gd name="csY146" fmla="*/ 52856 h 126614"/>
                <a:gd name="csX147" fmla="*/ 579320 w 821593"/>
                <a:gd name="csY147" fmla="*/ 67476 h 126614"/>
                <a:gd name="csX148" fmla="*/ 510400 w 821593"/>
                <a:gd name="csY148" fmla="*/ 67476 h 126614"/>
                <a:gd name="csX149" fmla="*/ 510400 w 821593"/>
                <a:gd name="csY149" fmla="*/ 109881 h 126614"/>
                <a:gd name="csX150" fmla="*/ 586882 w 821593"/>
                <a:gd name="csY150" fmla="*/ 109881 h 126614"/>
                <a:gd name="csX151" fmla="*/ 586882 w 821593"/>
                <a:gd name="csY151" fmla="*/ 124578 h 126614"/>
                <a:gd name="csX152" fmla="*/ 493910 w 821593"/>
                <a:gd name="csY152" fmla="*/ 124578 h 126614"/>
                <a:gd name="csX153" fmla="*/ 609908 w 821593"/>
                <a:gd name="csY153" fmla="*/ 124578 h 126614"/>
                <a:gd name="csX154" fmla="*/ 609908 w 821593"/>
                <a:gd name="csY154" fmla="*/ 0 h 126614"/>
                <a:gd name="csX155" fmla="*/ 665148 w 821593"/>
                <a:gd name="csY155" fmla="*/ 0 h 126614"/>
                <a:gd name="csX156" fmla="*/ 690471 w 821593"/>
                <a:gd name="csY156" fmla="*/ 3394 h 126614"/>
                <a:gd name="csX157" fmla="*/ 704325 w 821593"/>
                <a:gd name="csY157" fmla="*/ 15211 h 126614"/>
                <a:gd name="csX158" fmla="*/ 709511 w 821593"/>
                <a:gd name="csY158" fmla="*/ 33990 h 126614"/>
                <a:gd name="csX159" fmla="*/ 700922 w 821593"/>
                <a:gd name="csY159" fmla="*/ 56337 h 126614"/>
                <a:gd name="csX160" fmla="*/ 674407 w 821593"/>
                <a:gd name="csY160" fmla="*/ 67893 h 126614"/>
                <a:gd name="csX161" fmla="*/ 684354 w 821593"/>
                <a:gd name="csY161" fmla="*/ 74098 h 126614"/>
                <a:gd name="csX162" fmla="*/ 698033 w 821593"/>
                <a:gd name="csY162" fmla="*/ 90675 h 126614"/>
                <a:gd name="csX163" fmla="*/ 719702 w 821593"/>
                <a:gd name="csY163" fmla="*/ 124578 h 126614"/>
                <a:gd name="csX164" fmla="*/ 698973 w 821593"/>
                <a:gd name="csY164" fmla="*/ 124578 h 126614"/>
                <a:gd name="csX165" fmla="*/ 682483 w 821593"/>
                <a:gd name="csY165" fmla="*/ 98655 h 126614"/>
                <a:gd name="csX166" fmla="*/ 670587 w 821593"/>
                <a:gd name="csY166" fmla="*/ 81494 h 126614"/>
                <a:gd name="csX167" fmla="*/ 662172 w 821593"/>
                <a:gd name="csY167" fmla="*/ 73167 h 126614"/>
                <a:gd name="csX168" fmla="*/ 654697 w 821593"/>
                <a:gd name="csY168" fmla="*/ 69851 h 126614"/>
                <a:gd name="csX169" fmla="*/ 645517 w 821593"/>
                <a:gd name="csY169" fmla="*/ 69259 h 126614"/>
                <a:gd name="csX170" fmla="*/ 626398 w 821593"/>
                <a:gd name="csY170" fmla="*/ 69259 h 126614"/>
                <a:gd name="csX171" fmla="*/ 626398 w 821593"/>
                <a:gd name="csY171" fmla="*/ 124578 h 126614"/>
                <a:gd name="csX172" fmla="*/ 609908 w 821593"/>
                <a:gd name="csY172" fmla="*/ 124578 h 126614"/>
                <a:gd name="csX173" fmla="*/ 626398 w 821593"/>
                <a:gd name="csY173" fmla="*/ 54979 h 126614"/>
                <a:gd name="csX174" fmla="*/ 661833 w 821593"/>
                <a:gd name="csY174" fmla="*/ 54979 h 126614"/>
                <a:gd name="csX175" fmla="*/ 679507 w 821593"/>
                <a:gd name="csY175" fmla="*/ 52682 h 126614"/>
                <a:gd name="csX176" fmla="*/ 689201 w 821593"/>
                <a:gd name="csY176" fmla="*/ 45207 h 126614"/>
                <a:gd name="csX177" fmla="*/ 692508 w 821593"/>
                <a:gd name="csY177" fmla="*/ 33990 h 126614"/>
                <a:gd name="csX178" fmla="*/ 686051 w 821593"/>
                <a:gd name="csY178" fmla="*/ 19458 h 126614"/>
                <a:gd name="csX179" fmla="*/ 665827 w 821593"/>
                <a:gd name="csY179" fmla="*/ 13767 h 126614"/>
                <a:gd name="csX180" fmla="*/ 626398 w 821593"/>
                <a:gd name="csY180" fmla="*/ 13767 h 126614"/>
                <a:gd name="csX181" fmla="*/ 626398 w 821593"/>
                <a:gd name="csY181" fmla="*/ 54979 h 126614"/>
                <a:gd name="csX182" fmla="*/ 763899 w 821593"/>
                <a:gd name="csY182" fmla="*/ 124578 h 126614"/>
                <a:gd name="csX183" fmla="*/ 763899 w 821593"/>
                <a:gd name="csY183" fmla="*/ 14698 h 126614"/>
                <a:gd name="csX184" fmla="*/ 722852 w 821593"/>
                <a:gd name="csY184" fmla="*/ 14698 h 126614"/>
                <a:gd name="csX185" fmla="*/ 722852 w 821593"/>
                <a:gd name="csY185" fmla="*/ 0 h 126614"/>
                <a:gd name="csX186" fmla="*/ 821594 w 821593"/>
                <a:gd name="csY186" fmla="*/ 0 h 126614"/>
                <a:gd name="csX187" fmla="*/ 821594 w 821593"/>
                <a:gd name="csY187" fmla="*/ 14698 h 126614"/>
                <a:gd name="csX188" fmla="*/ 780380 w 821593"/>
                <a:gd name="csY188" fmla="*/ 14698 h 126614"/>
                <a:gd name="csX189" fmla="*/ 780380 w 821593"/>
                <a:gd name="csY189" fmla="*/ 124578 h 126614"/>
                <a:gd name="csX190" fmla="*/ 763899 w 821593"/>
                <a:gd name="csY190" fmla="*/ 124578 h 126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</a:cxnLst>
              <a:rect l="l" t="t" r="r" b="b"/>
              <a:pathLst>
                <a:path w="821593" h="126614">
                  <a:moveTo>
                    <a:pt x="0" y="124578"/>
                  </a:moveTo>
                  <a:lnTo>
                    <a:pt x="0" y="0"/>
                  </a:lnTo>
                  <a:lnTo>
                    <a:pt x="42918" y="0"/>
                  </a:lnTo>
                  <a:cubicBezTo>
                    <a:pt x="52604" y="0"/>
                    <a:pt x="60001" y="592"/>
                    <a:pt x="65100" y="1784"/>
                  </a:cubicBezTo>
                  <a:cubicBezTo>
                    <a:pt x="72235" y="3420"/>
                    <a:pt x="78327" y="6396"/>
                    <a:pt x="83366" y="10703"/>
                  </a:cubicBezTo>
                  <a:cubicBezTo>
                    <a:pt x="89944" y="16255"/>
                    <a:pt x="94843" y="23365"/>
                    <a:pt x="98072" y="32032"/>
                  </a:cubicBezTo>
                  <a:cubicBezTo>
                    <a:pt x="101361" y="40647"/>
                    <a:pt x="102997" y="50507"/>
                    <a:pt x="102997" y="61610"/>
                  </a:cubicBezTo>
                  <a:cubicBezTo>
                    <a:pt x="102997" y="71069"/>
                    <a:pt x="101892" y="79449"/>
                    <a:pt x="99682" y="86759"/>
                  </a:cubicBezTo>
                  <a:cubicBezTo>
                    <a:pt x="97480" y="94069"/>
                    <a:pt x="94643" y="100134"/>
                    <a:pt x="91189" y="104946"/>
                  </a:cubicBezTo>
                  <a:cubicBezTo>
                    <a:pt x="87734" y="109706"/>
                    <a:pt x="83940" y="113474"/>
                    <a:pt x="79797" y="116250"/>
                  </a:cubicBezTo>
                  <a:cubicBezTo>
                    <a:pt x="75725" y="118965"/>
                    <a:pt x="70765" y="121037"/>
                    <a:pt x="64926" y="122455"/>
                  </a:cubicBezTo>
                  <a:cubicBezTo>
                    <a:pt x="59148" y="123873"/>
                    <a:pt x="52490" y="124578"/>
                    <a:pt x="44955" y="124578"/>
                  </a:cubicBezTo>
                  <a:lnTo>
                    <a:pt x="0" y="124578"/>
                  </a:lnTo>
                  <a:close/>
                  <a:moveTo>
                    <a:pt x="16491" y="109881"/>
                  </a:moveTo>
                  <a:lnTo>
                    <a:pt x="43092" y="109881"/>
                  </a:lnTo>
                  <a:cubicBezTo>
                    <a:pt x="51307" y="109881"/>
                    <a:pt x="57729" y="109115"/>
                    <a:pt x="62376" y="107583"/>
                  </a:cubicBezTo>
                  <a:cubicBezTo>
                    <a:pt x="67084" y="106052"/>
                    <a:pt x="70817" y="103902"/>
                    <a:pt x="73593" y="101126"/>
                  </a:cubicBezTo>
                  <a:cubicBezTo>
                    <a:pt x="77509" y="97210"/>
                    <a:pt x="80537" y="91972"/>
                    <a:pt x="82687" y="85402"/>
                  </a:cubicBezTo>
                  <a:cubicBezTo>
                    <a:pt x="84897" y="78771"/>
                    <a:pt x="86002" y="70756"/>
                    <a:pt x="86002" y="61349"/>
                  </a:cubicBezTo>
                  <a:cubicBezTo>
                    <a:pt x="86002" y="48322"/>
                    <a:pt x="83853" y="38324"/>
                    <a:pt x="79545" y="31353"/>
                  </a:cubicBezTo>
                  <a:cubicBezTo>
                    <a:pt x="75299" y="24331"/>
                    <a:pt x="70112" y="19623"/>
                    <a:pt x="63995" y="17247"/>
                  </a:cubicBezTo>
                  <a:cubicBezTo>
                    <a:pt x="59574" y="15550"/>
                    <a:pt x="52464" y="14698"/>
                    <a:pt x="42666" y="14698"/>
                  </a:cubicBezTo>
                  <a:lnTo>
                    <a:pt x="16491" y="14698"/>
                  </a:lnTo>
                  <a:lnTo>
                    <a:pt x="16491" y="109881"/>
                  </a:lnTo>
                  <a:close/>
                  <a:moveTo>
                    <a:pt x="123908" y="17587"/>
                  </a:moveTo>
                  <a:lnTo>
                    <a:pt x="123908" y="0"/>
                  </a:lnTo>
                  <a:lnTo>
                    <a:pt x="139197" y="0"/>
                  </a:lnTo>
                  <a:lnTo>
                    <a:pt x="139197" y="17587"/>
                  </a:lnTo>
                  <a:lnTo>
                    <a:pt x="123908" y="17587"/>
                  </a:lnTo>
                  <a:close/>
                  <a:moveTo>
                    <a:pt x="123908" y="124578"/>
                  </a:moveTo>
                  <a:lnTo>
                    <a:pt x="123908" y="34329"/>
                  </a:lnTo>
                  <a:lnTo>
                    <a:pt x="139197" y="34329"/>
                  </a:lnTo>
                  <a:lnTo>
                    <a:pt x="139197" y="124578"/>
                  </a:lnTo>
                  <a:lnTo>
                    <a:pt x="123908" y="124578"/>
                  </a:lnTo>
                  <a:close/>
                  <a:moveTo>
                    <a:pt x="156454" y="97637"/>
                  </a:moveTo>
                  <a:lnTo>
                    <a:pt x="171578" y="95261"/>
                  </a:lnTo>
                  <a:cubicBezTo>
                    <a:pt x="172431" y="101318"/>
                    <a:pt x="174780" y="105965"/>
                    <a:pt x="178635" y="109193"/>
                  </a:cubicBezTo>
                  <a:cubicBezTo>
                    <a:pt x="182542" y="112430"/>
                    <a:pt x="187981" y="114040"/>
                    <a:pt x="194952" y="114040"/>
                  </a:cubicBezTo>
                  <a:cubicBezTo>
                    <a:pt x="201974" y="114040"/>
                    <a:pt x="207187" y="112622"/>
                    <a:pt x="210589" y="109793"/>
                  </a:cubicBezTo>
                  <a:cubicBezTo>
                    <a:pt x="213983" y="106904"/>
                    <a:pt x="215689" y="103528"/>
                    <a:pt x="215689" y="99682"/>
                  </a:cubicBezTo>
                  <a:cubicBezTo>
                    <a:pt x="215689" y="96227"/>
                    <a:pt x="214183" y="93503"/>
                    <a:pt x="211181" y="91519"/>
                  </a:cubicBezTo>
                  <a:cubicBezTo>
                    <a:pt x="209083" y="90162"/>
                    <a:pt x="203871" y="88430"/>
                    <a:pt x="195543" y="86333"/>
                  </a:cubicBezTo>
                  <a:cubicBezTo>
                    <a:pt x="184326" y="83505"/>
                    <a:pt x="176538" y="81068"/>
                    <a:pt x="172178" y="79032"/>
                  </a:cubicBezTo>
                  <a:cubicBezTo>
                    <a:pt x="167871" y="76935"/>
                    <a:pt x="164581" y="74072"/>
                    <a:pt x="162319" y="70443"/>
                  </a:cubicBezTo>
                  <a:cubicBezTo>
                    <a:pt x="160109" y="66762"/>
                    <a:pt x="159003" y="62716"/>
                    <a:pt x="159003" y="58295"/>
                  </a:cubicBezTo>
                  <a:cubicBezTo>
                    <a:pt x="159003" y="54275"/>
                    <a:pt x="159908" y="50559"/>
                    <a:pt x="161718" y="47165"/>
                  </a:cubicBezTo>
                  <a:cubicBezTo>
                    <a:pt x="163590" y="43701"/>
                    <a:pt x="166113" y="40847"/>
                    <a:pt x="169281" y="38576"/>
                  </a:cubicBezTo>
                  <a:cubicBezTo>
                    <a:pt x="171665" y="36818"/>
                    <a:pt x="174893" y="35348"/>
                    <a:pt x="178975" y="34155"/>
                  </a:cubicBezTo>
                  <a:cubicBezTo>
                    <a:pt x="183108" y="32911"/>
                    <a:pt x="187529" y="32293"/>
                    <a:pt x="192228" y="32293"/>
                  </a:cubicBezTo>
                  <a:cubicBezTo>
                    <a:pt x="199311" y="32293"/>
                    <a:pt x="205516" y="33311"/>
                    <a:pt x="210842" y="35348"/>
                  </a:cubicBezTo>
                  <a:cubicBezTo>
                    <a:pt x="216219" y="37384"/>
                    <a:pt x="220187" y="40160"/>
                    <a:pt x="222737" y="43675"/>
                  </a:cubicBezTo>
                  <a:cubicBezTo>
                    <a:pt x="225287" y="47130"/>
                    <a:pt x="227045" y="51777"/>
                    <a:pt x="228010" y="57616"/>
                  </a:cubicBezTo>
                  <a:lnTo>
                    <a:pt x="213052" y="59652"/>
                  </a:lnTo>
                  <a:cubicBezTo>
                    <a:pt x="212373" y="55006"/>
                    <a:pt x="210389" y="51385"/>
                    <a:pt x="207100" y="48775"/>
                  </a:cubicBezTo>
                  <a:cubicBezTo>
                    <a:pt x="203871" y="46173"/>
                    <a:pt x="199285" y="44868"/>
                    <a:pt x="193333" y="44868"/>
                  </a:cubicBezTo>
                  <a:cubicBezTo>
                    <a:pt x="186310" y="44868"/>
                    <a:pt x="181298" y="46025"/>
                    <a:pt x="178296" y="48348"/>
                  </a:cubicBezTo>
                  <a:cubicBezTo>
                    <a:pt x="175294" y="50672"/>
                    <a:pt x="173788" y="53396"/>
                    <a:pt x="173788" y="56511"/>
                  </a:cubicBezTo>
                  <a:cubicBezTo>
                    <a:pt x="173788" y="58495"/>
                    <a:pt x="174415" y="60279"/>
                    <a:pt x="175659" y="61863"/>
                  </a:cubicBezTo>
                  <a:cubicBezTo>
                    <a:pt x="176903" y="63507"/>
                    <a:pt x="178862" y="64865"/>
                    <a:pt x="181524" y="65944"/>
                  </a:cubicBezTo>
                  <a:cubicBezTo>
                    <a:pt x="183056" y="66510"/>
                    <a:pt x="187555" y="67815"/>
                    <a:pt x="195030" y="69851"/>
                  </a:cubicBezTo>
                  <a:cubicBezTo>
                    <a:pt x="205855" y="72740"/>
                    <a:pt x="213391" y="75116"/>
                    <a:pt x="217638" y="76987"/>
                  </a:cubicBezTo>
                  <a:cubicBezTo>
                    <a:pt x="221945" y="78806"/>
                    <a:pt x="225313" y="81468"/>
                    <a:pt x="227750" y="84975"/>
                  </a:cubicBezTo>
                  <a:cubicBezTo>
                    <a:pt x="230186" y="88491"/>
                    <a:pt x="231404" y="92851"/>
                    <a:pt x="231404" y="98063"/>
                  </a:cubicBezTo>
                  <a:cubicBezTo>
                    <a:pt x="231404" y="103163"/>
                    <a:pt x="229907" y="107975"/>
                    <a:pt x="226906" y="112509"/>
                  </a:cubicBezTo>
                  <a:cubicBezTo>
                    <a:pt x="223955" y="116990"/>
                    <a:pt x="219683" y="120471"/>
                    <a:pt x="214070" y="122960"/>
                  </a:cubicBezTo>
                  <a:cubicBezTo>
                    <a:pt x="208457" y="125396"/>
                    <a:pt x="202113" y="126614"/>
                    <a:pt x="195030" y="126614"/>
                  </a:cubicBezTo>
                  <a:cubicBezTo>
                    <a:pt x="183308" y="126614"/>
                    <a:pt x="174354" y="124178"/>
                    <a:pt x="168184" y="119314"/>
                  </a:cubicBezTo>
                  <a:cubicBezTo>
                    <a:pt x="162058" y="114440"/>
                    <a:pt x="158151" y="107218"/>
                    <a:pt x="156454" y="97637"/>
                  </a:cubicBezTo>
                  <a:close/>
                  <a:moveTo>
                    <a:pt x="282990" y="110899"/>
                  </a:moveTo>
                  <a:lnTo>
                    <a:pt x="285200" y="124404"/>
                  </a:lnTo>
                  <a:cubicBezTo>
                    <a:pt x="280893" y="125318"/>
                    <a:pt x="277038" y="125770"/>
                    <a:pt x="273644" y="125770"/>
                  </a:cubicBezTo>
                  <a:cubicBezTo>
                    <a:pt x="268092" y="125770"/>
                    <a:pt x="263785" y="124891"/>
                    <a:pt x="260722" y="123134"/>
                  </a:cubicBezTo>
                  <a:cubicBezTo>
                    <a:pt x="257667" y="121376"/>
                    <a:pt x="255509" y="119078"/>
                    <a:pt x="254265" y="116250"/>
                  </a:cubicBezTo>
                  <a:cubicBezTo>
                    <a:pt x="253020" y="113361"/>
                    <a:pt x="252393" y="107331"/>
                    <a:pt x="252393" y="98150"/>
                  </a:cubicBezTo>
                  <a:lnTo>
                    <a:pt x="252393" y="46225"/>
                  </a:lnTo>
                  <a:lnTo>
                    <a:pt x="241176" y="46225"/>
                  </a:lnTo>
                  <a:lnTo>
                    <a:pt x="241176" y="34329"/>
                  </a:lnTo>
                  <a:lnTo>
                    <a:pt x="252393" y="34329"/>
                  </a:lnTo>
                  <a:lnTo>
                    <a:pt x="252393" y="11983"/>
                  </a:lnTo>
                  <a:lnTo>
                    <a:pt x="267605" y="2802"/>
                  </a:lnTo>
                  <a:lnTo>
                    <a:pt x="267605" y="34329"/>
                  </a:lnTo>
                  <a:lnTo>
                    <a:pt x="282990" y="34329"/>
                  </a:lnTo>
                  <a:lnTo>
                    <a:pt x="282990" y="46225"/>
                  </a:lnTo>
                  <a:lnTo>
                    <a:pt x="267605" y="46225"/>
                  </a:lnTo>
                  <a:lnTo>
                    <a:pt x="267605" y="99003"/>
                  </a:lnTo>
                  <a:cubicBezTo>
                    <a:pt x="267605" y="103363"/>
                    <a:pt x="267866" y="106165"/>
                    <a:pt x="268370" y="107409"/>
                  </a:cubicBezTo>
                  <a:cubicBezTo>
                    <a:pt x="268936" y="108662"/>
                    <a:pt x="269815" y="109654"/>
                    <a:pt x="271007" y="110385"/>
                  </a:cubicBezTo>
                  <a:cubicBezTo>
                    <a:pt x="272252" y="111125"/>
                    <a:pt x="274009" y="111490"/>
                    <a:pt x="276272" y="111490"/>
                  </a:cubicBezTo>
                  <a:cubicBezTo>
                    <a:pt x="277977" y="111490"/>
                    <a:pt x="280214" y="111290"/>
                    <a:pt x="282990" y="110899"/>
                  </a:cubicBezTo>
                  <a:close/>
                  <a:moveTo>
                    <a:pt x="298114" y="17587"/>
                  </a:moveTo>
                  <a:lnTo>
                    <a:pt x="298114" y="0"/>
                  </a:lnTo>
                  <a:lnTo>
                    <a:pt x="313412" y="0"/>
                  </a:lnTo>
                  <a:lnTo>
                    <a:pt x="313412" y="17587"/>
                  </a:lnTo>
                  <a:lnTo>
                    <a:pt x="298114" y="17587"/>
                  </a:lnTo>
                  <a:close/>
                  <a:moveTo>
                    <a:pt x="298114" y="124578"/>
                  </a:moveTo>
                  <a:lnTo>
                    <a:pt x="298114" y="34329"/>
                  </a:lnTo>
                  <a:lnTo>
                    <a:pt x="313412" y="34329"/>
                  </a:lnTo>
                  <a:lnTo>
                    <a:pt x="313412" y="124578"/>
                  </a:lnTo>
                  <a:lnTo>
                    <a:pt x="298114" y="124578"/>
                  </a:lnTo>
                  <a:close/>
                  <a:moveTo>
                    <a:pt x="336438" y="124578"/>
                  </a:moveTo>
                  <a:lnTo>
                    <a:pt x="336438" y="0"/>
                  </a:lnTo>
                  <a:lnTo>
                    <a:pt x="351736" y="0"/>
                  </a:lnTo>
                  <a:lnTo>
                    <a:pt x="351736" y="124578"/>
                  </a:lnTo>
                  <a:lnTo>
                    <a:pt x="336438" y="124578"/>
                  </a:lnTo>
                  <a:close/>
                  <a:moveTo>
                    <a:pt x="376806" y="124578"/>
                  </a:moveTo>
                  <a:lnTo>
                    <a:pt x="376806" y="0"/>
                  </a:lnTo>
                  <a:lnTo>
                    <a:pt x="423545" y="0"/>
                  </a:lnTo>
                  <a:cubicBezTo>
                    <a:pt x="433065" y="0"/>
                    <a:pt x="440688" y="1270"/>
                    <a:pt x="446406" y="3820"/>
                  </a:cubicBezTo>
                  <a:cubicBezTo>
                    <a:pt x="452184" y="6318"/>
                    <a:pt x="456691" y="10190"/>
                    <a:pt x="459920" y="15463"/>
                  </a:cubicBezTo>
                  <a:cubicBezTo>
                    <a:pt x="463209" y="20676"/>
                    <a:pt x="464845" y="26141"/>
                    <a:pt x="464845" y="31867"/>
                  </a:cubicBezTo>
                  <a:cubicBezTo>
                    <a:pt x="464845" y="37192"/>
                    <a:pt x="463401" y="42205"/>
                    <a:pt x="460511" y="46904"/>
                  </a:cubicBezTo>
                  <a:cubicBezTo>
                    <a:pt x="457622" y="51612"/>
                    <a:pt x="453262" y="55406"/>
                    <a:pt x="447424" y="58295"/>
                  </a:cubicBezTo>
                  <a:cubicBezTo>
                    <a:pt x="454959" y="60505"/>
                    <a:pt x="460738" y="64273"/>
                    <a:pt x="464767" y="69599"/>
                  </a:cubicBezTo>
                  <a:cubicBezTo>
                    <a:pt x="468839" y="74924"/>
                    <a:pt x="470884" y="81207"/>
                    <a:pt x="470884" y="88465"/>
                  </a:cubicBezTo>
                  <a:cubicBezTo>
                    <a:pt x="470884" y="94295"/>
                    <a:pt x="469631" y="99734"/>
                    <a:pt x="467142" y="104781"/>
                  </a:cubicBezTo>
                  <a:cubicBezTo>
                    <a:pt x="464706" y="109767"/>
                    <a:pt x="461678" y="113614"/>
                    <a:pt x="458048" y="116337"/>
                  </a:cubicBezTo>
                  <a:cubicBezTo>
                    <a:pt x="454420" y="119052"/>
                    <a:pt x="449860" y="121123"/>
                    <a:pt x="444369" y="122542"/>
                  </a:cubicBezTo>
                  <a:cubicBezTo>
                    <a:pt x="438930" y="123899"/>
                    <a:pt x="432247" y="124578"/>
                    <a:pt x="424311" y="124578"/>
                  </a:cubicBezTo>
                  <a:lnTo>
                    <a:pt x="376806" y="124578"/>
                  </a:lnTo>
                  <a:close/>
                  <a:moveTo>
                    <a:pt x="393297" y="52343"/>
                  </a:moveTo>
                  <a:lnTo>
                    <a:pt x="420230" y="52343"/>
                  </a:lnTo>
                  <a:cubicBezTo>
                    <a:pt x="427539" y="52343"/>
                    <a:pt x="432778" y="51864"/>
                    <a:pt x="435954" y="50898"/>
                  </a:cubicBezTo>
                  <a:cubicBezTo>
                    <a:pt x="440149" y="49654"/>
                    <a:pt x="443290" y="47583"/>
                    <a:pt x="445387" y="44694"/>
                  </a:cubicBezTo>
                  <a:cubicBezTo>
                    <a:pt x="447537" y="41805"/>
                    <a:pt x="448616" y="38185"/>
                    <a:pt x="448616" y="33816"/>
                  </a:cubicBezTo>
                  <a:cubicBezTo>
                    <a:pt x="448616" y="29683"/>
                    <a:pt x="447623" y="26054"/>
                    <a:pt x="445640" y="22939"/>
                  </a:cubicBezTo>
                  <a:cubicBezTo>
                    <a:pt x="443655" y="19771"/>
                    <a:pt x="440828" y="17613"/>
                    <a:pt x="437146" y="16482"/>
                  </a:cubicBezTo>
                  <a:cubicBezTo>
                    <a:pt x="433466" y="15289"/>
                    <a:pt x="427148" y="14698"/>
                    <a:pt x="418194" y="14698"/>
                  </a:cubicBezTo>
                  <a:lnTo>
                    <a:pt x="393297" y="14698"/>
                  </a:lnTo>
                  <a:lnTo>
                    <a:pt x="393297" y="52343"/>
                  </a:lnTo>
                  <a:close/>
                  <a:moveTo>
                    <a:pt x="393297" y="109881"/>
                  </a:moveTo>
                  <a:lnTo>
                    <a:pt x="424311" y="109881"/>
                  </a:lnTo>
                  <a:cubicBezTo>
                    <a:pt x="429637" y="109881"/>
                    <a:pt x="433379" y="109680"/>
                    <a:pt x="435528" y="109280"/>
                  </a:cubicBezTo>
                  <a:cubicBezTo>
                    <a:pt x="439322" y="108601"/>
                    <a:pt x="442498" y="107470"/>
                    <a:pt x="445048" y="105886"/>
                  </a:cubicBezTo>
                  <a:cubicBezTo>
                    <a:pt x="447597" y="104294"/>
                    <a:pt x="449695" y="102005"/>
                    <a:pt x="451339" y="99003"/>
                  </a:cubicBezTo>
                  <a:cubicBezTo>
                    <a:pt x="452976" y="95940"/>
                    <a:pt x="453802" y="92424"/>
                    <a:pt x="453802" y="88465"/>
                  </a:cubicBezTo>
                  <a:cubicBezTo>
                    <a:pt x="453802" y="83818"/>
                    <a:pt x="452610" y="79798"/>
                    <a:pt x="450234" y="76395"/>
                  </a:cubicBezTo>
                  <a:cubicBezTo>
                    <a:pt x="447850" y="72940"/>
                    <a:pt x="444534" y="70530"/>
                    <a:pt x="440288" y="69172"/>
                  </a:cubicBezTo>
                  <a:cubicBezTo>
                    <a:pt x="436094" y="67754"/>
                    <a:pt x="430037" y="67049"/>
                    <a:pt x="422101" y="67049"/>
                  </a:cubicBezTo>
                  <a:lnTo>
                    <a:pt x="393297" y="67049"/>
                  </a:lnTo>
                  <a:lnTo>
                    <a:pt x="393297" y="109881"/>
                  </a:lnTo>
                  <a:close/>
                  <a:moveTo>
                    <a:pt x="493910" y="124578"/>
                  </a:moveTo>
                  <a:lnTo>
                    <a:pt x="493910" y="0"/>
                  </a:lnTo>
                  <a:lnTo>
                    <a:pt x="583993" y="0"/>
                  </a:lnTo>
                  <a:lnTo>
                    <a:pt x="583993" y="14698"/>
                  </a:lnTo>
                  <a:lnTo>
                    <a:pt x="510400" y="14698"/>
                  </a:lnTo>
                  <a:lnTo>
                    <a:pt x="510400" y="52856"/>
                  </a:lnTo>
                  <a:lnTo>
                    <a:pt x="579320" y="52856"/>
                  </a:lnTo>
                  <a:lnTo>
                    <a:pt x="579320" y="67476"/>
                  </a:lnTo>
                  <a:lnTo>
                    <a:pt x="510400" y="67476"/>
                  </a:lnTo>
                  <a:lnTo>
                    <a:pt x="510400" y="109881"/>
                  </a:lnTo>
                  <a:lnTo>
                    <a:pt x="586882" y="109881"/>
                  </a:lnTo>
                  <a:lnTo>
                    <a:pt x="586882" y="124578"/>
                  </a:lnTo>
                  <a:lnTo>
                    <a:pt x="493910" y="124578"/>
                  </a:lnTo>
                  <a:close/>
                  <a:moveTo>
                    <a:pt x="609908" y="124578"/>
                  </a:moveTo>
                  <a:lnTo>
                    <a:pt x="609908" y="0"/>
                  </a:lnTo>
                  <a:lnTo>
                    <a:pt x="665148" y="0"/>
                  </a:lnTo>
                  <a:cubicBezTo>
                    <a:pt x="676252" y="0"/>
                    <a:pt x="684693" y="1131"/>
                    <a:pt x="690471" y="3394"/>
                  </a:cubicBezTo>
                  <a:cubicBezTo>
                    <a:pt x="696250" y="5604"/>
                    <a:pt x="700870" y="9546"/>
                    <a:pt x="704325" y="15211"/>
                  </a:cubicBezTo>
                  <a:cubicBezTo>
                    <a:pt x="707779" y="20876"/>
                    <a:pt x="709511" y="27133"/>
                    <a:pt x="709511" y="33990"/>
                  </a:cubicBezTo>
                  <a:cubicBezTo>
                    <a:pt x="709511" y="42823"/>
                    <a:pt x="706649" y="50280"/>
                    <a:pt x="700922" y="56337"/>
                  </a:cubicBezTo>
                  <a:cubicBezTo>
                    <a:pt x="695205" y="62402"/>
                    <a:pt x="686364" y="66257"/>
                    <a:pt x="674407" y="67893"/>
                  </a:cubicBezTo>
                  <a:cubicBezTo>
                    <a:pt x="678776" y="69990"/>
                    <a:pt x="682091" y="72061"/>
                    <a:pt x="684354" y="74098"/>
                  </a:cubicBezTo>
                  <a:cubicBezTo>
                    <a:pt x="689166" y="78518"/>
                    <a:pt x="693726" y="84044"/>
                    <a:pt x="698033" y="90675"/>
                  </a:cubicBezTo>
                  <a:lnTo>
                    <a:pt x="719702" y="124578"/>
                  </a:lnTo>
                  <a:lnTo>
                    <a:pt x="698973" y="124578"/>
                  </a:lnTo>
                  <a:lnTo>
                    <a:pt x="682483" y="98655"/>
                  </a:lnTo>
                  <a:cubicBezTo>
                    <a:pt x="677671" y="91180"/>
                    <a:pt x="673703" y="85463"/>
                    <a:pt x="670587" y="81494"/>
                  </a:cubicBezTo>
                  <a:cubicBezTo>
                    <a:pt x="667472" y="77526"/>
                    <a:pt x="664670" y="74750"/>
                    <a:pt x="662172" y="73167"/>
                  </a:cubicBezTo>
                  <a:cubicBezTo>
                    <a:pt x="659735" y="71583"/>
                    <a:pt x="657247" y="70478"/>
                    <a:pt x="654697" y="69851"/>
                  </a:cubicBezTo>
                  <a:cubicBezTo>
                    <a:pt x="652826" y="69451"/>
                    <a:pt x="649763" y="69259"/>
                    <a:pt x="645517" y="69259"/>
                  </a:cubicBezTo>
                  <a:lnTo>
                    <a:pt x="626398" y="69259"/>
                  </a:lnTo>
                  <a:lnTo>
                    <a:pt x="626398" y="124578"/>
                  </a:lnTo>
                  <a:lnTo>
                    <a:pt x="609908" y="124578"/>
                  </a:lnTo>
                  <a:close/>
                  <a:moveTo>
                    <a:pt x="626398" y="54979"/>
                  </a:moveTo>
                  <a:lnTo>
                    <a:pt x="661833" y="54979"/>
                  </a:lnTo>
                  <a:cubicBezTo>
                    <a:pt x="669369" y="54979"/>
                    <a:pt x="675260" y="54214"/>
                    <a:pt x="679507" y="52682"/>
                  </a:cubicBezTo>
                  <a:cubicBezTo>
                    <a:pt x="683762" y="51098"/>
                    <a:pt x="686990" y="48610"/>
                    <a:pt x="689201" y="45207"/>
                  </a:cubicBezTo>
                  <a:cubicBezTo>
                    <a:pt x="691402" y="41752"/>
                    <a:pt x="692508" y="38010"/>
                    <a:pt x="692508" y="33990"/>
                  </a:cubicBezTo>
                  <a:cubicBezTo>
                    <a:pt x="692508" y="28099"/>
                    <a:pt x="690358" y="23252"/>
                    <a:pt x="686051" y="19458"/>
                  </a:cubicBezTo>
                  <a:cubicBezTo>
                    <a:pt x="681804" y="15664"/>
                    <a:pt x="675060" y="13767"/>
                    <a:pt x="665827" y="13767"/>
                  </a:cubicBezTo>
                  <a:lnTo>
                    <a:pt x="626398" y="13767"/>
                  </a:lnTo>
                  <a:lnTo>
                    <a:pt x="626398" y="54979"/>
                  </a:lnTo>
                  <a:close/>
                  <a:moveTo>
                    <a:pt x="763899" y="124578"/>
                  </a:moveTo>
                  <a:lnTo>
                    <a:pt x="763899" y="14698"/>
                  </a:lnTo>
                  <a:lnTo>
                    <a:pt x="722852" y="14698"/>
                  </a:lnTo>
                  <a:lnTo>
                    <a:pt x="722852" y="0"/>
                  </a:lnTo>
                  <a:lnTo>
                    <a:pt x="821594" y="0"/>
                  </a:lnTo>
                  <a:lnTo>
                    <a:pt x="821594" y="14698"/>
                  </a:lnTo>
                  <a:lnTo>
                    <a:pt x="780380" y="14698"/>
                  </a:lnTo>
                  <a:lnTo>
                    <a:pt x="780380" y="124578"/>
                  </a:lnTo>
                  <a:lnTo>
                    <a:pt x="763899" y="124578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33E70F66-4439-BAFE-6DC0-62EB1E08772D}"/>
              </a:ext>
            </a:extLst>
          </p:cNvPr>
          <p:cNvGrpSpPr/>
          <p:nvPr/>
        </p:nvGrpSpPr>
        <p:grpSpPr>
          <a:xfrm>
            <a:off x="6274619" y="3581532"/>
            <a:ext cx="1044243" cy="1244390"/>
            <a:chOff x="6274619" y="3581532"/>
            <a:chExt cx="1044243" cy="124439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8A2D6C5-7272-AE07-7F8A-DB001C453E16}"/>
                </a:ext>
              </a:extLst>
            </p:cNvPr>
            <p:cNvSpPr/>
            <p:nvPr/>
          </p:nvSpPr>
          <p:spPr>
            <a:xfrm>
              <a:off x="6274619" y="4434331"/>
              <a:ext cx="1044243" cy="391591"/>
            </a:xfrm>
            <a:custGeom>
              <a:avLst/>
              <a:gdLst>
                <a:gd name="csX0" fmla="*/ 992031 w 1044243"/>
                <a:gd name="csY0" fmla="*/ 0 h 391591"/>
                <a:gd name="csX1" fmla="*/ 52212 w 1044243"/>
                <a:gd name="csY1" fmla="*/ 0 h 391591"/>
                <a:gd name="csX2" fmla="*/ 0 w 1044243"/>
                <a:gd name="csY2" fmla="*/ 52212 h 391591"/>
                <a:gd name="csX3" fmla="*/ 0 w 1044243"/>
                <a:gd name="csY3" fmla="*/ 339379 h 391591"/>
                <a:gd name="csX4" fmla="*/ 52212 w 1044243"/>
                <a:gd name="csY4" fmla="*/ 391591 h 391591"/>
                <a:gd name="csX5" fmla="*/ 992031 w 1044243"/>
                <a:gd name="csY5" fmla="*/ 391591 h 391591"/>
                <a:gd name="csX6" fmla="*/ 1044244 w 1044243"/>
                <a:gd name="csY6" fmla="*/ 339379 h 391591"/>
                <a:gd name="csX7" fmla="*/ 1044244 w 1044243"/>
                <a:gd name="csY7" fmla="*/ 52212 h 391591"/>
                <a:gd name="csX8" fmla="*/ 992031 w 1044243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44243" h="391591">
                  <a:moveTo>
                    <a:pt x="992031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373" y="391591"/>
                    <a:pt x="52212" y="391591"/>
                  </a:cubicBezTo>
                  <a:lnTo>
                    <a:pt x="992031" y="391591"/>
                  </a:lnTo>
                  <a:cubicBezTo>
                    <a:pt x="1020870" y="391591"/>
                    <a:pt x="1044244" y="368218"/>
                    <a:pt x="1044244" y="339379"/>
                  </a:cubicBezTo>
                  <a:lnTo>
                    <a:pt x="1044244" y="52212"/>
                  </a:lnTo>
                  <a:cubicBezTo>
                    <a:pt x="1044244" y="23374"/>
                    <a:pt x="1020870" y="0"/>
                    <a:pt x="992031" y="0"/>
                  </a:cubicBezTo>
                  <a:close/>
                </a:path>
              </a:pathLst>
            </a:custGeom>
            <a:solidFill>
              <a:srgbClr val="B05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95836D2-2966-A4D2-8D78-A3616E3B196D}"/>
                </a:ext>
              </a:extLst>
            </p:cNvPr>
            <p:cNvSpPr/>
            <p:nvPr/>
          </p:nvSpPr>
          <p:spPr>
            <a:xfrm>
              <a:off x="6814145" y="3581532"/>
              <a:ext cx="139232" cy="139232"/>
            </a:xfrm>
            <a:custGeom>
              <a:avLst/>
              <a:gdLst>
                <a:gd name="csX0" fmla="*/ 69616 w 139232"/>
                <a:gd name="csY0" fmla="*/ 139232 h 139232"/>
                <a:gd name="csX1" fmla="*/ 139232 w 139232"/>
                <a:gd name="csY1" fmla="*/ 69616 h 139232"/>
                <a:gd name="csX2" fmla="*/ 69616 w 139232"/>
                <a:gd name="csY2" fmla="*/ 0 h 139232"/>
                <a:gd name="csX3" fmla="*/ 0 w 139232"/>
                <a:gd name="csY3" fmla="*/ 69616 h 139232"/>
                <a:gd name="csX4" fmla="*/ 69616 w 139232"/>
                <a:gd name="csY4" fmla="*/ 139232 h 139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9232" h="139232">
                  <a:moveTo>
                    <a:pt x="69616" y="139232"/>
                  </a:moveTo>
                  <a:cubicBezTo>
                    <a:pt x="108062" y="139232"/>
                    <a:pt x="139232" y="108062"/>
                    <a:pt x="139232" y="69616"/>
                  </a:cubicBezTo>
                  <a:cubicBezTo>
                    <a:pt x="139232" y="31171"/>
                    <a:pt x="108062" y="0"/>
                    <a:pt x="69616" y="0"/>
                  </a:cubicBezTo>
                  <a:cubicBezTo>
                    <a:pt x="31170" y="0"/>
                    <a:pt x="0" y="31171"/>
                    <a:pt x="0" y="69616"/>
                  </a:cubicBezTo>
                  <a:cubicBezTo>
                    <a:pt x="0" y="108062"/>
                    <a:pt x="31170" y="139232"/>
                    <a:pt x="69616" y="139232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BD41C8-BA20-4414-BC7B-65E47A548C61}"/>
                </a:ext>
              </a:extLst>
            </p:cNvPr>
            <p:cNvSpPr/>
            <p:nvPr/>
          </p:nvSpPr>
          <p:spPr>
            <a:xfrm>
              <a:off x="6883761" y="3738168"/>
              <a:ext cx="8702" cy="696162"/>
            </a:xfrm>
            <a:custGeom>
              <a:avLst/>
              <a:gdLst>
                <a:gd name="csX0" fmla="*/ 0 w 8702"/>
                <a:gd name="csY0" fmla="*/ 0 h 696162"/>
                <a:gd name="csX1" fmla="*/ 0 w 8702"/>
                <a:gd name="csY1" fmla="*/ 696162 h 696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696162">
                  <a:moveTo>
                    <a:pt x="0" y="0"/>
                  </a:moveTo>
                  <a:lnTo>
                    <a:pt x="0" y="696162"/>
                  </a:lnTo>
                </a:path>
              </a:pathLst>
            </a:custGeom>
            <a:noFill/>
            <a:ln w="17404" cap="flat">
              <a:solidFill>
                <a:srgbClr val="B05050"/>
              </a:solidFill>
              <a:prstDash val="solid"/>
              <a:miter/>
            </a:ln>
          </p:spPr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279E1BA-8843-6132-AD52-C1CAC434A395}"/>
                </a:ext>
              </a:extLst>
            </p:cNvPr>
            <p:cNvSpPr/>
            <p:nvPr/>
          </p:nvSpPr>
          <p:spPr>
            <a:xfrm>
              <a:off x="6554459" y="4538224"/>
              <a:ext cx="484563" cy="128833"/>
            </a:xfrm>
            <a:custGeom>
              <a:avLst/>
              <a:gdLst>
                <a:gd name="csX0" fmla="*/ 62463 w 484563"/>
                <a:gd name="csY0" fmla="*/ 77848 h 128833"/>
                <a:gd name="csX1" fmla="*/ 62463 w 484563"/>
                <a:gd name="csY1" fmla="*/ 63229 h 128833"/>
                <a:gd name="csX2" fmla="*/ 115232 w 484563"/>
                <a:gd name="csY2" fmla="*/ 63142 h 128833"/>
                <a:gd name="csX3" fmla="*/ 115232 w 484563"/>
                <a:gd name="csY3" fmla="*/ 109376 h 128833"/>
                <a:gd name="csX4" fmla="*/ 90170 w 484563"/>
                <a:gd name="csY4" fmla="*/ 123995 h 128833"/>
                <a:gd name="csX5" fmla="*/ 63655 w 484563"/>
                <a:gd name="csY5" fmla="*/ 128833 h 128833"/>
                <a:gd name="csX6" fmla="*/ 30257 w 484563"/>
                <a:gd name="csY6" fmla="*/ 121019 h 128833"/>
                <a:gd name="csX7" fmla="*/ 7649 w 484563"/>
                <a:gd name="csY7" fmla="*/ 98246 h 128833"/>
                <a:gd name="csX8" fmla="*/ 0 w 484563"/>
                <a:gd name="csY8" fmla="*/ 65013 h 128833"/>
                <a:gd name="csX9" fmla="*/ 7562 w 484563"/>
                <a:gd name="csY9" fmla="*/ 31110 h 128833"/>
                <a:gd name="csX10" fmla="*/ 29491 w 484563"/>
                <a:gd name="csY10" fmla="*/ 7649 h 128833"/>
                <a:gd name="csX11" fmla="*/ 62376 w 484563"/>
                <a:gd name="csY11" fmla="*/ 0 h 128833"/>
                <a:gd name="csX12" fmla="*/ 86768 w 484563"/>
                <a:gd name="csY12" fmla="*/ 4421 h 128833"/>
                <a:gd name="csX13" fmla="*/ 103937 w 484563"/>
                <a:gd name="csY13" fmla="*/ 16577 h 128833"/>
                <a:gd name="csX14" fmla="*/ 113370 w 484563"/>
                <a:gd name="csY14" fmla="*/ 36975 h 128833"/>
                <a:gd name="csX15" fmla="*/ 98498 w 484563"/>
                <a:gd name="csY15" fmla="*/ 41048 h 128833"/>
                <a:gd name="csX16" fmla="*/ 91528 w 484563"/>
                <a:gd name="csY16" fmla="*/ 26097 h 128833"/>
                <a:gd name="csX17" fmla="*/ 79632 w 484563"/>
                <a:gd name="csY17" fmla="*/ 17422 h 128833"/>
                <a:gd name="csX18" fmla="*/ 62463 w 484563"/>
                <a:gd name="csY18" fmla="*/ 14115 h 128833"/>
                <a:gd name="csX19" fmla="*/ 42918 w 484563"/>
                <a:gd name="csY19" fmla="*/ 17596 h 128833"/>
                <a:gd name="csX20" fmla="*/ 29578 w 484563"/>
                <a:gd name="csY20" fmla="*/ 26602 h 128833"/>
                <a:gd name="csX21" fmla="*/ 21755 w 484563"/>
                <a:gd name="csY21" fmla="*/ 38924 h 128833"/>
                <a:gd name="csX22" fmla="*/ 16995 w 484563"/>
                <a:gd name="csY22" fmla="*/ 63995 h 128833"/>
                <a:gd name="csX23" fmla="*/ 22695 w 484563"/>
                <a:gd name="csY23" fmla="*/ 91867 h 128833"/>
                <a:gd name="csX24" fmla="*/ 39429 w 484563"/>
                <a:gd name="csY24" fmla="*/ 108523 h 128833"/>
                <a:gd name="csX25" fmla="*/ 62715 w 484563"/>
                <a:gd name="csY25" fmla="*/ 113962 h 128833"/>
                <a:gd name="csX26" fmla="*/ 83626 w 484563"/>
                <a:gd name="csY26" fmla="*/ 109881 h 128833"/>
                <a:gd name="csX27" fmla="*/ 99090 w 484563"/>
                <a:gd name="csY27" fmla="*/ 101048 h 128833"/>
                <a:gd name="csX28" fmla="*/ 99090 w 484563"/>
                <a:gd name="csY28" fmla="*/ 77848 h 128833"/>
                <a:gd name="csX29" fmla="*/ 62463 w 484563"/>
                <a:gd name="csY29" fmla="*/ 77848 h 128833"/>
                <a:gd name="csX30" fmla="*/ 139624 w 484563"/>
                <a:gd name="csY30" fmla="*/ 126710 h 128833"/>
                <a:gd name="csX31" fmla="*/ 139624 w 484563"/>
                <a:gd name="csY31" fmla="*/ 2132 h 128833"/>
                <a:gd name="csX32" fmla="*/ 186624 w 484563"/>
                <a:gd name="csY32" fmla="*/ 2132 h 128833"/>
                <a:gd name="csX33" fmla="*/ 205568 w 484563"/>
                <a:gd name="csY33" fmla="*/ 3316 h 128833"/>
                <a:gd name="csX34" fmla="*/ 220953 w 484563"/>
                <a:gd name="csY34" fmla="*/ 9181 h 128833"/>
                <a:gd name="csX35" fmla="*/ 230891 w 484563"/>
                <a:gd name="csY35" fmla="*/ 21163 h 128833"/>
                <a:gd name="csX36" fmla="*/ 234720 w 484563"/>
                <a:gd name="csY36" fmla="*/ 38158 h 128833"/>
                <a:gd name="csX37" fmla="*/ 224608 w 484563"/>
                <a:gd name="csY37" fmla="*/ 65100 h 128833"/>
                <a:gd name="csX38" fmla="*/ 188068 w 484563"/>
                <a:gd name="csY38" fmla="*/ 76064 h 128833"/>
                <a:gd name="csX39" fmla="*/ 156114 w 484563"/>
                <a:gd name="csY39" fmla="*/ 76064 h 128833"/>
                <a:gd name="csX40" fmla="*/ 156114 w 484563"/>
                <a:gd name="csY40" fmla="*/ 126710 h 128833"/>
                <a:gd name="csX41" fmla="*/ 139624 w 484563"/>
                <a:gd name="csY41" fmla="*/ 126710 h 128833"/>
                <a:gd name="csX42" fmla="*/ 156114 w 484563"/>
                <a:gd name="csY42" fmla="*/ 61358 h 128833"/>
                <a:gd name="csX43" fmla="*/ 188321 w 484563"/>
                <a:gd name="csY43" fmla="*/ 61358 h 128833"/>
                <a:gd name="csX44" fmla="*/ 211007 w 484563"/>
                <a:gd name="csY44" fmla="*/ 55415 h 128833"/>
                <a:gd name="csX45" fmla="*/ 217724 w 484563"/>
                <a:gd name="csY45" fmla="*/ 38672 h 128833"/>
                <a:gd name="csX46" fmla="*/ 213730 w 484563"/>
                <a:gd name="csY46" fmla="*/ 25332 h 128833"/>
                <a:gd name="csX47" fmla="*/ 203357 w 484563"/>
                <a:gd name="csY47" fmla="*/ 17935 h 128833"/>
                <a:gd name="csX48" fmla="*/ 187981 w 484563"/>
                <a:gd name="csY48" fmla="*/ 16830 h 128833"/>
                <a:gd name="csX49" fmla="*/ 156114 w 484563"/>
                <a:gd name="csY49" fmla="*/ 16830 h 128833"/>
                <a:gd name="csX50" fmla="*/ 156114 w 484563"/>
                <a:gd name="csY50" fmla="*/ 61358 h 128833"/>
                <a:gd name="csX51" fmla="*/ 287410 w 484563"/>
                <a:gd name="csY51" fmla="*/ 126710 h 128833"/>
                <a:gd name="csX52" fmla="*/ 287410 w 484563"/>
                <a:gd name="csY52" fmla="*/ 16830 h 128833"/>
                <a:gd name="csX53" fmla="*/ 246363 w 484563"/>
                <a:gd name="csY53" fmla="*/ 16830 h 128833"/>
                <a:gd name="csX54" fmla="*/ 246363 w 484563"/>
                <a:gd name="csY54" fmla="*/ 2132 h 128833"/>
                <a:gd name="csX55" fmla="*/ 345105 w 484563"/>
                <a:gd name="csY55" fmla="*/ 2132 h 128833"/>
                <a:gd name="csX56" fmla="*/ 345105 w 484563"/>
                <a:gd name="csY56" fmla="*/ 16830 h 128833"/>
                <a:gd name="csX57" fmla="*/ 303892 w 484563"/>
                <a:gd name="csY57" fmla="*/ 16830 h 128833"/>
                <a:gd name="csX58" fmla="*/ 303892 w 484563"/>
                <a:gd name="csY58" fmla="*/ 126710 h 128833"/>
                <a:gd name="csX59" fmla="*/ 287410 w 484563"/>
                <a:gd name="csY59" fmla="*/ 126710 h 128833"/>
                <a:gd name="csX60" fmla="*/ 344513 w 484563"/>
                <a:gd name="csY60" fmla="*/ 89318 h 128833"/>
                <a:gd name="csX61" fmla="*/ 344513 w 484563"/>
                <a:gd name="csY61" fmla="*/ 73941 h 128833"/>
                <a:gd name="csX62" fmla="*/ 391504 w 484563"/>
                <a:gd name="csY62" fmla="*/ 73941 h 128833"/>
                <a:gd name="csX63" fmla="*/ 391504 w 484563"/>
                <a:gd name="csY63" fmla="*/ 89318 h 128833"/>
                <a:gd name="csX64" fmla="*/ 344513 w 484563"/>
                <a:gd name="csY64" fmla="*/ 89318 h 128833"/>
                <a:gd name="csX65" fmla="*/ 484564 w 484563"/>
                <a:gd name="csY65" fmla="*/ 112013 h 128833"/>
                <a:gd name="csX66" fmla="*/ 484564 w 484563"/>
                <a:gd name="csY66" fmla="*/ 126710 h 128833"/>
                <a:gd name="csX67" fmla="*/ 402217 w 484563"/>
                <a:gd name="csY67" fmla="*/ 126710 h 128833"/>
                <a:gd name="csX68" fmla="*/ 404000 w 484563"/>
                <a:gd name="csY68" fmla="*/ 116085 h 128833"/>
                <a:gd name="csX69" fmla="*/ 414025 w 484563"/>
                <a:gd name="csY69" fmla="*/ 99516 h 128833"/>
                <a:gd name="csX70" fmla="*/ 434083 w 484563"/>
                <a:gd name="csY70" fmla="*/ 80650 h 128833"/>
                <a:gd name="csX71" fmla="*/ 461529 w 484563"/>
                <a:gd name="csY71" fmla="*/ 54309 h 128833"/>
                <a:gd name="csX72" fmla="*/ 468674 w 484563"/>
                <a:gd name="csY72" fmla="*/ 35870 h 128833"/>
                <a:gd name="csX73" fmla="*/ 462130 w 484563"/>
                <a:gd name="csY73" fmla="*/ 20572 h 128833"/>
                <a:gd name="csX74" fmla="*/ 445213 w 484563"/>
                <a:gd name="csY74" fmla="*/ 14280 h 128833"/>
                <a:gd name="csX75" fmla="*/ 427539 w 484563"/>
                <a:gd name="csY75" fmla="*/ 20911 h 128833"/>
                <a:gd name="csX76" fmla="*/ 420830 w 484563"/>
                <a:gd name="csY76" fmla="*/ 39264 h 128833"/>
                <a:gd name="csX77" fmla="*/ 405105 w 484563"/>
                <a:gd name="csY77" fmla="*/ 37654 h 128833"/>
                <a:gd name="csX78" fmla="*/ 417253 w 484563"/>
                <a:gd name="csY78" fmla="*/ 10878 h 128833"/>
                <a:gd name="csX79" fmla="*/ 445553 w 484563"/>
                <a:gd name="csY79" fmla="*/ 1619 h 128833"/>
                <a:gd name="csX80" fmla="*/ 473938 w 484563"/>
                <a:gd name="csY80" fmla="*/ 11565 h 128833"/>
                <a:gd name="csX81" fmla="*/ 484390 w 484563"/>
                <a:gd name="csY81" fmla="*/ 36209 h 128833"/>
                <a:gd name="csX82" fmla="*/ 481335 w 484563"/>
                <a:gd name="csY82" fmla="*/ 50907 h 128833"/>
                <a:gd name="csX83" fmla="*/ 471137 w 484563"/>
                <a:gd name="csY83" fmla="*/ 66118 h 128833"/>
                <a:gd name="csX84" fmla="*/ 447597 w 484563"/>
                <a:gd name="csY84" fmla="*/ 88047 h 128833"/>
                <a:gd name="csX85" fmla="*/ 429915 w 484563"/>
                <a:gd name="csY85" fmla="*/ 103763 h 128833"/>
                <a:gd name="csX86" fmla="*/ 423458 w 484563"/>
                <a:gd name="csY86" fmla="*/ 112013 h 128833"/>
                <a:gd name="csX87" fmla="*/ 484564 w 484563"/>
                <a:gd name="csY87" fmla="*/ 112013 h 12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484563" h="128833">
                  <a:moveTo>
                    <a:pt x="62463" y="77848"/>
                  </a:moveTo>
                  <a:lnTo>
                    <a:pt x="62463" y="63229"/>
                  </a:lnTo>
                  <a:lnTo>
                    <a:pt x="115232" y="63142"/>
                  </a:lnTo>
                  <a:lnTo>
                    <a:pt x="115232" y="109376"/>
                  </a:lnTo>
                  <a:cubicBezTo>
                    <a:pt x="107130" y="115833"/>
                    <a:pt x="98776" y="120706"/>
                    <a:pt x="90170" y="123995"/>
                  </a:cubicBezTo>
                  <a:cubicBezTo>
                    <a:pt x="81556" y="127224"/>
                    <a:pt x="72714" y="128833"/>
                    <a:pt x="63655" y="128833"/>
                  </a:cubicBezTo>
                  <a:cubicBezTo>
                    <a:pt x="51411" y="128833"/>
                    <a:pt x="40281" y="126232"/>
                    <a:pt x="30257" y="121019"/>
                  </a:cubicBezTo>
                  <a:cubicBezTo>
                    <a:pt x="20284" y="115746"/>
                    <a:pt x="12748" y="108158"/>
                    <a:pt x="7649" y="98246"/>
                  </a:cubicBezTo>
                  <a:cubicBezTo>
                    <a:pt x="2549" y="88326"/>
                    <a:pt x="0" y="77248"/>
                    <a:pt x="0" y="65013"/>
                  </a:cubicBezTo>
                  <a:cubicBezTo>
                    <a:pt x="0" y="52891"/>
                    <a:pt x="2523" y="41587"/>
                    <a:pt x="7562" y="31110"/>
                  </a:cubicBezTo>
                  <a:cubicBezTo>
                    <a:pt x="12661" y="20572"/>
                    <a:pt x="19971" y="12748"/>
                    <a:pt x="29491" y="7649"/>
                  </a:cubicBezTo>
                  <a:cubicBezTo>
                    <a:pt x="39011" y="2550"/>
                    <a:pt x="49967" y="0"/>
                    <a:pt x="62376" y="0"/>
                  </a:cubicBezTo>
                  <a:cubicBezTo>
                    <a:pt x="71383" y="0"/>
                    <a:pt x="79519" y="1479"/>
                    <a:pt x="86768" y="4421"/>
                  </a:cubicBezTo>
                  <a:cubicBezTo>
                    <a:pt x="94077" y="7310"/>
                    <a:pt x="99795" y="11365"/>
                    <a:pt x="103937" y="16577"/>
                  </a:cubicBezTo>
                  <a:cubicBezTo>
                    <a:pt x="108071" y="21790"/>
                    <a:pt x="111212" y="28586"/>
                    <a:pt x="113370" y="36975"/>
                  </a:cubicBezTo>
                  <a:lnTo>
                    <a:pt x="98498" y="41048"/>
                  </a:lnTo>
                  <a:cubicBezTo>
                    <a:pt x="96627" y="34704"/>
                    <a:pt x="94304" y="29718"/>
                    <a:pt x="91528" y="26097"/>
                  </a:cubicBezTo>
                  <a:cubicBezTo>
                    <a:pt x="88752" y="22469"/>
                    <a:pt x="84784" y="19580"/>
                    <a:pt x="79632" y="17422"/>
                  </a:cubicBezTo>
                  <a:cubicBezTo>
                    <a:pt x="74472" y="15220"/>
                    <a:pt x="68755" y="14115"/>
                    <a:pt x="62463" y="14115"/>
                  </a:cubicBezTo>
                  <a:cubicBezTo>
                    <a:pt x="54927" y="14115"/>
                    <a:pt x="48409" y="15272"/>
                    <a:pt x="42918" y="17596"/>
                  </a:cubicBezTo>
                  <a:cubicBezTo>
                    <a:pt x="37419" y="19858"/>
                    <a:pt x="32972" y="22860"/>
                    <a:pt x="29578" y="26602"/>
                  </a:cubicBezTo>
                  <a:cubicBezTo>
                    <a:pt x="26236" y="30344"/>
                    <a:pt x="23626" y="34451"/>
                    <a:pt x="21755" y="38924"/>
                  </a:cubicBezTo>
                  <a:cubicBezTo>
                    <a:pt x="18587" y="46634"/>
                    <a:pt x="16995" y="54988"/>
                    <a:pt x="16995" y="63995"/>
                  </a:cubicBezTo>
                  <a:cubicBezTo>
                    <a:pt x="16995" y="75099"/>
                    <a:pt x="18892" y="84392"/>
                    <a:pt x="22695" y="91867"/>
                  </a:cubicBezTo>
                  <a:cubicBezTo>
                    <a:pt x="26541" y="99343"/>
                    <a:pt x="32128" y="104894"/>
                    <a:pt x="39429" y="108523"/>
                  </a:cubicBezTo>
                  <a:cubicBezTo>
                    <a:pt x="46738" y="112152"/>
                    <a:pt x="54501" y="113962"/>
                    <a:pt x="62715" y="113962"/>
                  </a:cubicBezTo>
                  <a:cubicBezTo>
                    <a:pt x="69860" y="113962"/>
                    <a:pt x="76822" y="112604"/>
                    <a:pt x="83626" y="109881"/>
                  </a:cubicBezTo>
                  <a:cubicBezTo>
                    <a:pt x="90423" y="107105"/>
                    <a:pt x="95574" y="104163"/>
                    <a:pt x="99090" y="101048"/>
                  </a:cubicBezTo>
                  <a:lnTo>
                    <a:pt x="99090" y="77848"/>
                  </a:lnTo>
                  <a:lnTo>
                    <a:pt x="62463" y="77848"/>
                  </a:lnTo>
                  <a:close/>
                  <a:moveTo>
                    <a:pt x="139624" y="126710"/>
                  </a:moveTo>
                  <a:lnTo>
                    <a:pt x="139624" y="2132"/>
                  </a:lnTo>
                  <a:lnTo>
                    <a:pt x="186624" y="2132"/>
                  </a:lnTo>
                  <a:cubicBezTo>
                    <a:pt x="194891" y="2132"/>
                    <a:pt x="201208" y="2524"/>
                    <a:pt x="205568" y="3316"/>
                  </a:cubicBezTo>
                  <a:cubicBezTo>
                    <a:pt x="211685" y="4342"/>
                    <a:pt x="216819" y="6291"/>
                    <a:pt x="220953" y="9181"/>
                  </a:cubicBezTo>
                  <a:cubicBezTo>
                    <a:pt x="225086" y="12018"/>
                    <a:pt x="228402" y="16012"/>
                    <a:pt x="230891" y="21163"/>
                  </a:cubicBezTo>
                  <a:cubicBezTo>
                    <a:pt x="233441" y="26324"/>
                    <a:pt x="234720" y="31989"/>
                    <a:pt x="234720" y="38158"/>
                  </a:cubicBezTo>
                  <a:cubicBezTo>
                    <a:pt x="234720" y="48757"/>
                    <a:pt x="231343" y="57738"/>
                    <a:pt x="224608" y="65100"/>
                  </a:cubicBezTo>
                  <a:cubicBezTo>
                    <a:pt x="217864" y="72410"/>
                    <a:pt x="205681" y="76064"/>
                    <a:pt x="188068" y="76064"/>
                  </a:cubicBezTo>
                  <a:lnTo>
                    <a:pt x="156114" y="76064"/>
                  </a:lnTo>
                  <a:lnTo>
                    <a:pt x="156114" y="126710"/>
                  </a:lnTo>
                  <a:lnTo>
                    <a:pt x="139624" y="126710"/>
                  </a:lnTo>
                  <a:close/>
                  <a:moveTo>
                    <a:pt x="156114" y="61358"/>
                  </a:moveTo>
                  <a:lnTo>
                    <a:pt x="188321" y="61358"/>
                  </a:lnTo>
                  <a:cubicBezTo>
                    <a:pt x="198972" y="61358"/>
                    <a:pt x="206534" y="59374"/>
                    <a:pt x="211007" y="55415"/>
                  </a:cubicBezTo>
                  <a:cubicBezTo>
                    <a:pt x="215488" y="51447"/>
                    <a:pt x="217724" y="45868"/>
                    <a:pt x="217724" y="38672"/>
                  </a:cubicBezTo>
                  <a:cubicBezTo>
                    <a:pt x="217724" y="33459"/>
                    <a:pt x="216393" y="29013"/>
                    <a:pt x="213730" y="25332"/>
                  </a:cubicBezTo>
                  <a:cubicBezTo>
                    <a:pt x="211120" y="21590"/>
                    <a:pt x="207665" y="19127"/>
                    <a:pt x="203357" y="17935"/>
                  </a:cubicBezTo>
                  <a:cubicBezTo>
                    <a:pt x="200582" y="17195"/>
                    <a:pt x="195456" y="16830"/>
                    <a:pt x="187981" y="16830"/>
                  </a:cubicBezTo>
                  <a:lnTo>
                    <a:pt x="156114" y="16830"/>
                  </a:lnTo>
                  <a:lnTo>
                    <a:pt x="156114" y="61358"/>
                  </a:lnTo>
                  <a:close/>
                  <a:moveTo>
                    <a:pt x="287410" y="126710"/>
                  </a:moveTo>
                  <a:lnTo>
                    <a:pt x="287410" y="16830"/>
                  </a:lnTo>
                  <a:lnTo>
                    <a:pt x="246363" y="16830"/>
                  </a:lnTo>
                  <a:lnTo>
                    <a:pt x="246363" y="2132"/>
                  </a:lnTo>
                  <a:lnTo>
                    <a:pt x="345105" y="2132"/>
                  </a:lnTo>
                  <a:lnTo>
                    <a:pt x="345105" y="16830"/>
                  </a:lnTo>
                  <a:lnTo>
                    <a:pt x="303892" y="16830"/>
                  </a:lnTo>
                  <a:lnTo>
                    <a:pt x="303892" y="126710"/>
                  </a:lnTo>
                  <a:lnTo>
                    <a:pt x="287410" y="126710"/>
                  </a:lnTo>
                  <a:close/>
                  <a:moveTo>
                    <a:pt x="344513" y="89318"/>
                  </a:moveTo>
                  <a:lnTo>
                    <a:pt x="344513" y="73941"/>
                  </a:lnTo>
                  <a:lnTo>
                    <a:pt x="391504" y="73941"/>
                  </a:lnTo>
                  <a:lnTo>
                    <a:pt x="391504" y="89318"/>
                  </a:lnTo>
                  <a:lnTo>
                    <a:pt x="344513" y="89318"/>
                  </a:lnTo>
                  <a:close/>
                  <a:moveTo>
                    <a:pt x="484564" y="112013"/>
                  </a:moveTo>
                  <a:lnTo>
                    <a:pt x="484564" y="126710"/>
                  </a:lnTo>
                  <a:lnTo>
                    <a:pt x="402217" y="126710"/>
                  </a:lnTo>
                  <a:cubicBezTo>
                    <a:pt x="402103" y="123029"/>
                    <a:pt x="402695" y="119488"/>
                    <a:pt x="404000" y="116085"/>
                  </a:cubicBezTo>
                  <a:cubicBezTo>
                    <a:pt x="406098" y="110481"/>
                    <a:pt x="409439" y="104955"/>
                    <a:pt x="414025" y="99516"/>
                  </a:cubicBezTo>
                  <a:cubicBezTo>
                    <a:pt x="418672" y="94078"/>
                    <a:pt x="425355" y="87786"/>
                    <a:pt x="434083" y="80650"/>
                  </a:cubicBezTo>
                  <a:cubicBezTo>
                    <a:pt x="447623" y="69547"/>
                    <a:pt x="456769" y="60766"/>
                    <a:pt x="461529" y="54309"/>
                  </a:cubicBezTo>
                  <a:cubicBezTo>
                    <a:pt x="466289" y="47792"/>
                    <a:pt x="468674" y="41648"/>
                    <a:pt x="468674" y="35870"/>
                  </a:cubicBezTo>
                  <a:cubicBezTo>
                    <a:pt x="468674" y="29805"/>
                    <a:pt x="466490" y="24705"/>
                    <a:pt x="462130" y="20572"/>
                  </a:cubicBezTo>
                  <a:cubicBezTo>
                    <a:pt x="457822" y="16377"/>
                    <a:pt x="452183" y="14280"/>
                    <a:pt x="445213" y="14280"/>
                  </a:cubicBezTo>
                  <a:cubicBezTo>
                    <a:pt x="437851" y="14280"/>
                    <a:pt x="431960" y="16491"/>
                    <a:pt x="427539" y="20911"/>
                  </a:cubicBezTo>
                  <a:cubicBezTo>
                    <a:pt x="423119" y="25332"/>
                    <a:pt x="420882" y="31449"/>
                    <a:pt x="420830" y="39264"/>
                  </a:cubicBezTo>
                  <a:lnTo>
                    <a:pt x="405105" y="37654"/>
                  </a:lnTo>
                  <a:cubicBezTo>
                    <a:pt x="406185" y="25923"/>
                    <a:pt x="410231" y="17004"/>
                    <a:pt x="417253" y="10878"/>
                  </a:cubicBezTo>
                  <a:cubicBezTo>
                    <a:pt x="424285" y="4708"/>
                    <a:pt x="433718" y="1619"/>
                    <a:pt x="445553" y="1619"/>
                  </a:cubicBezTo>
                  <a:cubicBezTo>
                    <a:pt x="457509" y="1619"/>
                    <a:pt x="466968" y="4934"/>
                    <a:pt x="473938" y="11565"/>
                  </a:cubicBezTo>
                  <a:cubicBezTo>
                    <a:pt x="480909" y="18187"/>
                    <a:pt x="484390" y="26402"/>
                    <a:pt x="484390" y="36209"/>
                  </a:cubicBezTo>
                  <a:cubicBezTo>
                    <a:pt x="484390" y="41195"/>
                    <a:pt x="483372" y="46095"/>
                    <a:pt x="481335" y="50907"/>
                  </a:cubicBezTo>
                  <a:cubicBezTo>
                    <a:pt x="479290" y="55719"/>
                    <a:pt x="475897" y="60792"/>
                    <a:pt x="471137" y="66118"/>
                  </a:cubicBezTo>
                  <a:cubicBezTo>
                    <a:pt x="466429" y="71444"/>
                    <a:pt x="458588" y="78754"/>
                    <a:pt x="447597" y="88047"/>
                  </a:cubicBezTo>
                  <a:cubicBezTo>
                    <a:pt x="438417" y="95748"/>
                    <a:pt x="432526" y="100987"/>
                    <a:pt x="429915" y="103763"/>
                  </a:cubicBezTo>
                  <a:cubicBezTo>
                    <a:pt x="427313" y="106487"/>
                    <a:pt x="425164" y="109237"/>
                    <a:pt x="423458" y="112013"/>
                  </a:cubicBezTo>
                  <a:lnTo>
                    <a:pt x="484564" y="112013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2D58089-C722-7DA7-4581-AD53D9482467}"/>
              </a:ext>
            </a:extLst>
          </p:cNvPr>
          <p:cNvGrpSpPr/>
          <p:nvPr/>
        </p:nvGrpSpPr>
        <p:grpSpPr>
          <a:xfrm>
            <a:off x="7040398" y="2554692"/>
            <a:ext cx="696162" cy="1128751"/>
            <a:chOff x="7040398" y="2554692"/>
            <a:chExt cx="696162" cy="1128751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6090E5C-FAF3-E3EF-A5CE-35D65955B16E}"/>
                </a:ext>
              </a:extLst>
            </p:cNvPr>
            <p:cNvSpPr/>
            <p:nvPr/>
          </p:nvSpPr>
          <p:spPr>
            <a:xfrm>
              <a:off x="7423535" y="3596423"/>
              <a:ext cx="87020" cy="87020"/>
            </a:xfrm>
            <a:custGeom>
              <a:avLst/>
              <a:gdLst>
                <a:gd name="csX0" fmla="*/ 43510 w 87020"/>
                <a:gd name="csY0" fmla="*/ 87020 h 87020"/>
                <a:gd name="csX1" fmla="*/ 87020 w 87020"/>
                <a:gd name="csY1" fmla="*/ 43510 h 87020"/>
                <a:gd name="csX2" fmla="*/ 43510 w 87020"/>
                <a:gd name="csY2" fmla="*/ 0 h 87020"/>
                <a:gd name="csX3" fmla="*/ 0 w 87020"/>
                <a:gd name="csY3" fmla="*/ 43510 h 87020"/>
                <a:gd name="csX4" fmla="*/ 43510 w 87020"/>
                <a:gd name="csY4" fmla="*/ 87020 h 87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020" h="87020">
                  <a:moveTo>
                    <a:pt x="43510" y="87020"/>
                  </a:moveTo>
                  <a:cubicBezTo>
                    <a:pt x="67536" y="87020"/>
                    <a:pt x="87020" y="67536"/>
                    <a:pt x="87020" y="43510"/>
                  </a:cubicBezTo>
                  <a:cubicBezTo>
                    <a:pt x="87020" y="19484"/>
                    <a:pt x="67536" y="0"/>
                    <a:pt x="43510" y="0"/>
                  </a:cubicBezTo>
                  <a:cubicBezTo>
                    <a:pt x="19484" y="0"/>
                    <a:pt x="0" y="19484"/>
                    <a:pt x="0" y="43510"/>
                  </a:cubicBezTo>
                  <a:cubicBezTo>
                    <a:pt x="0" y="67536"/>
                    <a:pt x="19484" y="87020"/>
                    <a:pt x="43510" y="87020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51C751-B8B6-472A-C2BE-ED8AC8971C79}"/>
                </a:ext>
              </a:extLst>
            </p:cNvPr>
            <p:cNvSpPr/>
            <p:nvPr/>
          </p:nvSpPr>
          <p:spPr>
            <a:xfrm>
              <a:off x="7475499" y="2954986"/>
              <a:ext cx="8702" cy="696162"/>
            </a:xfrm>
            <a:custGeom>
              <a:avLst/>
              <a:gdLst>
                <a:gd name="csX0" fmla="*/ 0 w 8702"/>
                <a:gd name="csY0" fmla="*/ 696162 h 696162"/>
                <a:gd name="csX1" fmla="*/ 0 w 8702"/>
                <a:gd name="csY1" fmla="*/ 0 h 696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696162">
                  <a:moveTo>
                    <a:pt x="0" y="696162"/>
                  </a:moveTo>
                  <a:lnTo>
                    <a:pt x="0" y="0"/>
                  </a:lnTo>
                </a:path>
              </a:pathLst>
            </a:custGeom>
            <a:noFill/>
            <a:ln w="17404" cap="flat">
              <a:solidFill>
                <a:srgbClr val="50A050"/>
              </a:solidFill>
              <a:prstDash val="solid"/>
              <a:miter/>
            </a:ln>
          </p:spPr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2551C2-E5A2-70EF-6909-E66612C67419}"/>
                </a:ext>
              </a:extLst>
            </p:cNvPr>
            <p:cNvSpPr/>
            <p:nvPr/>
          </p:nvSpPr>
          <p:spPr>
            <a:xfrm>
              <a:off x="7040398" y="2554692"/>
              <a:ext cx="696162" cy="391591"/>
            </a:xfrm>
            <a:custGeom>
              <a:avLst/>
              <a:gdLst>
                <a:gd name="csX0" fmla="*/ 643950 w 696162"/>
                <a:gd name="csY0" fmla="*/ 0 h 391591"/>
                <a:gd name="csX1" fmla="*/ 52212 w 696162"/>
                <a:gd name="csY1" fmla="*/ 0 h 391591"/>
                <a:gd name="csX2" fmla="*/ 0 w 696162"/>
                <a:gd name="csY2" fmla="*/ 52212 h 391591"/>
                <a:gd name="csX3" fmla="*/ 0 w 696162"/>
                <a:gd name="csY3" fmla="*/ 339379 h 391591"/>
                <a:gd name="csX4" fmla="*/ 52212 w 696162"/>
                <a:gd name="csY4" fmla="*/ 391591 h 391591"/>
                <a:gd name="csX5" fmla="*/ 643950 w 696162"/>
                <a:gd name="csY5" fmla="*/ 391591 h 391591"/>
                <a:gd name="csX6" fmla="*/ 696162 w 696162"/>
                <a:gd name="csY6" fmla="*/ 339379 h 391591"/>
                <a:gd name="csX7" fmla="*/ 696162 w 696162"/>
                <a:gd name="csY7" fmla="*/ 52212 h 391591"/>
                <a:gd name="csX8" fmla="*/ 643950 w 696162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6162" h="391591">
                  <a:moveTo>
                    <a:pt x="643950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373" y="391591"/>
                    <a:pt x="52212" y="391591"/>
                  </a:cubicBezTo>
                  <a:lnTo>
                    <a:pt x="643950" y="391591"/>
                  </a:lnTo>
                  <a:cubicBezTo>
                    <a:pt x="672789" y="391591"/>
                    <a:pt x="696162" y="368218"/>
                    <a:pt x="696162" y="339379"/>
                  </a:cubicBezTo>
                  <a:lnTo>
                    <a:pt x="696162" y="52212"/>
                  </a:lnTo>
                  <a:cubicBezTo>
                    <a:pt x="696162" y="23374"/>
                    <a:pt x="672789" y="0"/>
                    <a:pt x="643950" y="0"/>
                  </a:cubicBezTo>
                  <a:close/>
                </a:path>
              </a:pathLst>
            </a:custGeom>
            <a:solidFill>
              <a:srgbClr val="50A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8629BBD-56A5-D260-B8B8-604C3B754E39}"/>
                </a:ext>
              </a:extLst>
            </p:cNvPr>
            <p:cNvSpPr/>
            <p:nvPr/>
          </p:nvSpPr>
          <p:spPr>
            <a:xfrm>
              <a:off x="7290920" y="2660718"/>
              <a:ext cx="192140" cy="126701"/>
            </a:xfrm>
            <a:custGeom>
              <a:avLst/>
              <a:gdLst>
                <a:gd name="csX0" fmla="*/ 41047 w 192140"/>
                <a:gd name="csY0" fmla="*/ 124578 h 126701"/>
                <a:gd name="csX1" fmla="*/ 41047 w 192140"/>
                <a:gd name="csY1" fmla="*/ 14698 h 126701"/>
                <a:gd name="csX2" fmla="*/ 0 w 192140"/>
                <a:gd name="csY2" fmla="*/ 14698 h 126701"/>
                <a:gd name="csX3" fmla="*/ 0 w 192140"/>
                <a:gd name="csY3" fmla="*/ 0 h 126701"/>
                <a:gd name="csX4" fmla="*/ 98751 w 192140"/>
                <a:gd name="csY4" fmla="*/ 0 h 126701"/>
                <a:gd name="csX5" fmla="*/ 98751 w 192140"/>
                <a:gd name="csY5" fmla="*/ 14698 h 126701"/>
                <a:gd name="csX6" fmla="*/ 57529 w 192140"/>
                <a:gd name="csY6" fmla="*/ 14698 h 126701"/>
                <a:gd name="csX7" fmla="*/ 57529 w 192140"/>
                <a:gd name="csY7" fmla="*/ 124578 h 126701"/>
                <a:gd name="csX8" fmla="*/ 41047 w 192140"/>
                <a:gd name="csY8" fmla="*/ 124578 h 126701"/>
                <a:gd name="csX9" fmla="*/ 109541 w 192140"/>
                <a:gd name="csY9" fmla="*/ 91946 h 126701"/>
                <a:gd name="csX10" fmla="*/ 125605 w 192140"/>
                <a:gd name="csY10" fmla="*/ 90588 h 126701"/>
                <a:gd name="csX11" fmla="*/ 133846 w 192140"/>
                <a:gd name="csY11" fmla="*/ 108262 h 126701"/>
                <a:gd name="csX12" fmla="*/ 149570 w 192140"/>
                <a:gd name="csY12" fmla="*/ 114127 h 126701"/>
                <a:gd name="csX13" fmla="*/ 168262 w 192140"/>
                <a:gd name="csY13" fmla="*/ 105799 h 126701"/>
                <a:gd name="csX14" fmla="*/ 175912 w 192140"/>
                <a:gd name="csY14" fmla="*/ 83705 h 126701"/>
                <a:gd name="csX15" fmla="*/ 168515 w 192140"/>
                <a:gd name="csY15" fmla="*/ 63055 h 126701"/>
                <a:gd name="csX16" fmla="*/ 149310 w 192140"/>
                <a:gd name="csY16" fmla="*/ 55493 h 126701"/>
                <a:gd name="csX17" fmla="*/ 135969 w 192140"/>
                <a:gd name="csY17" fmla="*/ 58887 h 126701"/>
                <a:gd name="csX18" fmla="*/ 126623 w 192140"/>
                <a:gd name="csY18" fmla="*/ 67554 h 126701"/>
                <a:gd name="csX19" fmla="*/ 112256 w 192140"/>
                <a:gd name="csY19" fmla="*/ 65683 h 126701"/>
                <a:gd name="csX20" fmla="*/ 124326 w 192140"/>
                <a:gd name="csY20" fmla="*/ 1697 h 126701"/>
                <a:gd name="csX21" fmla="*/ 186276 w 192140"/>
                <a:gd name="csY21" fmla="*/ 1697 h 126701"/>
                <a:gd name="csX22" fmla="*/ 186276 w 192140"/>
                <a:gd name="csY22" fmla="*/ 16316 h 126701"/>
                <a:gd name="csX23" fmla="*/ 136561 w 192140"/>
                <a:gd name="csY23" fmla="*/ 16316 h 126701"/>
                <a:gd name="csX24" fmla="*/ 129852 w 192140"/>
                <a:gd name="csY24" fmla="*/ 49793 h 126701"/>
                <a:gd name="csX25" fmla="*/ 153391 w 192140"/>
                <a:gd name="csY25" fmla="*/ 41979 h 126701"/>
                <a:gd name="csX26" fmla="*/ 180924 w 192140"/>
                <a:gd name="csY26" fmla="*/ 53283 h 126701"/>
                <a:gd name="csX27" fmla="*/ 192141 w 192140"/>
                <a:gd name="csY27" fmla="*/ 82339 h 126701"/>
                <a:gd name="csX28" fmla="*/ 182282 w 192140"/>
                <a:gd name="csY28" fmla="*/ 111577 h 126701"/>
                <a:gd name="csX29" fmla="*/ 149570 w 192140"/>
                <a:gd name="csY29" fmla="*/ 126702 h 126701"/>
                <a:gd name="csX30" fmla="*/ 121776 w 192140"/>
                <a:gd name="csY30" fmla="*/ 117181 h 126701"/>
                <a:gd name="csX31" fmla="*/ 109541 w 192140"/>
                <a:gd name="csY31" fmla="*/ 91946 h 126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92140" h="126701">
                  <a:moveTo>
                    <a:pt x="41047" y="124578"/>
                  </a:moveTo>
                  <a:lnTo>
                    <a:pt x="41047" y="14698"/>
                  </a:lnTo>
                  <a:lnTo>
                    <a:pt x="0" y="14698"/>
                  </a:lnTo>
                  <a:lnTo>
                    <a:pt x="0" y="0"/>
                  </a:lnTo>
                  <a:lnTo>
                    <a:pt x="98751" y="0"/>
                  </a:lnTo>
                  <a:lnTo>
                    <a:pt x="98751" y="14698"/>
                  </a:lnTo>
                  <a:lnTo>
                    <a:pt x="57529" y="14698"/>
                  </a:lnTo>
                  <a:lnTo>
                    <a:pt x="57529" y="124578"/>
                  </a:lnTo>
                  <a:lnTo>
                    <a:pt x="41047" y="124578"/>
                  </a:lnTo>
                  <a:close/>
                  <a:moveTo>
                    <a:pt x="109541" y="91946"/>
                  </a:moveTo>
                  <a:lnTo>
                    <a:pt x="125605" y="90588"/>
                  </a:lnTo>
                  <a:cubicBezTo>
                    <a:pt x="126789" y="98403"/>
                    <a:pt x="129538" y="104294"/>
                    <a:pt x="133846" y="108262"/>
                  </a:cubicBezTo>
                  <a:cubicBezTo>
                    <a:pt x="138206" y="112169"/>
                    <a:pt x="143444" y="114127"/>
                    <a:pt x="149570" y="114127"/>
                  </a:cubicBezTo>
                  <a:cubicBezTo>
                    <a:pt x="156932" y="114127"/>
                    <a:pt x="163163" y="111351"/>
                    <a:pt x="168262" y="105799"/>
                  </a:cubicBezTo>
                  <a:cubicBezTo>
                    <a:pt x="173362" y="100247"/>
                    <a:pt x="175912" y="92877"/>
                    <a:pt x="175912" y="83705"/>
                  </a:cubicBezTo>
                  <a:cubicBezTo>
                    <a:pt x="175912" y="74977"/>
                    <a:pt x="173449" y="68093"/>
                    <a:pt x="168515" y="63055"/>
                  </a:cubicBezTo>
                  <a:cubicBezTo>
                    <a:pt x="163642" y="58008"/>
                    <a:pt x="157246" y="55493"/>
                    <a:pt x="149310" y="55493"/>
                  </a:cubicBezTo>
                  <a:cubicBezTo>
                    <a:pt x="144384" y="55493"/>
                    <a:pt x="139937" y="56624"/>
                    <a:pt x="135969" y="58887"/>
                  </a:cubicBezTo>
                  <a:cubicBezTo>
                    <a:pt x="132001" y="61097"/>
                    <a:pt x="128886" y="63986"/>
                    <a:pt x="126623" y="67554"/>
                  </a:cubicBezTo>
                  <a:lnTo>
                    <a:pt x="112256" y="65683"/>
                  </a:lnTo>
                  <a:lnTo>
                    <a:pt x="124326" y="1697"/>
                  </a:lnTo>
                  <a:lnTo>
                    <a:pt x="186276" y="1697"/>
                  </a:lnTo>
                  <a:lnTo>
                    <a:pt x="186276" y="16316"/>
                  </a:lnTo>
                  <a:lnTo>
                    <a:pt x="136561" y="16316"/>
                  </a:lnTo>
                  <a:lnTo>
                    <a:pt x="129852" y="49793"/>
                  </a:lnTo>
                  <a:cubicBezTo>
                    <a:pt x="137327" y="44581"/>
                    <a:pt x="145176" y="41979"/>
                    <a:pt x="153391" y="41979"/>
                  </a:cubicBezTo>
                  <a:cubicBezTo>
                    <a:pt x="164268" y="41979"/>
                    <a:pt x="173449" y="45746"/>
                    <a:pt x="180924" y="53283"/>
                  </a:cubicBezTo>
                  <a:cubicBezTo>
                    <a:pt x="188399" y="60818"/>
                    <a:pt x="192141" y="70504"/>
                    <a:pt x="192141" y="82339"/>
                  </a:cubicBezTo>
                  <a:cubicBezTo>
                    <a:pt x="192141" y="93616"/>
                    <a:pt x="188860" y="103363"/>
                    <a:pt x="182282" y="111577"/>
                  </a:cubicBezTo>
                  <a:cubicBezTo>
                    <a:pt x="174293" y="121663"/>
                    <a:pt x="163389" y="126702"/>
                    <a:pt x="149570" y="126702"/>
                  </a:cubicBezTo>
                  <a:cubicBezTo>
                    <a:pt x="138232" y="126702"/>
                    <a:pt x="128973" y="123534"/>
                    <a:pt x="121776" y="117181"/>
                  </a:cubicBezTo>
                  <a:cubicBezTo>
                    <a:pt x="114641" y="110838"/>
                    <a:pt x="110559" y="102423"/>
                    <a:pt x="109541" y="91946"/>
                  </a:cubicBez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691A97B-DBE1-C50E-BE66-8D75CAB47A07}"/>
              </a:ext>
            </a:extLst>
          </p:cNvPr>
          <p:cNvGrpSpPr/>
          <p:nvPr/>
        </p:nvGrpSpPr>
        <p:grpSpPr>
          <a:xfrm>
            <a:off x="7997621" y="2476374"/>
            <a:ext cx="1061647" cy="1218284"/>
            <a:chOff x="7997621" y="2476374"/>
            <a:chExt cx="1061647" cy="121828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7FF6936-2F9D-3BCA-3636-6EEC002ACC7F}"/>
                </a:ext>
              </a:extLst>
            </p:cNvPr>
            <p:cNvSpPr/>
            <p:nvPr/>
          </p:nvSpPr>
          <p:spPr>
            <a:xfrm>
              <a:off x="8354404" y="3607638"/>
              <a:ext cx="87020" cy="87020"/>
            </a:xfrm>
            <a:custGeom>
              <a:avLst/>
              <a:gdLst>
                <a:gd name="csX0" fmla="*/ 43510 w 87020"/>
                <a:gd name="csY0" fmla="*/ 87020 h 87020"/>
                <a:gd name="csX1" fmla="*/ 87020 w 87020"/>
                <a:gd name="csY1" fmla="*/ 43510 h 87020"/>
                <a:gd name="csX2" fmla="*/ 43510 w 87020"/>
                <a:gd name="csY2" fmla="*/ 0 h 87020"/>
                <a:gd name="csX3" fmla="*/ 0 w 87020"/>
                <a:gd name="csY3" fmla="*/ 43510 h 87020"/>
                <a:gd name="csX4" fmla="*/ 43510 w 87020"/>
                <a:gd name="csY4" fmla="*/ 87020 h 87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020" h="87020">
                  <a:moveTo>
                    <a:pt x="43510" y="87020"/>
                  </a:moveTo>
                  <a:cubicBezTo>
                    <a:pt x="67536" y="87020"/>
                    <a:pt x="87020" y="67536"/>
                    <a:pt x="87020" y="43510"/>
                  </a:cubicBezTo>
                  <a:cubicBezTo>
                    <a:pt x="87020" y="19484"/>
                    <a:pt x="67536" y="0"/>
                    <a:pt x="43510" y="0"/>
                  </a:cubicBezTo>
                  <a:cubicBezTo>
                    <a:pt x="19484" y="0"/>
                    <a:pt x="0" y="19484"/>
                    <a:pt x="0" y="43510"/>
                  </a:cubicBezTo>
                  <a:cubicBezTo>
                    <a:pt x="0" y="67536"/>
                    <a:pt x="19484" y="87020"/>
                    <a:pt x="43510" y="87020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3B2E0D8-E6F2-A687-A8BD-DA7E4E06F8C6}"/>
                </a:ext>
              </a:extLst>
            </p:cNvPr>
            <p:cNvSpPr/>
            <p:nvPr/>
          </p:nvSpPr>
          <p:spPr>
            <a:xfrm>
              <a:off x="8397914" y="2867965"/>
              <a:ext cx="8702" cy="739672"/>
            </a:xfrm>
            <a:custGeom>
              <a:avLst/>
              <a:gdLst>
                <a:gd name="csX0" fmla="*/ 0 w 8702"/>
                <a:gd name="csY0" fmla="*/ 739673 h 739672"/>
                <a:gd name="csX1" fmla="*/ 0 w 8702"/>
                <a:gd name="csY1" fmla="*/ 0 h 739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739672">
                  <a:moveTo>
                    <a:pt x="0" y="739673"/>
                  </a:moveTo>
                  <a:lnTo>
                    <a:pt x="0" y="0"/>
                  </a:lnTo>
                </a:path>
              </a:pathLst>
            </a:custGeom>
            <a:noFill/>
            <a:ln w="17404" cap="flat">
              <a:solidFill>
                <a:srgbClr val="B05050"/>
              </a:solidFill>
              <a:prstDash val="solid"/>
              <a:miter/>
            </a:ln>
          </p:spPr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E6758DF-B489-B262-6601-316D5AEDEDA6}"/>
                </a:ext>
              </a:extLst>
            </p:cNvPr>
            <p:cNvSpPr/>
            <p:nvPr/>
          </p:nvSpPr>
          <p:spPr>
            <a:xfrm>
              <a:off x="7997621" y="2476374"/>
              <a:ext cx="1061647" cy="391591"/>
            </a:xfrm>
            <a:custGeom>
              <a:avLst/>
              <a:gdLst>
                <a:gd name="csX0" fmla="*/ 1008566 w 1061647"/>
                <a:gd name="csY0" fmla="*/ 0 h 391591"/>
                <a:gd name="csX1" fmla="*/ 53082 w 1061647"/>
                <a:gd name="csY1" fmla="*/ 0 h 391591"/>
                <a:gd name="csX2" fmla="*/ 0 w 1061647"/>
                <a:gd name="csY2" fmla="*/ 52212 h 391591"/>
                <a:gd name="csX3" fmla="*/ 0 w 1061647"/>
                <a:gd name="csY3" fmla="*/ 339379 h 391591"/>
                <a:gd name="csX4" fmla="*/ 53082 w 1061647"/>
                <a:gd name="csY4" fmla="*/ 391591 h 391591"/>
                <a:gd name="csX5" fmla="*/ 1008566 w 1061647"/>
                <a:gd name="csY5" fmla="*/ 391591 h 391591"/>
                <a:gd name="csX6" fmla="*/ 1061648 w 1061647"/>
                <a:gd name="csY6" fmla="*/ 339379 h 391591"/>
                <a:gd name="csX7" fmla="*/ 1061648 w 1061647"/>
                <a:gd name="csY7" fmla="*/ 52212 h 391591"/>
                <a:gd name="csX8" fmla="*/ 1008566 w 1061647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1647" h="391591">
                  <a:moveTo>
                    <a:pt x="1008566" y="0"/>
                  </a:moveTo>
                  <a:lnTo>
                    <a:pt x="53082" y="0"/>
                  </a:lnTo>
                  <a:cubicBezTo>
                    <a:pt x="23765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765" y="391591"/>
                    <a:pt x="53082" y="391591"/>
                  </a:cubicBezTo>
                  <a:lnTo>
                    <a:pt x="1008566" y="391591"/>
                  </a:lnTo>
                  <a:cubicBezTo>
                    <a:pt x="1037891" y="391591"/>
                    <a:pt x="1061648" y="368218"/>
                    <a:pt x="1061648" y="339379"/>
                  </a:cubicBezTo>
                  <a:lnTo>
                    <a:pt x="1061648" y="52212"/>
                  </a:lnTo>
                  <a:cubicBezTo>
                    <a:pt x="1061648" y="23374"/>
                    <a:pt x="1037891" y="0"/>
                    <a:pt x="1008566" y="0"/>
                  </a:cubicBezTo>
                  <a:close/>
                </a:path>
              </a:pathLst>
            </a:custGeom>
            <a:solidFill>
              <a:srgbClr val="B05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4FD1B1F-E87D-F09E-298E-816CEE0C39EC}"/>
                </a:ext>
              </a:extLst>
            </p:cNvPr>
            <p:cNvSpPr/>
            <p:nvPr/>
          </p:nvSpPr>
          <p:spPr>
            <a:xfrm>
              <a:off x="8286163" y="2575917"/>
              <a:ext cx="485851" cy="128920"/>
            </a:xfrm>
            <a:custGeom>
              <a:avLst/>
              <a:gdLst>
                <a:gd name="csX0" fmla="*/ 62463 w 485851"/>
                <a:gd name="csY0" fmla="*/ 77848 h 128920"/>
                <a:gd name="csX1" fmla="*/ 62463 w 485851"/>
                <a:gd name="csY1" fmla="*/ 63229 h 128920"/>
                <a:gd name="csX2" fmla="*/ 115232 w 485851"/>
                <a:gd name="csY2" fmla="*/ 63142 h 128920"/>
                <a:gd name="csX3" fmla="*/ 115232 w 485851"/>
                <a:gd name="csY3" fmla="*/ 109376 h 128920"/>
                <a:gd name="csX4" fmla="*/ 90170 w 485851"/>
                <a:gd name="csY4" fmla="*/ 123995 h 128920"/>
                <a:gd name="csX5" fmla="*/ 63655 w 485851"/>
                <a:gd name="csY5" fmla="*/ 128834 h 128920"/>
                <a:gd name="csX6" fmla="*/ 30257 w 485851"/>
                <a:gd name="csY6" fmla="*/ 121019 h 128920"/>
                <a:gd name="csX7" fmla="*/ 7649 w 485851"/>
                <a:gd name="csY7" fmla="*/ 98246 h 128920"/>
                <a:gd name="csX8" fmla="*/ 0 w 485851"/>
                <a:gd name="csY8" fmla="*/ 65013 h 128920"/>
                <a:gd name="csX9" fmla="*/ 7562 w 485851"/>
                <a:gd name="csY9" fmla="*/ 31110 h 128920"/>
                <a:gd name="csX10" fmla="*/ 29491 w 485851"/>
                <a:gd name="csY10" fmla="*/ 7649 h 128920"/>
                <a:gd name="csX11" fmla="*/ 62376 w 485851"/>
                <a:gd name="csY11" fmla="*/ 0 h 128920"/>
                <a:gd name="csX12" fmla="*/ 86768 w 485851"/>
                <a:gd name="csY12" fmla="*/ 4421 h 128920"/>
                <a:gd name="csX13" fmla="*/ 103937 w 485851"/>
                <a:gd name="csY13" fmla="*/ 16577 h 128920"/>
                <a:gd name="csX14" fmla="*/ 113370 w 485851"/>
                <a:gd name="csY14" fmla="*/ 36975 h 128920"/>
                <a:gd name="csX15" fmla="*/ 98498 w 485851"/>
                <a:gd name="csY15" fmla="*/ 41048 h 128920"/>
                <a:gd name="csX16" fmla="*/ 91528 w 485851"/>
                <a:gd name="csY16" fmla="*/ 26097 h 128920"/>
                <a:gd name="csX17" fmla="*/ 79632 w 485851"/>
                <a:gd name="csY17" fmla="*/ 17421 h 128920"/>
                <a:gd name="csX18" fmla="*/ 62463 w 485851"/>
                <a:gd name="csY18" fmla="*/ 14115 h 128920"/>
                <a:gd name="csX19" fmla="*/ 42918 w 485851"/>
                <a:gd name="csY19" fmla="*/ 17596 h 128920"/>
                <a:gd name="csX20" fmla="*/ 29578 w 485851"/>
                <a:gd name="csY20" fmla="*/ 26602 h 128920"/>
                <a:gd name="csX21" fmla="*/ 21755 w 485851"/>
                <a:gd name="csY21" fmla="*/ 38924 h 128920"/>
                <a:gd name="csX22" fmla="*/ 16995 w 485851"/>
                <a:gd name="csY22" fmla="*/ 63995 h 128920"/>
                <a:gd name="csX23" fmla="*/ 22695 w 485851"/>
                <a:gd name="csY23" fmla="*/ 91867 h 128920"/>
                <a:gd name="csX24" fmla="*/ 39429 w 485851"/>
                <a:gd name="csY24" fmla="*/ 108523 h 128920"/>
                <a:gd name="csX25" fmla="*/ 62715 w 485851"/>
                <a:gd name="csY25" fmla="*/ 113962 h 128920"/>
                <a:gd name="csX26" fmla="*/ 83626 w 485851"/>
                <a:gd name="csY26" fmla="*/ 109881 h 128920"/>
                <a:gd name="csX27" fmla="*/ 99090 w 485851"/>
                <a:gd name="csY27" fmla="*/ 101048 h 128920"/>
                <a:gd name="csX28" fmla="*/ 99090 w 485851"/>
                <a:gd name="csY28" fmla="*/ 77848 h 128920"/>
                <a:gd name="csX29" fmla="*/ 62463 w 485851"/>
                <a:gd name="csY29" fmla="*/ 77848 h 128920"/>
                <a:gd name="csX30" fmla="*/ 139624 w 485851"/>
                <a:gd name="csY30" fmla="*/ 126710 h 128920"/>
                <a:gd name="csX31" fmla="*/ 139624 w 485851"/>
                <a:gd name="csY31" fmla="*/ 2132 h 128920"/>
                <a:gd name="csX32" fmla="*/ 186624 w 485851"/>
                <a:gd name="csY32" fmla="*/ 2132 h 128920"/>
                <a:gd name="csX33" fmla="*/ 205568 w 485851"/>
                <a:gd name="csY33" fmla="*/ 3316 h 128920"/>
                <a:gd name="csX34" fmla="*/ 220953 w 485851"/>
                <a:gd name="csY34" fmla="*/ 9181 h 128920"/>
                <a:gd name="csX35" fmla="*/ 230891 w 485851"/>
                <a:gd name="csY35" fmla="*/ 21163 h 128920"/>
                <a:gd name="csX36" fmla="*/ 234720 w 485851"/>
                <a:gd name="csY36" fmla="*/ 38158 h 128920"/>
                <a:gd name="csX37" fmla="*/ 224608 w 485851"/>
                <a:gd name="csY37" fmla="*/ 65100 h 128920"/>
                <a:gd name="csX38" fmla="*/ 188068 w 485851"/>
                <a:gd name="csY38" fmla="*/ 76064 h 128920"/>
                <a:gd name="csX39" fmla="*/ 156114 w 485851"/>
                <a:gd name="csY39" fmla="*/ 76064 h 128920"/>
                <a:gd name="csX40" fmla="*/ 156114 w 485851"/>
                <a:gd name="csY40" fmla="*/ 126710 h 128920"/>
                <a:gd name="csX41" fmla="*/ 139624 w 485851"/>
                <a:gd name="csY41" fmla="*/ 126710 h 128920"/>
                <a:gd name="csX42" fmla="*/ 156114 w 485851"/>
                <a:gd name="csY42" fmla="*/ 61358 h 128920"/>
                <a:gd name="csX43" fmla="*/ 188321 w 485851"/>
                <a:gd name="csY43" fmla="*/ 61358 h 128920"/>
                <a:gd name="csX44" fmla="*/ 211007 w 485851"/>
                <a:gd name="csY44" fmla="*/ 55415 h 128920"/>
                <a:gd name="csX45" fmla="*/ 217724 w 485851"/>
                <a:gd name="csY45" fmla="*/ 38672 h 128920"/>
                <a:gd name="csX46" fmla="*/ 213730 w 485851"/>
                <a:gd name="csY46" fmla="*/ 25332 h 128920"/>
                <a:gd name="csX47" fmla="*/ 203357 w 485851"/>
                <a:gd name="csY47" fmla="*/ 17935 h 128920"/>
                <a:gd name="csX48" fmla="*/ 187981 w 485851"/>
                <a:gd name="csY48" fmla="*/ 16830 h 128920"/>
                <a:gd name="csX49" fmla="*/ 156114 w 485851"/>
                <a:gd name="csY49" fmla="*/ 16830 h 128920"/>
                <a:gd name="csX50" fmla="*/ 156114 w 485851"/>
                <a:gd name="csY50" fmla="*/ 61358 h 128920"/>
                <a:gd name="csX51" fmla="*/ 287410 w 485851"/>
                <a:gd name="csY51" fmla="*/ 126710 h 128920"/>
                <a:gd name="csX52" fmla="*/ 287410 w 485851"/>
                <a:gd name="csY52" fmla="*/ 16830 h 128920"/>
                <a:gd name="csX53" fmla="*/ 246363 w 485851"/>
                <a:gd name="csY53" fmla="*/ 16830 h 128920"/>
                <a:gd name="csX54" fmla="*/ 246363 w 485851"/>
                <a:gd name="csY54" fmla="*/ 2132 h 128920"/>
                <a:gd name="csX55" fmla="*/ 345105 w 485851"/>
                <a:gd name="csY55" fmla="*/ 2132 h 128920"/>
                <a:gd name="csX56" fmla="*/ 345105 w 485851"/>
                <a:gd name="csY56" fmla="*/ 16830 h 128920"/>
                <a:gd name="csX57" fmla="*/ 303892 w 485851"/>
                <a:gd name="csY57" fmla="*/ 16830 h 128920"/>
                <a:gd name="csX58" fmla="*/ 303892 w 485851"/>
                <a:gd name="csY58" fmla="*/ 126710 h 128920"/>
                <a:gd name="csX59" fmla="*/ 287410 w 485851"/>
                <a:gd name="csY59" fmla="*/ 126710 h 128920"/>
                <a:gd name="csX60" fmla="*/ 344513 w 485851"/>
                <a:gd name="csY60" fmla="*/ 89318 h 128920"/>
                <a:gd name="csX61" fmla="*/ 344513 w 485851"/>
                <a:gd name="csY61" fmla="*/ 73941 h 128920"/>
                <a:gd name="csX62" fmla="*/ 391504 w 485851"/>
                <a:gd name="csY62" fmla="*/ 73941 h 128920"/>
                <a:gd name="csX63" fmla="*/ 391504 w 485851"/>
                <a:gd name="csY63" fmla="*/ 89318 h 128920"/>
                <a:gd name="csX64" fmla="*/ 344513 w 485851"/>
                <a:gd name="csY64" fmla="*/ 89318 h 128920"/>
                <a:gd name="csX65" fmla="*/ 404252 w 485851"/>
                <a:gd name="csY65" fmla="*/ 93825 h 128920"/>
                <a:gd name="csX66" fmla="*/ 419551 w 485851"/>
                <a:gd name="csY66" fmla="*/ 91780 h 128920"/>
                <a:gd name="csX67" fmla="*/ 428505 w 485851"/>
                <a:gd name="csY67" fmla="*/ 110568 h 128920"/>
                <a:gd name="csX68" fmla="*/ 443908 w 485851"/>
                <a:gd name="csY68" fmla="*/ 116259 h 128920"/>
                <a:gd name="csX69" fmla="*/ 462095 w 485851"/>
                <a:gd name="csY69" fmla="*/ 108775 h 128920"/>
                <a:gd name="csX70" fmla="*/ 469579 w 485851"/>
                <a:gd name="csY70" fmla="*/ 90258 h 128920"/>
                <a:gd name="csX71" fmla="*/ 462704 w 485851"/>
                <a:gd name="csY71" fmla="*/ 72914 h 128920"/>
                <a:gd name="csX72" fmla="*/ 445213 w 485851"/>
                <a:gd name="csY72" fmla="*/ 66031 h 128920"/>
                <a:gd name="csX73" fmla="*/ 434423 w 485851"/>
                <a:gd name="csY73" fmla="*/ 67737 h 128920"/>
                <a:gd name="csX74" fmla="*/ 436163 w 485851"/>
                <a:gd name="csY74" fmla="*/ 54309 h 128920"/>
                <a:gd name="csX75" fmla="*/ 438600 w 485851"/>
                <a:gd name="csY75" fmla="*/ 54475 h 128920"/>
                <a:gd name="csX76" fmla="*/ 456178 w 485851"/>
                <a:gd name="csY76" fmla="*/ 49375 h 128920"/>
                <a:gd name="csX77" fmla="*/ 464009 w 485851"/>
                <a:gd name="csY77" fmla="*/ 33660 h 128920"/>
                <a:gd name="csX78" fmla="*/ 458266 w 485851"/>
                <a:gd name="csY78" fmla="*/ 19719 h 128920"/>
                <a:gd name="csX79" fmla="*/ 443560 w 485851"/>
                <a:gd name="csY79" fmla="*/ 14193 h 128920"/>
                <a:gd name="csX80" fmla="*/ 428766 w 485851"/>
                <a:gd name="csY80" fmla="*/ 19806 h 128920"/>
                <a:gd name="csX81" fmla="*/ 421082 w 485851"/>
                <a:gd name="csY81" fmla="*/ 36627 h 128920"/>
                <a:gd name="csX82" fmla="*/ 405784 w 485851"/>
                <a:gd name="csY82" fmla="*/ 33912 h 128920"/>
                <a:gd name="csX83" fmla="*/ 418533 w 485851"/>
                <a:gd name="csY83" fmla="*/ 10121 h 128920"/>
                <a:gd name="csX84" fmla="*/ 443298 w 485851"/>
                <a:gd name="csY84" fmla="*/ 1619 h 128920"/>
                <a:gd name="csX85" fmla="*/ 462008 w 485851"/>
                <a:gd name="csY85" fmla="*/ 6039 h 128920"/>
                <a:gd name="csX86" fmla="*/ 475148 w 485851"/>
                <a:gd name="csY86" fmla="*/ 17935 h 128920"/>
                <a:gd name="csX87" fmla="*/ 479760 w 485851"/>
                <a:gd name="csY87" fmla="*/ 33999 h 128920"/>
                <a:gd name="csX88" fmla="*/ 475409 w 485851"/>
                <a:gd name="csY88" fmla="*/ 48697 h 128920"/>
                <a:gd name="csX89" fmla="*/ 462530 w 485851"/>
                <a:gd name="csY89" fmla="*/ 59235 h 128920"/>
                <a:gd name="csX90" fmla="*/ 479760 w 485851"/>
                <a:gd name="csY90" fmla="*/ 69860 h 128920"/>
                <a:gd name="csX91" fmla="*/ 485851 w 485851"/>
                <a:gd name="csY91" fmla="*/ 89909 h 128920"/>
                <a:gd name="csX92" fmla="*/ 473930 w 485851"/>
                <a:gd name="csY92" fmla="*/ 117617 h 128920"/>
                <a:gd name="csX93" fmla="*/ 443821 w 485851"/>
                <a:gd name="csY93" fmla="*/ 128921 h 128920"/>
                <a:gd name="csX94" fmla="*/ 416575 w 485851"/>
                <a:gd name="csY94" fmla="*/ 119148 h 128920"/>
                <a:gd name="csX95" fmla="*/ 404252 w 485851"/>
                <a:gd name="csY95" fmla="*/ 93825 h 128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</a:cxnLst>
              <a:rect l="l" t="t" r="r" b="b"/>
              <a:pathLst>
                <a:path w="485851" h="128920">
                  <a:moveTo>
                    <a:pt x="62463" y="77848"/>
                  </a:moveTo>
                  <a:lnTo>
                    <a:pt x="62463" y="63229"/>
                  </a:lnTo>
                  <a:lnTo>
                    <a:pt x="115232" y="63142"/>
                  </a:lnTo>
                  <a:lnTo>
                    <a:pt x="115232" y="109376"/>
                  </a:lnTo>
                  <a:cubicBezTo>
                    <a:pt x="107130" y="115833"/>
                    <a:pt x="98776" y="120706"/>
                    <a:pt x="90170" y="123995"/>
                  </a:cubicBezTo>
                  <a:cubicBezTo>
                    <a:pt x="81556" y="127224"/>
                    <a:pt x="72714" y="128834"/>
                    <a:pt x="63655" y="128834"/>
                  </a:cubicBezTo>
                  <a:cubicBezTo>
                    <a:pt x="51411" y="128834"/>
                    <a:pt x="40281" y="126232"/>
                    <a:pt x="30257" y="121019"/>
                  </a:cubicBezTo>
                  <a:cubicBezTo>
                    <a:pt x="20284" y="115746"/>
                    <a:pt x="12748" y="108158"/>
                    <a:pt x="7649" y="98246"/>
                  </a:cubicBezTo>
                  <a:cubicBezTo>
                    <a:pt x="2549" y="88326"/>
                    <a:pt x="0" y="77248"/>
                    <a:pt x="0" y="65013"/>
                  </a:cubicBezTo>
                  <a:cubicBezTo>
                    <a:pt x="0" y="52891"/>
                    <a:pt x="2523" y="41587"/>
                    <a:pt x="7562" y="31110"/>
                  </a:cubicBezTo>
                  <a:cubicBezTo>
                    <a:pt x="12661" y="20572"/>
                    <a:pt x="19971" y="12749"/>
                    <a:pt x="29491" y="7649"/>
                  </a:cubicBezTo>
                  <a:cubicBezTo>
                    <a:pt x="39011" y="2550"/>
                    <a:pt x="49967" y="0"/>
                    <a:pt x="62376" y="0"/>
                  </a:cubicBezTo>
                  <a:cubicBezTo>
                    <a:pt x="71383" y="0"/>
                    <a:pt x="79519" y="1479"/>
                    <a:pt x="86768" y="4421"/>
                  </a:cubicBezTo>
                  <a:cubicBezTo>
                    <a:pt x="94077" y="7310"/>
                    <a:pt x="99795" y="11365"/>
                    <a:pt x="103937" y="16577"/>
                  </a:cubicBezTo>
                  <a:cubicBezTo>
                    <a:pt x="108071" y="21790"/>
                    <a:pt x="111212" y="28586"/>
                    <a:pt x="113370" y="36975"/>
                  </a:cubicBezTo>
                  <a:lnTo>
                    <a:pt x="98498" y="41048"/>
                  </a:lnTo>
                  <a:cubicBezTo>
                    <a:pt x="96627" y="34704"/>
                    <a:pt x="94304" y="29718"/>
                    <a:pt x="91528" y="26097"/>
                  </a:cubicBezTo>
                  <a:cubicBezTo>
                    <a:pt x="88752" y="22469"/>
                    <a:pt x="84784" y="19580"/>
                    <a:pt x="79632" y="17421"/>
                  </a:cubicBezTo>
                  <a:cubicBezTo>
                    <a:pt x="74472" y="15220"/>
                    <a:pt x="68755" y="14115"/>
                    <a:pt x="62463" y="14115"/>
                  </a:cubicBezTo>
                  <a:cubicBezTo>
                    <a:pt x="54927" y="14115"/>
                    <a:pt x="48409" y="15272"/>
                    <a:pt x="42918" y="17596"/>
                  </a:cubicBezTo>
                  <a:cubicBezTo>
                    <a:pt x="37419" y="19858"/>
                    <a:pt x="32972" y="22860"/>
                    <a:pt x="29578" y="26602"/>
                  </a:cubicBezTo>
                  <a:cubicBezTo>
                    <a:pt x="26236" y="30344"/>
                    <a:pt x="23626" y="34451"/>
                    <a:pt x="21755" y="38924"/>
                  </a:cubicBezTo>
                  <a:cubicBezTo>
                    <a:pt x="18587" y="46634"/>
                    <a:pt x="16995" y="54988"/>
                    <a:pt x="16995" y="63995"/>
                  </a:cubicBezTo>
                  <a:cubicBezTo>
                    <a:pt x="16995" y="75099"/>
                    <a:pt x="18892" y="84392"/>
                    <a:pt x="22695" y="91867"/>
                  </a:cubicBezTo>
                  <a:cubicBezTo>
                    <a:pt x="26541" y="99342"/>
                    <a:pt x="32128" y="104894"/>
                    <a:pt x="39429" y="108523"/>
                  </a:cubicBezTo>
                  <a:cubicBezTo>
                    <a:pt x="46738" y="112152"/>
                    <a:pt x="54501" y="113962"/>
                    <a:pt x="62715" y="113962"/>
                  </a:cubicBezTo>
                  <a:cubicBezTo>
                    <a:pt x="69860" y="113962"/>
                    <a:pt x="76822" y="112604"/>
                    <a:pt x="83626" y="109881"/>
                  </a:cubicBezTo>
                  <a:cubicBezTo>
                    <a:pt x="90423" y="107105"/>
                    <a:pt x="95574" y="104163"/>
                    <a:pt x="99090" y="101048"/>
                  </a:cubicBezTo>
                  <a:lnTo>
                    <a:pt x="99090" y="77848"/>
                  </a:lnTo>
                  <a:lnTo>
                    <a:pt x="62463" y="77848"/>
                  </a:lnTo>
                  <a:close/>
                  <a:moveTo>
                    <a:pt x="139624" y="126710"/>
                  </a:moveTo>
                  <a:lnTo>
                    <a:pt x="139624" y="2132"/>
                  </a:lnTo>
                  <a:lnTo>
                    <a:pt x="186624" y="2132"/>
                  </a:lnTo>
                  <a:cubicBezTo>
                    <a:pt x="194891" y="2132"/>
                    <a:pt x="201208" y="2524"/>
                    <a:pt x="205568" y="3316"/>
                  </a:cubicBezTo>
                  <a:cubicBezTo>
                    <a:pt x="211685" y="4342"/>
                    <a:pt x="216819" y="6292"/>
                    <a:pt x="220953" y="9181"/>
                  </a:cubicBezTo>
                  <a:cubicBezTo>
                    <a:pt x="225086" y="12018"/>
                    <a:pt x="228402" y="16012"/>
                    <a:pt x="230891" y="21163"/>
                  </a:cubicBezTo>
                  <a:cubicBezTo>
                    <a:pt x="233441" y="26324"/>
                    <a:pt x="234720" y="31989"/>
                    <a:pt x="234720" y="38158"/>
                  </a:cubicBezTo>
                  <a:cubicBezTo>
                    <a:pt x="234720" y="48758"/>
                    <a:pt x="231343" y="57738"/>
                    <a:pt x="224608" y="65100"/>
                  </a:cubicBezTo>
                  <a:cubicBezTo>
                    <a:pt x="217864" y="72410"/>
                    <a:pt x="205681" y="76064"/>
                    <a:pt x="188068" y="76064"/>
                  </a:cubicBezTo>
                  <a:lnTo>
                    <a:pt x="156114" y="76064"/>
                  </a:lnTo>
                  <a:lnTo>
                    <a:pt x="156114" y="126710"/>
                  </a:lnTo>
                  <a:lnTo>
                    <a:pt x="139624" y="126710"/>
                  </a:lnTo>
                  <a:close/>
                  <a:moveTo>
                    <a:pt x="156114" y="61358"/>
                  </a:moveTo>
                  <a:lnTo>
                    <a:pt x="188321" y="61358"/>
                  </a:lnTo>
                  <a:cubicBezTo>
                    <a:pt x="198972" y="61358"/>
                    <a:pt x="206534" y="59374"/>
                    <a:pt x="211007" y="55415"/>
                  </a:cubicBezTo>
                  <a:cubicBezTo>
                    <a:pt x="215488" y="51446"/>
                    <a:pt x="217724" y="45869"/>
                    <a:pt x="217724" y="38672"/>
                  </a:cubicBezTo>
                  <a:cubicBezTo>
                    <a:pt x="217724" y="33459"/>
                    <a:pt x="216393" y="29013"/>
                    <a:pt x="213730" y="25332"/>
                  </a:cubicBezTo>
                  <a:cubicBezTo>
                    <a:pt x="211120" y="21590"/>
                    <a:pt x="207665" y="19127"/>
                    <a:pt x="203357" y="17935"/>
                  </a:cubicBezTo>
                  <a:cubicBezTo>
                    <a:pt x="200582" y="17195"/>
                    <a:pt x="195456" y="16830"/>
                    <a:pt x="187981" y="16830"/>
                  </a:cubicBezTo>
                  <a:lnTo>
                    <a:pt x="156114" y="16830"/>
                  </a:lnTo>
                  <a:lnTo>
                    <a:pt x="156114" y="61358"/>
                  </a:lnTo>
                  <a:close/>
                  <a:moveTo>
                    <a:pt x="287410" y="126710"/>
                  </a:moveTo>
                  <a:lnTo>
                    <a:pt x="287410" y="16830"/>
                  </a:lnTo>
                  <a:lnTo>
                    <a:pt x="246363" y="16830"/>
                  </a:lnTo>
                  <a:lnTo>
                    <a:pt x="246363" y="2132"/>
                  </a:lnTo>
                  <a:lnTo>
                    <a:pt x="345105" y="2132"/>
                  </a:lnTo>
                  <a:lnTo>
                    <a:pt x="345105" y="16830"/>
                  </a:lnTo>
                  <a:lnTo>
                    <a:pt x="303892" y="16830"/>
                  </a:lnTo>
                  <a:lnTo>
                    <a:pt x="303892" y="126710"/>
                  </a:lnTo>
                  <a:lnTo>
                    <a:pt x="287410" y="126710"/>
                  </a:lnTo>
                  <a:close/>
                  <a:moveTo>
                    <a:pt x="344513" y="89318"/>
                  </a:moveTo>
                  <a:lnTo>
                    <a:pt x="344513" y="73941"/>
                  </a:lnTo>
                  <a:lnTo>
                    <a:pt x="391504" y="73941"/>
                  </a:lnTo>
                  <a:lnTo>
                    <a:pt x="391504" y="89318"/>
                  </a:lnTo>
                  <a:lnTo>
                    <a:pt x="344513" y="89318"/>
                  </a:lnTo>
                  <a:close/>
                  <a:moveTo>
                    <a:pt x="404252" y="93825"/>
                  </a:moveTo>
                  <a:lnTo>
                    <a:pt x="419551" y="91780"/>
                  </a:lnTo>
                  <a:cubicBezTo>
                    <a:pt x="421309" y="100448"/>
                    <a:pt x="424285" y="106713"/>
                    <a:pt x="428505" y="110568"/>
                  </a:cubicBezTo>
                  <a:cubicBezTo>
                    <a:pt x="432682" y="114362"/>
                    <a:pt x="437903" y="116259"/>
                    <a:pt x="443908" y="116259"/>
                  </a:cubicBezTo>
                  <a:cubicBezTo>
                    <a:pt x="451130" y="116259"/>
                    <a:pt x="457222" y="113762"/>
                    <a:pt x="462095" y="108775"/>
                  </a:cubicBezTo>
                  <a:cubicBezTo>
                    <a:pt x="467142" y="103798"/>
                    <a:pt x="469579" y="97619"/>
                    <a:pt x="469579" y="90258"/>
                  </a:cubicBezTo>
                  <a:cubicBezTo>
                    <a:pt x="469579" y="83226"/>
                    <a:pt x="467316" y="77448"/>
                    <a:pt x="462704" y="72914"/>
                  </a:cubicBezTo>
                  <a:cubicBezTo>
                    <a:pt x="458092" y="68328"/>
                    <a:pt x="452262" y="66031"/>
                    <a:pt x="445213" y="66031"/>
                  </a:cubicBezTo>
                  <a:cubicBezTo>
                    <a:pt x="442341" y="66031"/>
                    <a:pt x="438687" y="66597"/>
                    <a:pt x="434423" y="67737"/>
                  </a:cubicBezTo>
                  <a:lnTo>
                    <a:pt x="436163" y="54309"/>
                  </a:lnTo>
                  <a:cubicBezTo>
                    <a:pt x="437120" y="54422"/>
                    <a:pt x="437990" y="54475"/>
                    <a:pt x="438600" y="54475"/>
                  </a:cubicBezTo>
                  <a:cubicBezTo>
                    <a:pt x="445126" y="54475"/>
                    <a:pt x="450956" y="52778"/>
                    <a:pt x="456178" y="49375"/>
                  </a:cubicBezTo>
                  <a:cubicBezTo>
                    <a:pt x="461399" y="45982"/>
                    <a:pt x="464009" y="40734"/>
                    <a:pt x="464009" y="33660"/>
                  </a:cubicBezTo>
                  <a:cubicBezTo>
                    <a:pt x="464009" y="28047"/>
                    <a:pt x="462095" y="23400"/>
                    <a:pt x="458266" y="19719"/>
                  </a:cubicBezTo>
                  <a:cubicBezTo>
                    <a:pt x="454524" y="16038"/>
                    <a:pt x="449564" y="14193"/>
                    <a:pt x="443560" y="14193"/>
                  </a:cubicBezTo>
                  <a:cubicBezTo>
                    <a:pt x="437642" y="14193"/>
                    <a:pt x="432682" y="16064"/>
                    <a:pt x="428766" y="19806"/>
                  </a:cubicBezTo>
                  <a:cubicBezTo>
                    <a:pt x="424763" y="23548"/>
                    <a:pt x="422214" y="29152"/>
                    <a:pt x="421082" y="36627"/>
                  </a:cubicBezTo>
                  <a:lnTo>
                    <a:pt x="405784" y="33912"/>
                  </a:lnTo>
                  <a:cubicBezTo>
                    <a:pt x="407655" y="23661"/>
                    <a:pt x="411902" y="15725"/>
                    <a:pt x="418533" y="10121"/>
                  </a:cubicBezTo>
                  <a:cubicBezTo>
                    <a:pt x="425199" y="4456"/>
                    <a:pt x="433379" y="1619"/>
                    <a:pt x="443298" y="1619"/>
                  </a:cubicBezTo>
                  <a:cubicBezTo>
                    <a:pt x="450086" y="1619"/>
                    <a:pt x="456351" y="3089"/>
                    <a:pt x="462008" y="6039"/>
                  </a:cubicBezTo>
                  <a:cubicBezTo>
                    <a:pt x="467751" y="8928"/>
                    <a:pt x="472102" y="12896"/>
                    <a:pt x="475148" y="17935"/>
                  </a:cubicBezTo>
                  <a:cubicBezTo>
                    <a:pt x="478194" y="22973"/>
                    <a:pt x="479760" y="28334"/>
                    <a:pt x="479760" y="33999"/>
                  </a:cubicBezTo>
                  <a:cubicBezTo>
                    <a:pt x="479760" y="39377"/>
                    <a:pt x="478281" y="44276"/>
                    <a:pt x="475409" y="48697"/>
                  </a:cubicBezTo>
                  <a:cubicBezTo>
                    <a:pt x="472538" y="53117"/>
                    <a:pt x="468187" y="56633"/>
                    <a:pt x="462530" y="59235"/>
                  </a:cubicBezTo>
                  <a:cubicBezTo>
                    <a:pt x="469927" y="60932"/>
                    <a:pt x="475670" y="64473"/>
                    <a:pt x="479760" y="69860"/>
                  </a:cubicBezTo>
                  <a:cubicBezTo>
                    <a:pt x="483763" y="75186"/>
                    <a:pt x="485851" y="81869"/>
                    <a:pt x="485851" y="89909"/>
                  </a:cubicBezTo>
                  <a:cubicBezTo>
                    <a:pt x="485851" y="100787"/>
                    <a:pt x="481849" y="110028"/>
                    <a:pt x="473930" y="117617"/>
                  </a:cubicBezTo>
                  <a:cubicBezTo>
                    <a:pt x="466011" y="125153"/>
                    <a:pt x="456004" y="128921"/>
                    <a:pt x="443821" y="128921"/>
                  </a:cubicBezTo>
                  <a:cubicBezTo>
                    <a:pt x="432943" y="128921"/>
                    <a:pt x="423832" y="125666"/>
                    <a:pt x="416575" y="119148"/>
                  </a:cubicBezTo>
                  <a:cubicBezTo>
                    <a:pt x="409378" y="112630"/>
                    <a:pt x="405271" y="104189"/>
                    <a:pt x="404252" y="93825"/>
                  </a:cubicBez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A7F93B8-FF59-9411-3611-0E91B3051D7C}"/>
              </a:ext>
            </a:extLst>
          </p:cNvPr>
          <p:cNvGrpSpPr/>
          <p:nvPr/>
        </p:nvGrpSpPr>
        <p:grpSpPr>
          <a:xfrm>
            <a:off x="6970782" y="3694658"/>
            <a:ext cx="1218284" cy="1740406"/>
            <a:chOff x="6970782" y="3694658"/>
            <a:chExt cx="1218284" cy="1740406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E95CBFB-01FF-1312-7A93-68A467665A49}"/>
                </a:ext>
              </a:extLst>
            </p:cNvPr>
            <p:cNvSpPr/>
            <p:nvPr/>
          </p:nvSpPr>
          <p:spPr>
            <a:xfrm>
              <a:off x="7666944" y="3694658"/>
              <a:ext cx="8702" cy="1348814"/>
            </a:xfrm>
            <a:custGeom>
              <a:avLst/>
              <a:gdLst>
                <a:gd name="csX0" fmla="*/ 0 w 8702"/>
                <a:gd name="csY0" fmla="*/ 0 h 1348814"/>
                <a:gd name="csX1" fmla="*/ 0 w 8702"/>
                <a:gd name="csY1" fmla="*/ 1348815 h 1348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1348814">
                  <a:moveTo>
                    <a:pt x="0" y="0"/>
                  </a:moveTo>
                  <a:lnTo>
                    <a:pt x="0" y="1348815"/>
                  </a:lnTo>
                </a:path>
              </a:pathLst>
            </a:custGeom>
            <a:noFill/>
            <a:ln w="17404" cap="flat">
              <a:solidFill>
                <a:srgbClr val="B05050"/>
              </a:solidFill>
              <a:prstDash val="solid"/>
              <a:miter/>
            </a:ln>
          </p:spPr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73BB556-6DBF-6B68-DFAD-13AA161B45B4}"/>
                </a:ext>
              </a:extLst>
            </p:cNvPr>
            <p:cNvSpPr/>
            <p:nvPr/>
          </p:nvSpPr>
          <p:spPr>
            <a:xfrm>
              <a:off x="6970782" y="5043473"/>
              <a:ext cx="1218284" cy="391591"/>
            </a:xfrm>
            <a:custGeom>
              <a:avLst/>
              <a:gdLst>
                <a:gd name="csX0" fmla="*/ 1166072 w 1218284"/>
                <a:gd name="csY0" fmla="*/ 0 h 391591"/>
                <a:gd name="csX1" fmla="*/ 52212 w 1218284"/>
                <a:gd name="csY1" fmla="*/ 0 h 391591"/>
                <a:gd name="csX2" fmla="*/ 0 w 1218284"/>
                <a:gd name="csY2" fmla="*/ 52212 h 391591"/>
                <a:gd name="csX3" fmla="*/ 0 w 1218284"/>
                <a:gd name="csY3" fmla="*/ 339379 h 391591"/>
                <a:gd name="csX4" fmla="*/ 52212 w 1218284"/>
                <a:gd name="csY4" fmla="*/ 391591 h 391591"/>
                <a:gd name="csX5" fmla="*/ 1166072 w 1218284"/>
                <a:gd name="csY5" fmla="*/ 391591 h 391591"/>
                <a:gd name="csX6" fmla="*/ 1218284 w 1218284"/>
                <a:gd name="csY6" fmla="*/ 339379 h 391591"/>
                <a:gd name="csX7" fmla="*/ 1218284 w 1218284"/>
                <a:gd name="csY7" fmla="*/ 52212 h 391591"/>
                <a:gd name="csX8" fmla="*/ 1166072 w 1218284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18284" h="391591">
                  <a:moveTo>
                    <a:pt x="1166072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373" y="391591"/>
                    <a:pt x="52212" y="391591"/>
                  </a:cubicBezTo>
                  <a:lnTo>
                    <a:pt x="1166072" y="391591"/>
                  </a:lnTo>
                  <a:cubicBezTo>
                    <a:pt x="1194911" y="391591"/>
                    <a:pt x="1218284" y="368218"/>
                    <a:pt x="1218284" y="339379"/>
                  </a:cubicBezTo>
                  <a:lnTo>
                    <a:pt x="1218284" y="52212"/>
                  </a:lnTo>
                  <a:cubicBezTo>
                    <a:pt x="1218284" y="23374"/>
                    <a:pt x="1194911" y="0"/>
                    <a:pt x="1166072" y="0"/>
                  </a:cubicBezTo>
                  <a:close/>
                </a:path>
              </a:pathLst>
            </a:custGeom>
            <a:solidFill>
              <a:srgbClr val="5070B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3ECDA08-D30B-F442-D0D3-D28CF1861604}"/>
                </a:ext>
              </a:extLst>
            </p:cNvPr>
            <p:cNvSpPr/>
            <p:nvPr/>
          </p:nvSpPr>
          <p:spPr>
            <a:xfrm>
              <a:off x="7212976" y="5149498"/>
              <a:ext cx="740099" cy="126614"/>
            </a:xfrm>
            <a:custGeom>
              <a:avLst/>
              <a:gdLst>
                <a:gd name="csX0" fmla="*/ 0 w 740099"/>
                <a:gd name="csY0" fmla="*/ 124578 h 126614"/>
                <a:gd name="csX1" fmla="*/ 0 w 740099"/>
                <a:gd name="csY1" fmla="*/ 0 h 126614"/>
                <a:gd name="csX2" fmla="*/ 55241 w 740099"/>
                <a:gd name="csY2" fmla="*/ 0 h 126614"/>
                <a:gd name="csX3" fmla="*/ 80564 w 740099"/>
                <a:gd name="csY3" fmla="*/ 3394 h 126614"/>
                <a:gd name="csX4" fmla="*/ 94417 w 740099"/>
                <a:gd name="csY4" fmla="*/ 15211 h 126614"/>
                <a:gd name="csX5" fmla="*/ 99595 w 740099"/>
                <a:gd name="csY5" fmla="*/ 33990 h 126614"/>
                <a:gd name="csX6" fmla="*/ 91015 w 740099"/>
                <a:gd name="csY6" fmla="*/ 56337 h 126614"/>
                <a:gd name="csX7" fmla="*/ 64500 w 740099"/>
                <a:gd name="csY7" fmla="*/ 67893 h 126614"/>
                <a:gd name="csX8" fmla="*/ 74446 w 740099"/>
                <a:gd name="csY8" fmla="*/ 74098 h 126614"/>
                <a:gd name="csX9" fmla="*/ 88126 w 740099"/>
                <a:gd name="csY9" fmla="*/ 90675 h 126614"/>
                <a:gd name="csX10" fmla="*/ 109794 w 740099"/>
                <a:gd name="csY10" fmla="*/ 124578 h 126614"/>
                <a:gd name="csX11" fmla="*/ 89057 w 740099"/>
                <a:gd name="csY11" fmla="*/ 124578 h 126614"/>
                <a:gd name="csX12" fmla="*/ 72575 w 740099"/>
                <a:gd name="csY12" fmla="*/ 98655 h 126614"/>
                <a:gd name="csX13" fmla="*/ 60679 w 740099"/>
                <a:gd name="csY13" fmla="*/ 81495 h 126614"/>
                <a:gd name="csX14" fmla="*/ 52265 w 740099"/>
                <a:gd name="csY14" fmla="*/ 73167 h 126614"/>
                <a:gd name="csX15" fmla="*/ 44790 w 740099"/>
                <a:gd name="csY15" fmla="*/ 69851 h 126614"/>
                <a:gd name="csX16" fmla="*/ 35609 w 740099"/>
                <a:gd name="csY16" fmla="*/ 69260 h 126614"/>
                <a:gd name="csX17" fmla="*/ 16491 w 740099"/>
                <a:gd name="csY17" fmla="*/ 69260 h 126614"/>
                <a:gd name="csX18" fmla="*/ 16491 w 740099"/>
                <a:gd name="csY18" fmla="*/ 124578 h 126614"/>
                <a:gd name="csX19" fmla="*/ 0 w 740099"/>
                <a:gd name="csY19" fmla="*/ 124578 h 126614"/>
                <a:gd name="csX20" fmla="*/ 16491 w 740099"/>
                <a:gd name="csY20" fmla="*/ 54980 h 126614"/>
                <a:gd name="csX21" fmla="*/ 51925 w 740099"/>
                <a:gd name="csY21" fmla="*/ 54980 h 126614"/>
                <a:gd name="csX22" fmla="*/ 69599 w 740099"/>
                <a:gd name="csY22" fmla="*/ 52682 h 126614"/>
                <a:gd name="csX23" fmla="*/ 79284 w 740099"/>
                <a:gd name="csY23" fmla="*/ 45207 h 126614"/>
                <a:gd name="csX24" fmla="*/ 82600 w 740099"/>
                <a:gd name="csY24" fmla="*/ 33990 h 126614"/>
                <a:gd name="csX25" fmla="*/ 76143 w 740099"/>
                <a:gd name="csY25" fmla="*/ 19458 h 126614"/>
                <a:gd name="csX26" fmla="*/ 55919 w 740099"/>
                <a:gd name="csY26" fmla="*/ 13767 h 126614"/>
                <a:gd name="csX27" fmla="*/ 16491 w 740099"/>
                <a:gd name="csY27" fmla="*/ 13767 h 126614"/>
                <a:gd name="csX28" fmla="*/ 16491 w 740099"/>
                <a:gd name="csY28" fmla="*/ 54980 h 126614"/>
                <a:gd name="csX29" fmla="*/ 117869 w 740099"/>
                <a:gd name="csY29" fmla="*/ 79450 h 126614"/>
                <a:gd name="csX30" fmla="*/ 131810 w 740099"/>
                <a:gd name="csY30" fmla="*/ 42318 h 126614"/>
                <a:gd name="csX31" fmla="*/ 160187 w 740099"/>
                <a:gd name="csY31" fmla="*/ 32293 h 126614"/>
                <a:gd name="csX32" fmla="*/ 190610 w 740099"/>
                <a:gd name="csY32" fmla="*/ 44528 h 126614"/>
                <a:gd name="csX33" fmla="*/ 202427 w 740099"/>
                <a:gd name="csY33" fmla="*/ 78179 h 126614"/>
                <a:gd name="csX34" fmla="*/ 197153 w 740099"/>
                <a:gd name="csY34" fmla="*/ 105625 h 126614"/>
                <a:gd name="csX35" fmla="*/ 181942 w 740099"/>
                <a:gd name="csY35" fmla="*/ 121098 h 126614"/>
                <a:gd name="csX36" fmla="*/ 160187 w 740099"/>
                <a:gd name="csY36" fmla="*/ 126615 h 126614"/>
                <a:gd name="csX37" fmla="*/ 129513 w 740099"/>
                <a:gd name="csY37" fmla="*/ 114467 h 126614"/>
                <a:gd name="csX38" fmla="*/ 117869 w 740099"/>
                <a:gd name="csY38" fmla="*/ 79450 h 126614"/>
                <a:gd name="csX39" fmla="*/ 133594 w 740099"/>
                <a:gd name="csY39" fmla="*/ 79450 h 126614"/>
                <a:gd name="csX40" fmla="*/ 141156 w 740099"/>
                <a:gd name="csY40" fmla="*/ 105460 h 126614"/>
                <a:gd name="csX41" fmla="*/ 160187 w 740099"/>
                <a:gd name="csY41" fmla="*/ 114040 h 126614"/>
                <a:gd name="csX42" fmla="*/ 179141 w 740099"/>
                <a:gd name="csY42" fmla="*/ 105373 h 126614"/>
                <a:gd name="csX43" fmla="*/ 186702 w 740099"/>
                <a:gd name="csY43" fmla="*/ 78945 h 126614"/>
                <a:gd name="csX44" fmla="*/ 179053 w 740099"/>
                <a:gd name="csY44" fmla="*/ 53622 h 126614"/>
                <a:gd name="csX45" fmla="*/ 160187 w 740099"/>
                <a:gd name="csY45" fmla="*/ 44955 h 126614"/>
                <a:gd name="csX46" fmla="*/ 141156 w 740099"/>
                <a:gd name="csY46" fmla="*/ 53535 h 126614"/>
                <a:gd name="csX47" fmla="*/ 133594 w 740099"/>
                <a:gd name="csY47" fmla="*/ 79450 h 126614"/>
                <a:gd name="csX48" fmla="*/ 221719 w 740099"/>
                <a:gd name="csY48" fmla="*/ 124578 h 126614"/>
                <a:gd name="csX49" fmla="*/ 221719 w 740099"/>
                <a:gd name="csY49" fmla="*/ 0 h 126614"/>
                <a:gd name="csX50" fmla="*/ 268458 w 740099"/>
                <a:gd name="csY50" fmla="*/ 0 h 126614"/>
                <a:gd name="csX51" fmla="*/ 291318 w 740099"/>
                <a:gd name="csY51" fmla="*/ 3820 h 126614"/>
                <a:gd name="csX52" fmla="*/ 304824 w 740099"/>
                <a:gd name="csY52" fmla="*/ 15464 h 126614"/>
                <a:gd name="csX53" fmla="*/ 309758 w 740099"/>
                <a:gd name="csY53" fmla="*/ 31867 h 126614"/>
                <a:gd name="csX54" fmla="*/ 305424 w 740099"/>
                <a:gd name="csY54" fmla="*/ 46904 h 126614"/>
                <a:gd name="csX55" fmla="*/ 292336 w 740099"/>
                <a:gd name="csY55" fmla="*/ 58295 h 126614"/>
                <a:gd name="csX56" fmla="*/ 309671 w 740099"/>
                <a:gd name="csY56" fmla="*/ 69599 h 126614"/>
                <a:gd name="csX57" fmla="*/ 315788 w 740099"/>
                <a:gd name="csY57" fmla="*/ 88465 h 126614"/>
                <a:gd name="csX58" fmla="*/ 312046 w 740099"/>
                <a:gd name="csY58" fmla="*/ 104781 h 126614"/>
                <a:gd name="csX59" fmla="*/ 302953 w 740099"/>
                <a:gd name="csY59" fmla="*/ 116338 h 126614"/>
                <a:gd name="csX60" fmla="*/ 289273 w 740099"/>
                <a:gd name="csY60" fmla="*/ 122542 h 126614"/>
                <a:gd name="csX61" fmla="*/ 269224 w 740099"/>
                <a:gd name="csY61" fmla="*/ 124578 h 126614"/>
                <a:gd name="csX62" fmla="*/ 221719 w 740099"/>
                <a:gd name="csY62" fmla="*/ 124578 h 126614"/>
                <a:gd name="csX63" fmla="*/ 238201 w 740099"/>
                <a:gd name="csY63" fmla="*/ 52343 h 126614"/>
                <a:gd name="csX64" fmla="*/ 265143 w 740099"/>
                <a:gd name="csY64" fmla="*/ 52343 h 126614"/>
                <a:gd name="csX65" fmla="*/ 280858 w 740099"/>
                <a:gd name="csY65" fmla="*/ 50898 h 126614"/>
                <a:gd name="csX66" fmla="*/ 290291 w 740099"/>
                <a:gd name="csY66" fmla="*/ 44694 h 126614"/>
                <a:gd name="csX67" fmla="*/ 293520 w 740099"/>
                <a:gd name="csY67" fmla="*/ 33816 h 126614"/>
                <a:gd name="csX68" fmla="*/ 290552 w 740099"/>
                <a:gd name="csY68" fmla="*/ 22939 h 126614"/>
                <a:gd name="csX69" fmla="*/ 282051 w 740099"/>
                <a:gd name="csY69" fmla="*/ 16482 h 126614"/>
                <a:gd name="csX70" fmla="*/ 263097 w 740099"/>
                <a:gd name="csY70" fmla="*/ 14698 h 126614"/>
                <a:gd name="csX71" fmla="*/ 238201 w 740099"/>
                <a:gd name="csY71" fmla="*/ 14698 h 126614"/>
                <a:gd name="csX72" fmla="*/ 238201 w 740099"/>
                <a:gd name="csY72" fmla="*/ 52343 h 126614"/>
                <a:gd name="csX73" fmla="*/ 238201 w 740099"/>
                <a:gd name="csY73" fmla="*/ 109881 h 126614"/>
                <a:gd name="csX74" fmla="*/ 269224 w 740099"/>
                <a:gd name="csY74" fmla="*/ 109881 h 126614"/>
                <a:gd name="csX75" fmla="*/ 280441 w 740099"/>
                <a:gd name="csY75" fmla="*/ 109280 h 126614"/>
                <a:gd name="csX76" fmla="*/ 289952 w 740099"/>
                <a:gd name="csY76" fmla="*/ 105886 h 126614"/>
                <a:gd name="csX77" fmla="*/ 296243 w 740099"/>
                <a:gd name="csY77" fmla="*/ 99003 h 126614"/>
                <a:gd name="csX78" fmla="*/ 298706 w 740099"/>
                <a:gd name="csY78" fmla="*/ 88465 h 126614"/>
                <a:gd name="csX79" fmla="*/ 295138 w 740099"/>
                <a:gd name="csY79" fmla="*/ 76395 h 126614"/>
                <a:gd name="csX80" fmla="*/ 285192 w 740099"/>
                <a:gd name="csY80" fmla="*/ 69172 h 126614"/>
                <a:gd name="csX81" fmla="*/ 267013 w 740099"/>
                <a:gd name="csY81" fmla="*/ 67049 h 126614"/>
                <a:gd name="csX82" fmla="*/ 238201 w 740099"/>
                <a:gd name="csY82" fmla="*/ 67049 h 126614"/>
                <a:gd name="csX83" fmla="*/ 238201 w 740099"/>
                <a:gd name="csY83" fmla="*/ 109881 h 126614"/>
                <a:gd name="csX84" fmla="*/ 338823 w 740099"/>
                <a:gd name="csY84" fmla="*/ 124578 h 126614"/>
                <a:gd name="csX85" fmla="*/ 338823 w 740099"/>
                <a:gd name="csY85" fmla="*/ 0 h 126614"/>
                <a:gd name="csX86" fmla="*/ 428897 w 740099"/>
                <a:gd name="csY86" fmla="*/ 0 h 126614"/>
                <a:gd name="csX87" fmla="*/ 428897 w 740099"/>
                <a:gd name="csY87" fmla="*/ 14698 h 126614"/>
                <a:gd name="csX88" fmla="*/ 355304 w 740099"/>
                <a:gd name="csY88" fmla="*/ 14698 h 126614"/>
                <a:gd name="csX89" fmla="*/ 355304 w 740099"/>
                <a:gd name="csY89" fmla="*/ 52856 h 126614"/>
                <a:gd name="csX90" fmla="*/ 424224 w 740099"/>
                <a:gd name="csY90" fmla="*/ 52856 h 126614"/>
                <a:gd name="csX91" fmla="*/ 424224 w 740099"/>
                <a:gd name="csY91" fmla="*/ 67476 h 126614"/>
                <a:gd name="csX92" fmla="*/ 355304 w 740099"/>
                <a:gd name="csY92" fmla="*/ 67476 h 126614"/>
                <a:gd name="csX93" fmla="*/ 355304 w 740099"/>
                <a:gd name="csY93" fmla="*/ 109881 h 126614"/>
                <a:gd name="csX94" fmla="*/ 431786 w 740099"/>
                <a:gd name="csY94" fmla="*/ 109881 h 126614"/>
                <a:gd name="csX95" fmla="*/ 431786 w 740099"/>
                <a:gd name="csY95" fmla="*/ 124578 h 126614"/>
                <a:gd name="csX96" fmla="*/ 338823 w 740099"/>
                <a:gd name="csY96" fmla="*/ 124578 h 126614"/>
                <a:gd name="csX97" fmla="*/ 454821 w 740099"/>
                <a:gd name="csY97" fmla="*/ 124578 h 126614"/>
                <a:gd name="csX98" fmla="*/ 454821 w 740099"/>
                <a:gd name="csY98" fmla="*/ 0 h 126614"/>
                <a:gd name="csX99" fmla="*/ 510052 w 740099"/>
                <a:gd name="csY99" fmla="*/ 0 h 126614"/>
                <a:gd name="csX100" fmla="*/ 535375 w 740099"/>
                <a:gd name="csY100" fmla="*/ 3394 h 126614"/>
                <a:gd name="csX101" fmla="*/ 549229 w 740099"/>
                <a:gd name="csY101" fmla="*/ 15211 h 126614"/>
                <a:gd name="csX102" fmla="*/ 554416 w 740099"/>
                <a:gd name="csY102" fmla="*/ 33990 h 126614"/>
                <a:gd name="csX103" fmla="*/ 545835 w 740099"/>
                <a:gd name="csY103" fmla="*/ 56337 h 126614"/>
                <a:gd name="csX104" fmla="*/ 519320 w 740099"/>
                <a:gd name="csY104" fmla="*/ 67893 h 126614"/>
                <a:gd name="csX105" fmla="*/ 529258 w 740099"/>
                <a:gd name="csY105" fmla="*/ 74098 h 126614"/>
                <a:gd name="csX106" fmla="*/ 542946 w 740099"/>
                <a:gd name="csY106" fmla="*/ 90675 h 126614"/>
                <a:gd name="csX107" fmla="*/ 564614 w 740099"/>
                <a:gd name="csY107" fmla="*/ 124578 h 126614"/>
                <a:gd name="csX108" fmla="*/ 543877 w 740099"/>
                <a:gd name="csY108" fmla="*/ 124578 h 126614"/>
                <a:gd name="csX109" fmla="*/ 527395 w 740099"/>
                <a:gd name="csY109" fmla="*/ 98655 h 126614"/>
                <a:gd name="csX110" fmla="*/ 515491 w 740099"/>
                <a:gd name="csY110" fmla="*/ 81495 h 126614"/>
                <a:gd name="csX111" fmla="*/ 507085 w 740099"/>
                <a:gd name="csY111" fmla="*/ 73167 h 126614"/>
                <a:gd name="csX112" fmla="*/ 499601 w 740099"/>
                <a:gd name="csY112" fmla="*/ 69851 h 126614"/>
                <a:gd name="csX113" fmla="*/ 490421 w 740099"/>
                <a:gd name="csY113" fmla="*/ 69260 h 126614"/>
                <a:gd name="csX114" fmla="*/ 471302 w 740099"/>
                <a:gd name="csY114" fmla="*/ 69260 h 126614"/>
                <a:gd name="csX115" fmla="*/ 471302 w 740099"/>
                <a:gd name="csY115" fmla="*/ 124578 h 126614"/>
                <a:gd name="csX116" fmla="*/ 454821 w 740099"/>
                <a:gd name="csY116" fmla="*/ 124578 h 126614"/>
                <a:gd name="csX117" fmla="*/ 471302 w 740099"/>
                <a:gd name="csY117" fmla="*/ 54980 h 126614"/>
                <a:gd name="csX118" fmla="*/ 506737 w 740099"/>
                <a:gd name="csY118" fmla="*/ 54980 h 126614"/>
                <a:gd name="csX119" fmla="*/ 524419 w 740099"/>
                <a:gd name="csY119" fmla="*/ 52682 h 126614"/>
                <a:gd name="csX120" fmla="*/ 534105 w 740099"/>
                <a:gd name="csY120" fmla="*/ 45207 h 126614"/>
                <a:gd name="csX121" fmla="*/ 537420 w 740099"/>
                <a:gd name="csY121" fmla="*/ 33990 h 126614"/>
                <a:gd name="csX122" fmla="*/ 530964 w 740099"/>
                <a:gd name="csY122" fmla="*/ 19458 h 126614"/>
                <a:gd name="csX123" fmla="*/ 510731 w 740099"/>
                <a:gd name="csY123" fmla="*/ 13767 h 126614"/>
                <a:gd name="csX124" fmla="*/ 471302 w 740099"/>
                <a:gd name="csY124" fmla="*/ 13767 h 126614"/>
                <a:gd name="csX125" fmla="*/ 471302 w 740099"/>
                <a:gd name="csY125" fmla="*/ 54980 h 126614"/>
                <a:gd name="csX126" fmla="*/ 608803 w 740099"/>
                <a:gd name="csY126" fmla="*/ 124578 h 126614"/>
                <a:gd name="csX127" fmla="*/ 608803 w 740099"/>
                <a:gd name="csY127" fmla="*/ 14698 h 126614"/>
                <a:gd name="csX128" fmla="*/ 567755 w 740099"/>
                <a:gd name="csY128" fmla="*/ 14698 h 126614"/>
                <a:gd name="csX129" fmla="*/ 567755 w 740099"/>
                <a:gd name="csY129" fmla="*/ 0 h 126614"/>
                <a:gd name="csX130" fmla="*/ 666506 w 740099"/>
                <a:gd name="csY130" fmla="*/ 0 h 126614"/>
                <a:gd name="csX131" fmla="*/ 666506 w 740099"/>
                <a:gd name="csY131" fmla="*/ 14698 h 126614"/>
                <a:gd name="csX132" fmla="*/ 625293 w 740099"/>
                <a:gd name="csY132" fmla="*/ 14698 h 126614"/>
                <a:gd name="csX133" fmla="*/ 625293 w 740099"/>
                <a:gd name="csY133" fmla="*/ 124578 h 126614"/>
                <a:gd name="csX134" fmla="*/ 608803 w 740099"/>
                <a:gd name="csY134" fmla="*/ 124578 h 126614"/>
                <a:gd name="csX135" fmla="*/ 721059 w 740099"/>
                <a:gd name="csY135" fmla="*/ 113449 h 126614"/>
                <a:gd name="csX136" fmla="*/ 704665 w 740099"/>
                <a:gd name="csY136" fmla="*/ 123647 h 126614"/>
                <a:gd name="csX137" fmla="*/ 687835 w 740099"/>
                <a:gd name="csY137" fmla="*/ 126615 h 126614"/>
                <a:gd name="csX138" fmla="*/ 664974 w 740099"/>
                <a:gd name="csY138" fmla="*/ 119392 h 126614"/>
                <a:gd name="csX139" fmla="*/ 656986 w 740099"/>
                <a:gd name="csY139" fmla="*/ 100787 h 126614"/>
                <a:gd name="csX140" fmla="*/ 659962 w 740099"/>
                <a:gd name="csY140" fmla="*/ 88717 h 126614"/>
                <a:gd name="csX141" fmla="*/ 667864 w 740099"/>
                <a:gd name="csY141" fmla="*/ 79876 h 126614"/>
                <a:gd name="csX142" fmla="*/ 678915 w 740099"/>
                <a:gd name="csY142" fmla="*/ 74864 h 126614"/>
                <a:gd name="csX143" fmla="*/ 692508 w 740099"/>
                <a:gd name="csY143" fmla="*/ 72566 h 126614"/>
                <a:gd name="csX144" fmla="*/ 719789 w 740099"/>
                <a:gd name="csY144" fmla="*/ 67302 h 126614"/>
                <a:gd name="csX145" fmla="*/ 719876 w 740099"/>
                <a:gd name="csY145" fmla="*/ 63307 h 126614"/>
                <a:gd name="csX146" fmla="*/ 715542 w 740099"/>
                <a:gd name="csY146" fmla="*/ 50133 h 126614"/>
                <a:gd name="csX147" fmla="*/ 698121 w 740099"/>
                <a:gd name="csY147" fmla="*/ 44955 h 126614"/>
                <a:gd name="csX148" fmla="*/ 682144 w 740099"/>
                <a:gd name="csY148" fmla="*/ 48775 h 126614"/>
                <a:gd name="csX149" fmla="*/ 674582 w 740099"/>
                <a:gd name="csY149" fmla="*/ 62115 h 126614"/>
                <a:gd name="csX150" fmla="*/ 659623 w 740099"/>
                <a:gd name="csY150" fmla="*/ 60079 h 126614"/>
                <a:gd name="csX151" fmla="*/ 666332 w 740099"/>
                <a:gd name="csY151" fmla="*/ 44615 h 126614"/>
                <a:gd name="csX152" fmla="*/ 679846 w 740099"/>
                <a:gd name="csY152" fmla="*/ 35522 h 126614"/>
                <a:gd name="csX153" fmla="*/ 700331 w 740099"/>
                <a:gd name="csY153" fmla="*/ 32293 h 126614"/>
                <a:gd name="csX154" fmla="*/ 719110 w 740099"/>
                <a:gd name="csY154" fmla="*/ 35008 h 126614"/>
                <a:gd name="csX155" fmla="*/ 729727 w 740099"/>
                <a:gd name="csY155" fmla="*/ 41892 h 126614"/>
                <a:gd name="csX156" fmla="*/ 734487 w 740099"/>
                <a:gd name="csY156" fmla="*/ 52256 h 126614"/>
                <a:gd name="csX157" fmla="*/ 735252 w 740099"/>
                <a:gd name="csY157" fmla="*/ 66371 h 126614"/>
                <a:gd name="csX158" fmla="*/ 735252 w 740099"/>
                <a:gd name="csY158" fmla="*/ 86759 h 126614"/>
                <a:gd name="csX159" fmla="*/ 736192 w 740099"/>
                <a:gd name="csY159" fmla="*/ 113788 h 126614"/>
                <a:gd name="csX160" fmla="*/ 740099 w 740099"/>
                <a:gd name="csY160" fmla="*/ 124578 h 126614"/>
                <a:gd name="csX161" fmla="*/ 724122 w 740099"/>
                <a:gd name="csY161" fmla="*/ 124578 h 126614"/>
                <a:gd name="csX162" fmla="*/ 721059 w 740099"/>
                <a:gd name="csY162" fmla="*/ 113449 h 126614"/>
                <a:gd name="csX163" fmla="*/ 719789 w 740099"/>
                <a:gd name="csY163" fmla="*/ 79284 h 126614"/>
                <a:gd name="csX164" fmla="*/ 694805 w 740099"/>
                <a:gd name="csY164" fmla="*/ 85063 h 126614"/>
                <a:gd name="csX165" fmla="*/ 681465 w 740099"/>
                <a:gd name="csY165" fmla="*/ 88126 h 126614"/>
                <a:gd name="csX166" fmla="*/ 675426 w 740099"/>
                <a:gd name="csY166" fmla="*/ 93138 h 126614"/>
                <a:gd name="csX167" fmla="*/ 673303 w 740099"/>
                <a:gd name="csY167" fmla="*/ 100361 h 126614"/>
                <a:gd name="csX168" fmla="*/ 677888 w 740099"/>
                <a:gd name="csY168" fmla="*/ 110559 h 126614"/>
                <a:gd name="csX169" fmla="*/ 691490 w 740099"/>
                <a:gd name="csY169" fmla="*/ 114632 h 126614"/>
                <a:gd name="csX170" fmla="*/ 707214 w 740099"/>
                <a:gd name="csY170" fmla="*/ 110812 h 126614"/>
                <a:gd name="csX171" fmla="*/ 717326 w 740099"/>
                <a:gd name="csY171" fmla="*/ 100186 h 126614"/>
                <a:gd name="csX172" fmla="*/ 719789 w 740099"/>
                <a:gd name="csY172" fmla="*/ 84888 h 126614"/>
                <a:gd name="csX173" fmla="*/ 719789 w 740099"/>
                <a:gd name="csY173" fmla="*/ 79284 h 126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</a:cxnLst>
              <a:rect l="l" t="t" r="r" b="b"/>
              <a:pathLst>
                <a:path w="740099" h="126614">
                  <a:moveTo>
                    <a:pt x="0" y="124578"/>
                  </a:moveTo>
                  <a:lnTo>
                    <a:pt x="0" y="0"/>
                  </a:lnTo>
                  <a:lnTo>
                    <a:pt x="55241" y="0"/>
                  </a:lnTo>
                  <a:cubicBezTo>
                    <a:pt x="66344" y="0"/>
                    <a:pt x="74786" y="1131"/>
                    <a:pt x="80564" y="3394"/>
                  </a:cubicBezTo>
                  <a:cubicBezTo>
                    <a:pt x="86342" y="5604"/>
                    <a:pt x="90962" y="9546"/>
                    <a:pt x="94417" y="15211"/>
                  </a:cubicBezTo>
                  <a:cubicBezTo>
                    <a:pt x="97872" y="20876"/>
                    <a:pt x="99595" y="27133"/>
                    <a:pt x="99595" y="33990"/>
                  </a:cubicBezTo>
                  <a:cubicBezTo>
                    <a:pt x="99595" y="42823"/>
                    <a:pt x="96741" y="50280"/>
                    <a:pt x="91015" y="56337"/>
                  </a:cubicBezTo>
                  <a:cubicBezTo>
                    <a:pt x="85289" y="62402"/>
                    <a:pt x="76456" y="66257"/>
                    <a:pt x="64500" y="67893"/>
                  </a:cubicBezTo>
                  <a:cubicBezTo>
                    <a:pt x="68859" y="69990"/>
                    <a:pt x="72175" y="72062"/>
                    <a:pt x="74446" y="74098"/>
                  </a:cubicBezTo>
                  <a:cubicBezTo>
                    <a:pt x="79258" y="78519"/>
                    <a:pt x="83818" y="84044"/>
                    <a:pt x="88126" y="90675"/>
                  </a:cubicBezTo>
                  <a:lnTo>
                    <a:pt x="109794" y="124578"/>
                  </a:lnTo>
                  <a:lnTo>
                    <a:pt x="89057" y="124578"/>
                  </a:lnTo>
                  <a:lnTo>
                    <a:pt x="72575" y="98655"/>
                  </a:lnTo>
                  <a:cubicBezTo>
                    <a:pt x="67754" y="91180"/>
                    <a:pt x="63795" y="85463"/>
                    <a:pt x="60679" y="81495"/>
                  </a:cubicBezTo>
                  <a:cubicBezTo>
                    <a:pt x="57564" y="77526"/>
                    <a:pt x="54754" y="74750"/>
                    <a:pt x="52265" y="73167"/>
                  </a:cubicBezTo>
                  <a:cubicBezTo>
                    <a:pt x="49828" y="71583"/>
                    <a:pt x="47331" y="70478"/>
                    <a:pt x="44790" y="69851"/>
                  </a:cubicBezTo>
                  <a:cubicBezTo>
                    <a:pt x="42918" y="69451"/>
                    <a:pt x="39855" y="69260"/>
                    <a:pt x="35609" y="69260"/>
                  </a:cubicBezTo>
                  <a:lnTo>
                    <a:pt x="16491" y="69260"/>
                  </a:lnTo>
                  <a:lnTo>
                    <a:pt x="16491" y="124578"/>
                  </a:lnTo>
                  <a:lnTo>
                    <a:pt x="0" y="124578"/>
                  </a:lnTo>
                  <a:close/>
                  <a:moveTo>
                    <a:pt x="16491" y="54980"/>
                  </a:moveTo>
                  <a:lnTo>
                    <a:pt x="51925" y="54980"/>
                  </a:lnTo>
                  <a:cubicBezTo>
                    <a:pt x="59461" y="54980"/>
                    <a:pt x="65352" y="54214"/>
                    <a:pt x="69599" y="52682"/>
                  </a:cubicBezTo>
                  <a:cubicBezTo>
                    <a:pt x="73846" y="51098"/>
                    <a:pt x="77074" y="48610"/>
                    <a:pt x="79284" y="45207"/>
                  </a:cubicBezTo>
                  <a:cubicBezTo>
                    <a:pt x="81495" y="41752"/>
                    <a:pt x="82600" y="38011"/>
                    <a:pt x="82600" y="33990"/>
                  </a:cubicBezTo>
                  <a:cubicBezTo>
                    <a:pt x="82600" y="28099"/>
                    <a:pt x="80451" y="23252"/>
                    <a:pt x="76143" y="19458"/>
                  </a:cubicBezTo>
                  <a:cubicBezTo>
                    <a:pt x="71896" y="15664"/>
                    <a:pt x="65152" y="13767"/>
                    <a:pt x="55919" y="13767"/>
                  </a:cubicBezTo>
                  <a:lnTo>
                    <a:pt x="16491" y="13767"/>
                  </a:lnTo>
                  <a:lnTo>
                    <a:pt x="16491" y="54980"/>
                  </a:lnTo>
                  <a:close/>
                  <a:moveTo>
                    <a:pt x="117869" y="79450"/>
                  </a:moveTo>
                  <a:cubicBezTo>
                    <a:pt x="117869" y="62742"/>
                    <a:pt x="122516" y="50359"/>
                    <a:pt x="131810" y="42318"/>
                  </a:cubicBezTo>
                  <a:cubicBezTo>
                    <a:pt x="139563" y="35635"/>
                    <a:pt x="149031" y="32293"/>
                    <a:pt x="160187" y="32293"/>
                  </a:cubicBezTo>
                  <a:cubicBezTo>
                    <a:pt x="172596" y="32293"/>
                    <a:pt x="182734" y="36366"/>
                    <a:pt x="190610" y="44528"/>
                  </a:cubicBezTo>
                  <a:cubicBezTo>
                    <a:pt x="198485" y="52630"/>
                    <a:pt x="202427" y="63847"/>
                    <a:pt x="202427" y="78179"/>
                  </a:cubicBezTo>
                  <a:cubicBezTo>
                    <a:pt x="202427" y="89796"/>
                    <a:pt x="200669" y="98942"/>
                    <a:pt x="197153" y="105625"/>
                  </a:cubicBezTo>
                  <a:cubicBezTo>
                    <a:pt x="193699" y="112256"/>
                    <a:pt x="188625" y="117408"/>
                    <a:pt x="181942" y="121098"/>
                  </a:cubicBezTo>
                  <a:cubicBezTo>
                    <a:pt x="175320" y="124779"/>
                    <a:pt x="168063" y="126615"/>
                    <a:pt x="160187" y="126615"/>
                  </a:cubicBezTo>
                  <a:cubicBezTo>
                    <a:pt x="147552" y="126615"/>
                    <a:pt x="137327" y="122568"/>
                    <a:pt x="129513" y="114467"/>
                  </a:cubicBezTo>
                  <a:cubicBezTo>
                    <a:pt x="121750" y="106365"/>
                    <a:pt x="117869" y="94696"/>
                    <a:pt x="117869" y="79450"/>
                  </a:cubicBezTo>
                  <a:close/>
                  <a:moveTo>
                    <a:pt x="133594" y="79450"/>
                  </a:moveTo>
                  <a:cubicBezTo>
                    <a:pt x="133594" y="91015"/>
                    <a:pt x="136109" y="99682"/>
                    <a:pt x="141156" y="105460"/>
                  </a:cubicBezTo>
                  <a:cubicBezTo>
                    <a:pt x="146195" y="111177"/>
                    <a:pt x="152538" y="114040"/>
                    <a:pt x="160187" y="114040"/>
                  </a:cubicBezTo>
                  <a:cubicBezTo>
                    <a:pt x="167784" y="114040"/>
                    <a:pt x="174102" y="111151"/>
                    <a:pt x="179141" y="105373"/>
                  </a:cubicBezTo>
                  <a:cubicBezTo>
                    <a:pt x="184179" y="99595"/>
                    <a:pt x="186702" y="90788"/>
                    <a:pt x="186702" y="78945"/>
                  </a:cubicBezTo>
                  <a:cubicBezTo>
                    <a:pt x="186702" y="67780"/>
                    <a:pt x="184153" y="59339"/>
                    <a:pt x="179053" y="53622"/>
                  </a:cubicBezTo>
                  <a:cubicBezTo>
                    <a:pt x="174015" y="47844"/>
                    <a:pt x="167723" y="44955"/>
                    <a:pt x="160187" y="44955"/>
                  </a:cubicBezTo>
                  <a:cubicBezTo>
                    <a:pt x="152538" y="44955"/>
                    <a:pt x="146195" y="47809"/>
                    <a:pt x="141156" y="53535"/>
                  </a:cubicBezTo>
                  <a:cubicBezTo>
                    <a:pt x="136109" y="59252"/>
                    <a:pt x="133594" y="67893"/>
                    <a:pt x="133594" y="79450"/>
                  </a:cubicBezTo>
                  <a:close/>
                  <a:moveTo>
                    <a:pt x="221719" y="124578"/>
                  </a:moveTo>
                  <a:lnTo>
                    <a:pt x="221719" y="0"/>
                  </a:lnTo>
                  <a:lnTo>
                    <a:pt x="268458" y="0"/>
                  </a:lnTo>
                  <a:cubicBezTo>
                    <a:pt x="277969" y="0"/>
                    <a:pt x="285592" y="1270"/>
                    <a:pt x="291318" y="3820"/>
                  </a:cubicBezTo>
                  <a:cubicBezTo>
                    <a:pt x="297096" y="6318"/>
                    <a:pt x="301595" y="10190"/>
                    <a:pt x="304824" y="15464"/>
                  </a:cubicBezTo>
                  <a:cubicBezTo>
                    <a:pt x="308113" y="20676"/>
                    <a:pt x="309758" y="26141"/>
                    <a:pt x="309758" y="31867"/>
                  </a:cubicBezTo>
                  <a:cubicBezTo>
                    <a:pt x="309758" y="37193"/>
                    <a:pt x="308313" y="42205"/>
                    <a:pt x="305424" y="46904"/>
                  </a:cubicBezTo>
                  <a:cubicBezTo>
                    <a:pt x="302535" y="51612"/>
                    <a:pt x="298167" y="55406"/>
                    <a:pt x="292336" y="58295"/>
                  </a:cubicBezTo>
                  <a:cubicBezTo>
                    <a:pt x="299872" y="60505"/>
                    <a:pt x="305650" y="64273"/>
                    <a:pt x="309671" y="69599"/>
                  </a:cubicBezTo>
                  <a:cubicBezTo>
                    <a:pt x="313752" y="74925"/>
                    <a:pt x="315788" y="81207"/>
                    <a:pt x="315788" y="88465"/>
                  </a:cubicBezTo>
                  <a:cubicBezTo>
                    <a:pt x="315788" y="94295"/>
                    <a:pt x="314544" y="99734"/>
                    <a:pt x="312046" y="104781"/>
                  </a:cubicBezTo>
                  <a:cubicBezTo>
                    <a:pt x="309610" y="109768"/>
                    <a:pt x="306581" y="113614"/>
                    <a:pt x="302953" y="116338"/>
                  </a:cubicBezTo>
                  <a:cubicBezTo>
                    <a:pt x="299333" y="119052"/>
                    <a:pt x="294773" y="121124"/>
                    <a:pt x="289273" y="122542"/>
                  </a:cubicBezTo>
                  <a:cubicBezTo>
                    <a:pt x="283834" y="123900"/>
                    <a:pt x="277151" y="124578"/>
                    <a:pt x="269224" y="124578"/>
                  </a:cubicBezTo>
                  <a:lnTo>
                    <a:pt x="221719" y="124578"/>
                  </a:lnTo>
                  <a:close/>
                  <a:moveTo>
                    <a:pt x="238201" y="52343"/>
                  </a:moveTo>
                  <a:lnTo>
                    <a:pt x="265143" y="52343"/>
                  </a:lnTo>
                  <a:cubicBezTo>
                    <a:pt x="272452" y="52343"/>
                    <a:pt x="277691" y="51864"/>
                    <a:pt x="280858" y="50898"/>
                  </a:cubicBezTo>
                  <a:cubicBezTo>
                    <a:pt x="285053" y="49654"/>
                    <a:pt x="288203" y="47583"/>
                    <a:pt x="290291" y="44694"/>
                  </a:cubicBezTo>
                  <a:cubicBezTo>
                    <a:pt x="292450" y="41805"/>
                    <a:pt x="293520" y="38185"/>
                    <a:pt x="293520" y="33816"/>
                  </a:cubicBezTo>
                  <a:cubicBezTo>
                    <a:pt x="293520" y="29683"/>
                    <a:pt x="292536" y="26054"/>
                    <a:pt x="290552" y="22939"/>
                  </a:cubicBezTo>
                  <a:cubicBezTo>
                    <a:pt x="288568" y="19771"/>
                    <a:pt x="285731" y="17613"/>
                    <a:pt x="282051" y="16482"/>
                  </a:cubicBezTo>
                  <a:cubicBezTo>
                    <a:pt x="278369" y="15290"/>
                    <a:pt x="272052" y="14698"/>
                    <a:pt x="263097" y="14698"/>
                  </a:cubicBezTo>
                  <a:lnTo>
                    <a:pt x="238201" y="14698"/>
                  </a:lnTo>
                  <a:lnTo>
                    <a:pt x="238201" y="52343"/>
                  </a:lnTo>
                  <a:close/>
                  <a:moveTo>
                    <a:pt x="238201" y="109881"/>
                  </a:moveTo>
                  <a:lnTo>
                    <a:pt x="269224" y="109881"/>
                  </a:lnTo>
                  <a:cubicBezTo>
                    <a:pt x="274549" y="109881"/>
                    <a:pt x="278282" y="109680"/>
                    <a:pt x="280441" y="109280"/>
                  </a:cubicBezTo>
                  <a:cubicBezTo>
                    <a:pt x="284235" y="108601"/>
                    <a:pt x="287402" y="107470"/>
                    <a:pt x="289952" y="105886"/>
                  </a:cubicBezTo>
                  <a:cubicBezTo>
                    <a:pt x="292502" y="104294"/>
                    <a:pt x="294599" y="102005"/>
                    <a:pt x="296243" y="99003"/>
                  </a:cubicBezTo>
                  <a:cubicBezTo>
                    <a:pt x="297888" y="95940"/>
                    <a:pt x="298706" y="92424"/>
                    <a:pt x="298706" y="88465"/>
                  </a:cubicBezTo>
                  <a:cubicBezTo>
                    <a:pt x="298706" y="83818"/>
                    <a:pt x="297514" y="79798"/>
                    <a:pt x="295138" y="76395"/>
                  </a:cubicBezTo>
                  <a:cubicBezTo>
                    <a:pt x="292762" y="72941"/>
                    <a:pt x="289447" y="70530"/>
                    <a:pt x="285192" y="69172"/>
                  </a:cubicBezTo>
                  <a:cubicBezTo>
                    <a:pt x="281006" y="67754"/>
                    <a:pt x="274941" y="67049"/>
                    <a:pt x="267013" y="67049"/>
                  </a:cubicBezTo>
                  <a:lnTo>
                    <a:pt x="238201" y="67049"/>
                  </a:lnTo>
                  <a:lnTo>
                    <a:pt x="238201" y="109881"/>
                  </a:lnTo>
                  <a:close/>
                  <a:moveTo>
                    <a:pt x="338823" y="124578"/>
                  </a:moveTo>
                  <a:lnTo>
                    <a:pt x="338823" y="0"/>
                  </a:lnTo>
                  <a:lnTo>
                    <a:pt x="428897" y="0"/>
                  </a:lnTo>
                  <a:lnTo>
                    <a:pt x="428897" y="14698"/>
                  </a:lnTo>
                  <a:lnTo>
                    <a:pt x="355304" y="14698"/>
                  </a:lnTo>
                  <a:lnTo>
                    <a:pt x="355304" y="52856"/>
                  </a:lnTo>
                  <a:lnTo>
                    <a:pt x="424224" y="52856"/>
                  </a:lnTo>
                  <a:lnTo>
                    <a:pt x="424224" y="67476"/>
                  </a:lnTo>
                  <a:lnTo>
                    <a:pt x="355304" y="67476"/>
                  </a:lnTo>
                  <a:lnTo>
                    <a:pt x="355304" y="109881"/>
                  </a:lnTo>
                  <a:lnTo>
                    <a:pt x="431786" y="109881"/>
                  </a:lnTo>
                  <a:lnTo>
                    <a:pt x="431786" y="124578"/>
                  </a:lnTo>
                  <a:lnTo>
                    <a:pt x="338823" y="124578"/>
                  </a:lnTo>
                  <a:close/>
                  <a:moveTo>
                    <a:pt x="454821" y="124578"/>
                  </a:moveTo>
                  <a:lnTo>
                    <a:pt x="454821" y="0"/>
                  </a:lnTo>
                  <a:lnTo>
                    <a:pt x="510052" y="0"/>
                  </a:lnTo>
                  <a:cubicBezTo>
                    <a:pt x="521156" y="0"/>
                    <a:pt x="529597" y="1131"/>
                    <a:pt x="535375" y="3394"/>
                  </a:cubicBezTo>
                  <a:cubicBezTo>
                    <a:pt x="541162" y="5604"/>
                    <a:pt x="545774" y="9546"/>
                    <a:pt x="549229" y="15211"/>
                  </a:cubicBezTo>
                  <a:cubicBezTo>
                    <a:pt x="552684" y="20876"/>
                    <a:pt x="554416" y="27133"/>
                    <a:pt x="554416" y="33990"/>
                  </a:cubicBezTo>
                  <a:cubicBezTo>
                    <a:pt x="554416" y="42823"/>
                    <a:pt x="551552" y="50280"/>
                    <a:pt x="545835" y="56337"/>
                  </a:cubicBezTo>
                  <a:cubicBezTo>
                    <a:pt x="540109" y="62402"/>
                    <a:pt x="531268" y="66257"/>
                    <a:pt x="519320" y="67893"/>
                  </a:cubicBezTo>
                  <a:cubicBezTo>
                    <a:pt x="523680" y="69990"/>
                    <a:pt x="526995" y="72062"/>
                    <a:pt x="529258" y="74098"/>
                  </a:cubicBezTo>
                  <a:cubicBezTo>
                    <a:pt x="534079" y="78519"/>
                    <a:pt x="538638" y="84044"/>
                    <a:pt x="542946" y="90675"/>
                  </a:cubicBezTo>
                  <a:lnTo>
                    <a:pt x="564614" y="124578"/>
                  </a:lnTo>
                  <a:lnTo>
                    <a:pt x="543877" y="124578"/>
                  </a:lnTo>
                  <a:lnTo>
                    <a:pt x="527395" y="98655"/>
                  </a:lnTo>
                  <a:cubicBezTo>
                    <a:pt x="522574" y="91180"/>
                    <a:pt x="518606" y="85463"/>
                    <a:pt x="515491" y="81495"/>
                  </a:cubicBezTo>
                  <a:cubicBezTo>
                    <a:pt x="512376" y="77526"/>
                    <a:pt x="509574" y="74750"/>
                    <a:pt x="507085" y="73167"/>
                  </a:cubicBezTo>
                  <a:cubicBezTo>
                    <a:pt x="504648" y="71583"/>
                    <a:pt x="502151" y="70478"/>
                    <a:pt x="499601" y="69851"/>
                  </a:cubicBezTo>
                  <a:cubicBezTo>
                    <a:pt x="497730" y="69451"/>
                    <a:pt x="494676" y="69260"/>
                    <a:pt x="490421" y="69260"/>
                  </a:cubicBezTo>
                  <a:lnTo>
                    <a:pt x="471302" y="69260"/>
                  </a:lnTo>
                  <a:lnTo>
                    <a:pt x="471302" y="124578"/>
                  </a:lnTo>
                  <a:lnTo>
                    <a:pt x="454821" y="124578"/>
                  </a:lnTo>
                  <a:close/>
                  <a:moveTo>
                    <a:pt x="471302" y="54980"/>
                  </a:moveTo>
                  <a:lnTo>
                    <a:pt x="506737" y="54980"/>
                  </a:lnTo>
                  <a:cubicBezTo>
                    <a:pt x="514273" y="54980"/>
                    <a:pt x="520164" y="54214"/>
                    <a:pt x="524419" y="52682"/>
                  </a:cubicBezTo>
                  <a:cubicBezTo>
                    <a:pt x="528666" y="51098"/>
                    <a:pt x="531895" y="48610"/>
                    <a:pt x="534105" y="45207"/>
                  </a:cubicBezTo>
                  <a:cubicBezTo>
                    <a:pt x="536315" y="41752"/>
                    <a:pt x="537420" y="38011"/>
                    <a:pt x="537420" y="33990"/>
                  </a:cubicBezTo>
                  <a:cubicBezTo>
                    <a:pt x="537420" y="28099"/>
                    <a:pt x="535262" y="23252"/>
                    <a:pt x="530964" y="19458"/>
                  </a:cubicBezTo>
                  <a:cubicBezTo>
                    <a:pt x="526708" y="15664"/>
                    <a:pt x="519973" y="13767"/>
                    <a:pt x="510731" y="13767"/>
                  </a:cubicBezTo>
                  <a:lnTo>
                    <a:pt x="471302" y="13767"/>
                  </a:lnTo>
                  <a:lnTo>
                    <a:pt x="471302" y="54980"/>
                  </a:lnTo>
                  <a:close/>
                  <a:moveTo>
                    <a:pt x="608803" y="124578"/>
                  </a:moveTo>
                  <a:lnTo>
                    <a:pt x="608803" y="14698"/>
                  </a:lnTo>
                  <a:lnTo>
                    <a:pt x="567755" y="14698"/>
                  </a:lnTo>
                  <a:lnTo>
                    <a:pt x="567755" y="0"/>
                  </a:lnTo>
                  <a:lnTo>
                    <a:pt x="666506" y="0"/>
                  </a:lnTo>
                  <a:lnTo>
                    <a:pt x="666506" y="14698"/>
                  </a:lnTo>
                  <a:lnTo>
                    <a:pt x="625293" y="14698"/>
                  </a:lnTo>
                  <a:lnTo>
                    <a:pt x="625293" y="124578"/>
                  </a:lnTo>
                  <a:lnTo>
                    <a:pt x="608803" y="124578"/>
                  </a:lnTo>
                  <a:close/>
                  <a:moveTo>
                    <a:pt x="721059" y="113449"/>
                  </a:moveTo>
                  <a:cubicBezTo>
                    <a:pt x="715394" y="118261"/>
                    <a:pt x="709929" y="121663"/>
                    <a:pt x="704665" y="123647"/>
                  </a:cubicBezTo>
                  <a:cubicBezTo>
                    <a:pt x="699452" y="125623"/>
                    <a:pt x="693839" y="126615"/>
                    <a:pt x="687835" y="126615"/>
                  </a:cubicBezTo>
                  <a:cubicBezTo>
                    <a:pt x="677923" y="126615"/>
                    <a:pt x="670300" y="124213"/>
                    <a:pt x="664974" y="119392"/>
                  </a:cubicBezTo>
                  <a:cubicBezTo>
                    <a:pt x="659649" y="114519"/>
                    <a:pt x="656986" y="108323"/>
                    <a:pt x="656986" y="100787"/>
                  </a:cubicBezTo>
                  <a:cubicBezTo>
                    <a:pt x="656986" y="96366"/>
                    <a:pt x="657978" y="92346"/>
                    <a:pt x="659962" y="88717"/>
                  </a:cubicBezTo>
                  <a:cubicBezTo>
                    <a:pt x="661999" y="85036"/>
                    <a:pt x="664635" y="82086"/>
                    <a:pt x="667864" y="79876"/>
                  </a:cubicBezTo>
                  <a:cubicBezTo>
                    <a:pt x="671153" y="77666"/>
                    <a:pt x="674834" y="75995"/>
                    <a:pt x="678915" y="74864"/>
                  </a:cubicBezTo>
                  <a:cubicBezTo>
                    <a:pt x="681918" y="74072"/>
                    <a:pt x="686443" y="73306"/>
                    <a:pt x="692508" y="72566"/>
                  </a:cubicBezTo>
                  <a:cubicBezTo>
                    <a:pt x="704856" y="71096"/>
                    <a:pt x="713949" y="69338"/>
                    <a:pt x="719789" y="67302"/>
                  </a:cubicBezTo>
                  <a:cubicBezTo>
                    <a:pt x="719841" y="65204"/>
                    <a:pt x="719876" y="63873"/>
                    <a:pt x="719876" y="63307"/>
                  </a:cubicBezTo>
                  <a:cubicBezTo>
                    <a:pt x="719876" y="57077"/>
                    <a:pt x="718431" y="52682"/>
                    <a:pt x="715542" y="50133"/>
                  </a:cubicBezTo>
                  <a:cubicBezTo>
                    <a:pt x="711626" y="46678"/>
                    <a:pt x="705822" y="44955"/>
                    <a:pt x="698121" y="44955"/>
                  </a:cubicBezTo>
                  <a:cubicBezTo>
                    <a:pt x="690924" y="44955"/>
                    <a:pt x="685598" y="46225"/>
                    <a:pt x="682144" y="48775"/>
                  </a:cubicBezTo>
                  <a:cubicBezTo>
                    <a:pt x="678741" y="51272"/>
                    <a:pt x="676217" y="55719"/>
                    <a:pt x="674582" y="62115"/>
                  </a:cubicBezTo>
                  <a:lnTo>
                    <a:pt x="659623" y="60079"/>
                  </a:lnTo>
                  <a:cubicBezTo>
                    <a:pt x="660980" y="53674"/>
                    <a:pt x="663217" y="48523"/>
                    <a:pt x="666332" y="44615"/>
                  </a:cubicBezTo>
                  <a:cubicBezTo>
                    <a:pt x="669448" y="40647"/>
                    <a:pt x="673955" y="37619"/>
                    <a:pt x="679846" y="35522"/>
                  </a:cubicBezTo>
                  <a:cubicBezTo>
                    <a:pt x="685737" y="33364"/>
                    <a:pt x="692569" y="32293"/>
                    <a:pt x="700331" y="32293"/>
                  </a:cubicBezTo>
                  <a:cubicBezTo>
                    <a:pt x="708032" y="32293"/>
                    <a:pt x="714289" y="33198"/>
                    <a:pt x="719110" y="35008"/>
                  </a:cubicBezTo>
                  <a:cubicBezTo>
                    <a:pt x="723922" y="36818"/>
                    <a:pt x="727464" y="39116"/>
                    <a:pt x="729727" y="41892"/>
                  </a:cubicBezTo>
                  <a:cubicBezTo>
                    <a:pt x="731998" y="44615"/>
                    <a:pt x="733582" y="48070"/>
                    <a:pt x="734487" y="52256"/>
                  </a:cubicBezTo>
                  <a:cubicBezTo>
                    <a:pt x="735000" y="54867"/>
                    <a:pt x="735252" y="59565"/>
                    <a:pt x="735252" y="66371"/>
                  </a:cubicBezTo>
                  <a:lnTo>
                    <a:pt x="735252" y="86759"/>
                  </a:lnTo>
                  <a:cubicBezTo>
                    <a:pt x="735252" y="100978"/>
                    <a:pt x="735565" y="109994"/>
                    <a:pt x="736192" y="113788"/>
                  </a:cubicBezTo>
                  <a:cubicBezTo>
                    <a:pt x="736871" y="117521"/>
                    <a:pt x="738176" y="121124"/>
                    <a:pt x="740099" y="124578"/>
                  </a:cubicBezTo>
                  <a:lnTo>
                    <a:pt x="724122" y="124578"/>
                  </a:lnTo>
                  <a:cubicBezTo>
                    <a:pt x="722538" y="121402"/>
                    <a:pt x="721512" y="117695"/>
                    <a:pt x="721059" y="113449"/>
                  </a:cubicBezTo>
                  <a:close/>
                  <a:moveTo>
                    <a:pt x="719789" y="79284"/>
                  </a:moveTo>
                  <a:cubicBezTo>
                    <a:pt x="714237" y="81547"/>
                    <a:pt x="705909" y="83479"/>
                    <a:pt x="694805" y="85063"/>
                  </a:cubicBezTo>
                  <a:cubicBezTo>
                    <a:pt x="688514" y="85967"/>
                    <a:pt x="684067" y="86986"/>
                    <a:pt x="681465" y="88126"/>
                  </a:cubicBezTo>
                  <a:cubicBezTo>
                    <a:pt x="678855" y="89257"/>
                    <a:pt x="676844" y="90928"/>
                    <a:pt x="675426" y="93138"/>
                  </a:cubicBezTo>
                  <a:cubicBezTo>
                    <a:pt x="674007" y="95287"/>
                    <a:pt x="673303" y="97698"/>
                    <a:pt x="673303" y="100361"/>
                  </a:cubicBezTo>
                  <a:cubicBezTo>
                    <a:pt x="673303" y="104442"/>
                    <a:pt x="674834" y="107836"/>
                    <a:pt x="677888" y="110559"/>
                  </a:cubicBezTo>
                  <a:cubicBezTo>
                    <a:pt x="681004" y="113274"/>
                    <a:pt x="685538" y="114632"/>
                    <a:pt x="691490" y="114632"/>
                  </a:cubicBezTo>
                  <a:cubicBezTo>
                    <a:pt x="697381" y="114632"/>
                    <a:pt x="702619" y="113361"/>
                    <a:pt x="707214" y="110812"/>
                  </a:cubicBezTo>
                  <a:cubicBezTo>
                    <a:pt x="711800" y="108201"/>
                    <a:pt x="715168" y="104668"/>
                    <a:pt x="717326" y="100186"/>
                  </a:cubicBezTo>
                  <a:cubicBezTo>
                    <a:pt x="718962" y="96732"/>
                    <a:pt x="719789" y="91632"/>
                    <a:pt x="719789" y="84888"/>
                  </a:cubicBezTo>
                  <a:lnTo>
                    <a:pt x="719789" y="79284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A17D8B8-735E-FA0A-8269-764FB1B6571F}"/>
              </a:ext>
            </a:extLst>
          </p:cNvPr>
          <p:cNvGrpSpPr/>
          <p:nvPr/>
        </p:nvGrpSpPr>
        <p:grpSpPr>
          <a:xfrm>
            <a:off x="8537147" y="3607638"/>
            <a:ext cx="1044243" cy="1218284"/>
            <a:chOff x="8537147" y="3607638"/>
            <a:chExt cx="1044243" cy="121828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418830F-D232-9475-667A-79029E0DBD78}"/>
                </a:ext>
              </a:extLst>
            </p:cNvPr>
            <p:cNvSpPr/>
            <p:nvPr/>
          </p:nvSpPr>
          <p:spPr>
            <a:xfrm>
              <a:off x="8859122" y="3607638"/>
              <a:ext cx="87020" cy="87020"/>
            </a:xfrm>
            <a:custGeom>
              <a:avLst/>
              <a:gdLst>
                <a:gd name="csX0" fmla="*/ 43510 w 87020"/>
                <a:gd name="csY0" fmla="*/ 87020 h 87020"/>
                <a:gd name="csX1" fmla="*/ 87020 w 87020"/>
                <a:gd name="csY1" fmla="*/ 43510 h 87020"/>
                <a:gd name="csX2" fmla="*/ 43510 w 87020"/>
                <a:gd name="csY2" fmla="*/ 0 h 87020"/>
                <a:gd name="csX3" fmla="*/ 0 w 87020"/>
                <a:gd name="csY3" fmla="*/ 43510 h 87020"/>
                <a:gd name="csX4" fmla="*/ 43510 w 87020"/>
                <a:gd name="csY4" fmla="*/ 87020 h 87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020" h="87020">
                  <a:moveTo>
                    <a:pt x="43510" y="87020"/>
                  </a:moveTo>
                  <a:cubicBezTo>
                    <a:pt x="67528" y="87020"/>
                    <a:pt x="87020" y="67536"/>
                    <a:pt x="87020" y="43510"/>
                  </a:cubicBezTo>
                  <a:cubicBezTo>
                    <a:pt x="87020" y="19484"/>
                    <a:pt x="67528" y="0"/>
                    <a:pt x="43510" y="0"/>
                  </a:cubicBezTo>
                  <a:cubicBezTo>
                    <a:pt x="19492" y="0"/>
                    <a:pt x="0" y="19484"/>
                    <a:pt x="0" y="43510"/>
                  </a:cubicBezTo>
                  <a:cubicBezTo>
                    <a:pt x="0" y="67536"/>
                    <a:pt x="19492" y="87020"/>
                    <a:pt x="43510" y="87020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EAF4EFF-0FDE-7341-2DC3-8ADE30ACE993}"/>
                </a:ext>
              </a:extLst>
            </p:cNvPr>
            <p:cNvSpPr/>
            <p:nvPr/>
          </p:nvSpPr>
          <p:spPr>
            <a:xfrm>
              <a:off x="8893930" y="3694658"/>
              <a:ext cx="8702" cy="739672"/>
            </a:xfrm>
            <a:custGeom>
              <a:avLst/>
              <a:gdLst>
                <a:gd name="csX0" fmla="*/ 0 w 8702"/>
                <a:gd name="csY0" fmla="*/ 0 h 739672"/>
                <a:gd name="csX1" fmla="*/ 0 w 8702"/>
                <a:gd name="csY1" fmla="*/ 739673 h 739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739672">
                  <a:moveTo>
                    <a:pt x="0" y="0"/>
                  </a:moveTo>
                  <a:lnTo>
                    <a:pt x="0" y="739673"/>
                  </a:lnTo>
                </a:path>
              </a:pathLst>
            </a:custGeom>
            <a:noFill/>
            <a:ln w="17404" cap="flat">
              <a:solidFill>
                <a:srgbClr val="50A050"/>
              </a:solidFill>
              <a:prstDash val="solid"/>
              <a:miter/>
            </a:ln>
          </p:spPr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8C6D2F9-FFCA-92F7-88B9-C02530DDD796}"/>
                </a:ext>
              </a:extLst>
            </p:cNvPr>
            <p:cNvSpPr/>
            <p:nvPr/>
          </p:nvSpPr>
          <p:spPr>
            <a:xfrm>
              <a:off x="8537147" y="4434331"/>
              <a:ext cx="1044243" cy="391591"/>
            </a:xfrm>
            <a:custGeom>
              <a:avLst/>
              <a:gdLst>
                <a:gd name="csX0" fmla="*/ 992031 w 1044243"/>
                <a:gd name="csY0" fmla="*/ 0 h 391591"/>
                <a:gd name="csX1" fmla="*/ 52212 w 1044243"/>
                <a:gd name="csY1" fmla="*/ 0 h 391591"/>
                <a:gd name="csX2" fmla="*/ 0 w 1044243"/>
                <a:gd name="csY2" fmla="*/ 52212 h 391591"/>
                <a:gd name="csX3" fmla="*/ 0 w 1044243"/>
                <a:gd name="csY3" fmla="*/ 339379 h 391591"/>
                <a:gd name="csX4" fmla="*/ 52212 w 1044243"/>
                <a:gd name="csY4" fmla="*/ 391591 h 391591"/>
                <a:gd name="csX5" fmla="*/ 992031 w 1044243"/>
                <a:gd name="csY5" fmla="*/ 391591 h 391591"/>
                <a:gd name="csX6" fmla="*/ 1044244 w 1044243"/>
                <a:gd name="csY6" fmla="*/ 339379 h 391591"/>
                <a:gd name="csX7" fmla="*/ 1044244 w 1044243"/>
                <a:gd name="csY7" fmla="*/ 52212 h 391591"/>
                <a:gd name="csX8" fmla="*/ 992031 w 1044243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44243" h="391591">
                  <a:moveTo>
                    <a:pt x="992031" y="0"/>
                  </a:moveTo>
                  <a:lnTo>
                    <a:pt x="52212" y="0"/>
                  </a:lnTo>
                  <a:cubicBezTo>
                    <a:pt x="23373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373" y="391591"/>
                    <a:pt x="52212" y="391591"/>
                  </a:cubicBezTo>
                  <a:lnTo>
                    <a:pt x="992031" y="391591"/>
                  </a:lnTo>
                  <a:cubicBezTo>
                    <a:pt x="1020836" y="391591"/>
                    <a:pt x="1044244" y="368218"/>
                    <a:pt x="1044244" y="339379"/>
                  </a:cubicBezTo>
                  <a:lnTo>
                    <a:pt x="1044244" y="52212"/>
                  </a:lnTo>
                  <a:cubicBezTo>
                    <a:pt x="1044244" y="23374"/>
                    <a:pt x="1020836" y="0"/>
                    <a:pt x="992031" y="0"/>
                  </a:cubicBezTo>
                  <a:close/>
                </a:path>
              </a:pathLst>
            </a:custGeom>
            <a:solidFill>
              <a:srgbClr val="50A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E7E537A-B7F4-D133-7E9C-028A460897B5}"/>
                </a:ext>
              </a:extLst>
            </p:cNvPr>
            <p:cNvSpPr/>
            <p:nvPr/>
          </p:nvSpPr>
          <p:spPr>
            <a:xfrm>
              <a:off x="8815003" y="4538224"/>
              <a:ext cx="493230" cy="128833"/>
            </a:xfrm>
            <a:custGeom>
              <a:avLst/>
              <a:gdLst>
                <a:gd name="csX0" fmla="*/ 0 w 493230"/>
                <a:gd name="csY0" fmla="*/ 86681 h 128833"/>
                <a:gd name="csX1" fmla="*/ 15490 w 493230"/>
                <a:gd name="csY1" fmla="*/ 85323 h 128833"/>
                <a:gd name="csX2" fmla="*/ 20624 w 493230"/>
                <a:gd name="csY2" fmla="*/ 100709 h 128833"/>
                <a:gd name="csX3" fmla="*/ 33155 w 493230"/>
                <a:gd name="csY3" fmla="*/ 110394 h 128833"/>
                <a:gd name="csX4" fmla="*/ 52299 w 493230"/>
                <a:gd name="csY4" fmla="*/ 114049 h 128833"/>
                <a:gd name="csX5" fmla="*/ 69007 w 493230"/>
                <a:gd name="csY5" fmla="*/ 111247 h 128833"/>
                <a:gd name="csX6" fmla="*/ 79711 w 493230"/>
                <a:gd name="csY6" fmla="*/ 103598 h 128833"/>
                <a:gd name="csX7" fmla="*/ 83278 w 493230"/>
                <a:gd name="csY7" fmla="*/ 92886 h 128833"/>
                <a:gd name="csX8" fmla="*/ 79885 w 493230"/>
                <a:gd name="csY8" fmla="*/ 82687 h 128833"/>
                <a:gd name="csX9" fmla="*/ 68659 w 493230"/>
                <a:gd name="csY9" fmla="*/ 75299 h 128833"/>
                <a:gd name="csX10" fmla="*/ 46469 w 493230"/>
                <a:gd name="csY10" fmla="*/ 69260 h 128833"/>
                <a:gd name="csX11" fmla="*/ 22364 w 493230"/>
                <a:gd name="csY11" fmla="*/ 61445 h 128833"/>
                <a:gd name="csX12" fmla="*/ 9050 w 493230"/>
                <a:gd name="csY12" fmla="*/ 49889 h 128833"/>
                <a:gd name="csX13" fmla="*/ 4699 w 493230"/>
                <a:gd name="csY13" fmla="*/ 34338 h 128833"/>
                <a:gd name="csX14" fmla="*/ 10095 w 493230"/>
                <a:gd name="csY14" fmla="*/ 16743 h 128833"/>
                <a:gd name="csX15" fmla="*/ 25671 w 493230"/>
                <a:gd name="csY15" fmla="*/ 4255 h 128833"/>
                <a:gd name="csX16" fmla="*/ 48557 w 493230"/>
                <a:gd name="csY16" fmla="*/ 0 h 128833"/>
                <a:gd name="csX17" fmla="*/ 72923 w 493230"/>
                <a:gd name="csY17" fmla="*/ 4508 h 128833"/>
                <a:gd name="csX18" fmla="*/ 89283 w 493230"/>
                <a:gd name="csY18" fmla="*/ 17596 h 128833"/>
                <a:gd name="csX19" fmla="*/ 95374 w 493230"/>
                <a:gd name="csY19" fmla="*/ 37227 h 128833"/>
                <a:gd name="csX20" fmla="*/ 79624 w 493230"/>
                <a:gd name="csY20" fmla="*/ 38420 h 128833"/>
                <a:gd name="csX21" fmla="*/ 70922 w 493230"/>
                <a:gd name="csY21" fmla="*/ 20572 h 128833"/>
                <a:gd name="csX22" fmla="*/ 49254 w 493230"/>
                <a:gd name="csY22" fmla="*/ 14533 h 128833"/>
                <a:gd name="csX23" fmla="*/ 27412 w 493230"/>
                <a:gd name="csY23" fmla="*/ 20058 h 128833"/>
                <a:gd name="csX24" fmla="*/ 20624 w 493230"/>
                <a:gd name="csY24" fmla="*/ 33233 h 128833"/>
                <a:gd name="csX25" fmla="*/ 25497 w 493230"/>
                <a:gd name="csY25" fmla="*/ 44276 h 128833"/>
                <a:gd name="csX26" fmla="*/ 50298 w 493230"/>
                <a:gd name="csY26" fmla="*/ 53204 h 128833"/>
                <a:gd name="csX27" fmla="*/ 77883 w 493230"/>
                <a:gd name="csY27" fmla="*/ 61106 h 128833"/>
                <a:gd name="csX28" fmla="*/ 93982 w 493230"/>
                <a:gd name="csY28" fmla="*/ 73854 h 128833"/>
                <a:gd name="csX29" fmla="*/ 99116 w 493230"/>
                <a:gd name="csY29" fmla="*/ 91528 h 128833"/>
                <a:gd name="csX30" fmla="*/ 93460 w 493230"/>
                <a:gd name="csY30" fmla="*/ 110307 h 128833"/>
                <a:gd name="csX31" fmla="*/ 77013 w 493230"/>
                <a:gd name="csY31" fmla="*/ 123995 h 128833"/>
                <a:gd name="csX32" fmla="*/ 53083 w 493230"/>
                <a:gd name="csY32" fmla="*/ 128833 h 128833"/>
                <a:gd name="csX33" fmla="*/ 24714 w 493230"/>
                <a:gd name="csY33" fmla="*/ 123908 h 128833"/>
                <a:gd name="csX34" fmla="*/ 6788 w 493230"/>
                <a:gd name="csY34" fmla="*/ 109124 h 128833"/>
                <a:gd name="csX35" fmla="*/ 0 w 493230"/>
                <a:gd name="csY35" fmla="*/ 86681 h 128833"/>
                <a:gd name="csX36" fmla="*/ 136361 w 493230"/>
                <a:gd name="csY36" fmla="*/ 126710 h 128833"/>
                <a:gd name="csX37" fmla="*/ 108776 w 493230"/>
                <a:gd name="csY37" fmla="*/ 36462 h 128833"/>
                <a:gd name="csX38" fmla="*/ 124526 w 493230"/>
                <a:gd name="csY38" fmla="*/ 36462 h 128833"/>
                <a:gd name="csX39" fmla="*/ 138885 w 493230"/>
                <a:gd name="csY39" fmla="*/ 88552 h 128833"/>
                <a:gd name="csX40" fmla="*/ 144280 w 493230"/>
                <a:gd name="csY40" fmla="*/ 107931 h 128833"/>
                <a:gd name="csX41" fmla="*/ 148892 w 493230"/>
                <a:gd name="csY41" fmla="*/ 89318 h 128833"/>
                <a:gd name="csX42" fmla="*/ 163337 w 493230"/>
                <a:gd name="csY42" fmla="*/ 36462 h 128833"/>
                <a:gd name="csX43" fmla="*/ 179001 w 493230"/>
                <a:gd name="csY43" fmla="*/ 36462 h 128833"/>
                <a:gd name="csX44" fmla="*/ 192489 w 493230"/>
                <a:gd name="csY44" fmla="*/ 88813 h 128833"/>
                <a:gd name="csX45" fmla="*/ 197014 w 493230"/>
                <a:gd name="csY45" fmla="*/ 106061 h 128833"/>
                <a:gd name="csX46" fmla="*/ 202236 w 493230"/>
                <a:gd name="csY46" fmla="*/ 88639 h 128833"/>
                <a:gd name="csX47" fmla="*/ 217724 w 493230"/>
                <a:gd name="csY47" fmla="*/ 36462 h 128833"/>
                <a:gd name="csX48" fmla="*/ 232519 w 493230"/>
                <a:gd name="csY48" fmla="*/ 36462 h 128833"/>
                <a:gd name="csX49" fmla="*/ 204324 w 493230"/>
                <a:gd name="csY49" fmla="*/ 126710 h 128833"/>
                <a:gd name="csX50" fmla="*/ 188486 w 493230"/>
                <a:gd name="csY50" fmla="*/ 126710 h 128833"/>
                <a:gd name="csX51" fmla="*/ 174127 w 493230"/>
                <a:gd name="csY51" fmla="*/ 72662 h 128833"/>
                <a:gd name="csX52" fmla="*/ 170647 w 493230"/>
                <a:gd name="csY52" fmla="*/ 57277 h 128833"/>
                <a:gd name="csX53" fmla="*/ 152372 w 493230"/>
                <a:gd name="csY53" fmla="*/ 126710 h 128833"/>
                <a:gd name="csX54" fmla="*/ 136361 w 493230"/>
                <a:gd name="csY54" fmla="*/ 126710 h 128833"/>
                <a:gd name="csX55" fmla="*/ 245572 w 493230"/>
                <a:gd name="csY55" fmla="*/ 19719 h 128833"/>
                <a:gd name="csX56" fmla="*/ 245572 w 493230"/>
                <a:gd name="csY56" fmla="*/ 2132 h 128833"/>
                <a:gd name="csX57" fmla="*/ 260887 w 493230"/>
                <a:gd name="csY57" fmla="*/ 2132 h 128833"/>
                <a:gd name="csX58" fmla="*/ 260887 w 493230"/>
                <a:gd name="csY58" fmla="*/ 19719 h 128833"/>
                <a:gd name="csX59" fmla="*/ 245572 w 493230"/>
                <a:gd name="csY59" fmla="*/ 19719 h 128833"/>
                <a:gd name="csX60" fmla="*/ 245572 w 493230"/>
                <a:gd name="csY60" fmla="*/ 126710 h 128833"/>
                <a:gd name="csX61" fmla="*/ 245572 w 493230"/>
                <a:gd name="csY61" fmla="*/ 36462 h 128833"/>
                <a:gd name="csX62" fmla="*/ 260887 w 493230"/>
                <a:gd name="csY62" fmla="*/ 36462 h 128833"/>
                <a:gd name="csX63" fmla="*/ 260887 w 493230"/>
                <a:gd name="csY63" fmla="*/ 126710 h 128833"/>
                <a:gd name="csX64" fmla="*/ 245572 w 493230"/>
                <a:gd name="csY64" fmla="*/ 126710 h 128833"/>
                <a:gd name="csX65" fmla="*/ 317625 w 493230"/>
                <a:gd name="csY65" fmla="*/ 113031 h 128833"/>
                <a:gd name="csX66" fmla="*/ 319800 w 493230"/>
                <a:gd name="csY66" fmla="*/ 126536 h 128833"/>
                <a:gd name="csX67" fmla="*/ 308313 w 493230"/>
                <a:gd name="csY67" fmla="*/ 127902 h 128833"/>
                <a:gd name="csX68" fmla="*/ 295347 w 493230"/>
                <a:gd name="csY68" fmla="*/ 125266 h 128833"/>
                <a:gd name="csX69" fmla="*/ 288908 w 493230"/>
                <a:gd name="csY69" fmla="*/ 118382 h 128833"/>
                <a:gd name="csX70" fmla="*/ 286993 w 493230"/>
                <a:gd name="csY70" fmla="*/ 100282 h 128833"/>
                <a:gd name="csX71" fmla="*/ 286993 w 493230"/>
                <a:gd name="csY71" fmla="*/ 48357 h 128833"/>
                <a:gd name="csX72" fmla="*/ 275767 w 493230"/>
                <a:gd name="csY72" fmla="*/ 48357 h 128833"/>
                <a:gd name="csX73" fmla="*/ 275767 w 493230"/>
                <a:gd name="csY73" fmla="*/ 36462 h 128833"/>
                <a:gd name="csX74" fmla="*/ 286993 w 493230"/>
                <a:gd name="csY74" fmla="*/ 36462 h 128833"/>
                <a:gd name="csX75" fmla="*/ 286993 w 493230"/>
                <a:gd name="csY75" fmla="*/ 14115 h 128833"/>
                <a:gd name="csX76" fmla="*/ 302222 w 493230"/>
                <a:gd name="csY76" fmla="*/ 4934 h 128833"/>
                <a:gd name="csX77" fmla="*/ 302222 w 493230"/>
                <a:gd name="csY77" fmla="*/ 36462 h 128833"/>
                <a:gd name="csX78" fmla="*/ 317625 w 493230"/>
                <a:gd name="csY78" fmla="*/ 36462 h 128833"/>
                <a:gd name="csX79" fmla="*/ 317625 w 493230"/>
                <a:gd name="csY79" fmla="*/ 48357 h 128833"/>
                <a:gd name="csX80" fmla="*/ 302222 w 493230"/>
                <a:gd name="csY80" fmla="*/ 48357 h 128833"/>
                <a:gd name="csX81" fmla="*/ 302222 w 493230"/>
                <a:gd name="csY81" fmla="*/ 101135 h 128833"/>
                <a:gd name="csX82" fmla="*/ 303005 w 493230"/>
                <a:gd name="csY82" fmla="*/ 109541 h 128833"/>
                <a:gd name="csX83" fmla="*/ 305616 w 493230"/>
                <a:gd name="csY83" fmla="*/ 112517 h 128833"/>
                <a:gd name="csX84" fmla="*/ 310924 w 493230"/>
                <a:gd name="csY84" fmla="*/ 113622 h 128833"/>
                <a:gd name="csX85" fmla="*/ 317625 w 493230"/>
                <a:gd name="csY85" fmla="*/ 113031 h 128833"/>
                <a:gd name="csX86" fmla="*/ 391592 w 493230"/>
                <a:gd name="csY86" fmla="*/ 93651 h 128833"/>
                <a:gd name="csX87" fmla="*/ 406559 w 493230"/>
                <a:gd name="csY87" fmla="*/ 95609 h 128833"/>
                <a:gd name="csX88" fmla="*/ 393941 w 493230"/>
                <a:gd name="csY88" fmla="*/ 120001 h 128833"/>
                <a:gd name="csX89" fmla="*/ 369053 w 493230"/>
                <a:gd name="csY89" fmla="*/ 128747 h 128833"/>
                <a:gd name="csX90" fmla="*/ 339206 w 493230"/>
                <a:gd name="csY90" fmla="*/ 116685 h 128833"/>
                <a:gd name="csX91" fmla="*/ 327980 w 493230"/>
                <a:gd name="csY91" fmla="*/ 81930 h 128833"/>
                <a:gd name="csX92" fmla="*/ 332853 w 493230"/>
                <a:gd name="csY92" fmla="*/ 56346 h 128833"/>
                <a:gd name="csX93" fmla="*/ 347559 w 493230"/>
                <a:gd name="csY93" fmla="*/ 39942 h 128833"/>
                <a:gd name="csX94" fmla="*/ 369140 w 493230"/>
                <a:gd name="csY94" fmla="*/ 34425 h 128833"/>
                <a:gd name="csX95" fmla="*/ 393158 w 493230"/>
                <a:gd name="csY95" fmla="*/ 41900 h 128833"/>
                <a:gd name="csX96" fmla="*/ 405167 w 493230"/>
                <a:gd name="csY96" fmla="*/ 62977 h 128833"/>
                <a:gd name="csX97" fmla="*/ 390286 w 493230"/>
                <a:gd name="csY97" fmla="*/ 65265 h 128833"/>
                <a:gd name="csX98" fmla="*/ 382716 w 493230"/>
                <a:gd name="csY98" fmla="*/ 51586 h 128833"/>
                <a:gd name="csX99" fmla="*/ 369750 w 493230"/>
                <a:gd name="csY99" fmla="*/ 47000 h 128833"/>
                <a:gd name="csX100" fmla="*/ 350953 w 493230"/>
                <a:gd name="csY100" fmla="*/ 55328 h 128833"/>
                <a:gd name="csX101" fmla="*/ 343731 w 493230"/>
                <a:gd name="csY101" fmla="*/ 81503 h 128833"/>
                <a:gd name="csX102" fmla="*/ 350692 w 493230"/>
                <a:gd name="csY102" fmla="*/ 107931 h 128833"/>
                <a:gd name="csX103" fmla="*/ 368879 w 493230"/>
                <a:gd name="csY103" fmla="*/ 116172 h 128833"/>
                <a:gd name="csX104" fmla="*/ 383934 w 493230"/>
                <a:gd name="csY104" fmla="*/ 110646 h 128833"/>
                <a:gd name="csX105" fmla="*/ 391592 w 493230"/>
                <a:gd name="csY105" fmla="*/ 93651 h 128833"/>
                <a:gd name="csX106" fmla="*/ 419699 w 493230"/>
                <a:gd name="csY106" fmla="*/ 126710 h 128833"/>
                <a:gd name="csX107" fmla="*/ 419699 w 493230"/>
                <a:gd name="csY107" fmla="*/ 2132 h 128833"/>
                <a:gd name="csX108" fmla="*/ 435015 w 493230"/>
                <a:gd name="csY108" fmla="*/ 2132 h 128833"/>
                <a:gd name="csX109" fmla="*/ 435015 w 493230"/>
                <a:gd name="csY109" fmla="*/ 46826 h 128833"/>
                <a:gd name="csX110" fmla="*/ 461991 w 493230"/>
                <a:gd name="csY110" fmla="*/ 34425 h 128833"/>
                <a:gd name="csX111" fmla="*/ 479395 w 493230"/>
                <a:gd name="csY111" fmla="*/ 38420 h 128833"/>
                <a:gd name="csX112" fmla="*/ 489924 w 493230"/>
                <a:gd name="csY112" fmla="*/ 49297 h 128833"/>
                <a:gd name="csX113" fmla="*/ 493231 w 493230"/>
                <a:gd name="csY113" fmla="*/ 69521 h 128833"/>
                <a:gd name="csX114" fmla="*/ 493231 w 493230"/>
                <a:gd name="csY114" fmla="*/ 126710 h 128833"/>
                <a:gd name="csX115" fmla="*/ 477915 w 493230"/>
                <a:gd name="csY115" fmla="*/ 126710 h 128833"/>
                <a:gd name="csX116" fmla="*/ 477915 w 493230"/>
                <a:gd name="csY116" fmla="*/ 69521 h 128833"/>
                <a:gd name="csX117" fmla="*/ 472869 w 493230"/>
                <a:gd name="csY117" fmla="*/ 52865 h 128833"/>
                <a:gd name="csX118" fmla="*/ 458858 w 493230"/>
                <a:gd name="csY118" fmla="*/ 47591 h 128833"/>
                <a:gd name="csX119" fmla="*/ 446066 w 493230"/>
                <a:gd name="csY119" fmla="*/ 51159 h 128833"/>
                <a:gd name="csX120" fmla="*/ 437538 w 493230"/>
                <a:gd name="csY120" fmla="*/ 60679 h 128833"/>
                <a:gd name="csX121" fmla="*/ 435015 w 493230"/>
                <a:gd name="csY121" fmla="*/ 77335 h 128833"/>
                <a:gd name="csX122" fmla="*/ 435015 w 493230"/>
                <a:gd name="csY122" fmla="*/ 126710 h 128833"/>
                <a:gd name="csX123" fmla="*/ 419699 w 493230"/>
                <a:gd name="csY123" fmla="*/ 126710 h 12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</a:cxnLst>
              <a:rect l="l" t="t" r="r" b="b"/>
              <a:pathLst>
                <a:path w="493230" h="128833">
                  <a:moveTo>
                    <a:pt x="0" y="86681"/>
                  </a:moveTo>
                  <a:lnTo>
                    <a:pt x="15490" y="85323"/>
                  </a:lnTo>
                  <a:cubicBezTo>
                    <a:pt x="16273" y="91554"/>
                    <a:pt x="17926" y="96680"/>
                    <a:pt x="20624" y="100709"/>
                  </a:cubicBezTo>
                  <a:cubicBezTo>
                    <a:pt x="23321" y="104668"/>
                    <a:pt x="27499" y="107905"/>
                    <a:pt x="33155" y="110394"/>
                  </a:cubicBezTo>
                  <a:cubicBezTo>
                    <a:pt x="38898" y="112831"/>
                    <a:pt x="45251" y="114049"/>
                    <a:pt x="52299" y="114049"/>
                  </a:cubicBezTo>
                  <a:cubicBezTo>
                    <a:pt x="58564" y="114049"/>
                    <a:pt x="64134" y="113118"/>
                    <a:pt x="69007" y="111247"/>
                  </a:cubicBezTo>
                  <a:cubicBezTo>
                    <a:pt x="73793" y="109376"/>
                    <a:pt x="77361" y="106826"/>
                    <a:pt x="79711" y="103598"/>
                  </a:cubicBezTo>
                  <a:cubicBezTo>
                    <a:pt x="82060" y="100308"/>
                    <a:pt x="83278" y="96741"/>
                    <a:pt x="83278" y="92886"/>
                  </a:cubicBezTo>
                  <a:cubicBezTo>
                    <a:pt x="83278" y="88978"/>
                    <a:pt x="82147" y="85576"/>
                    <a:pt x="79885" y="82687"/>
                  </a:cubicBezTo>
                  <a:cubicBezTo>
                    <a:pt x="77622" y="79745"/>
                    <a:pt x="73880" y="77283"/>
                    <a:pt x="68659" y="75299"/>
                  </a:cubicBezTo>
                  <a:cubicBezTo>
                    <a:pt x="65265" y="73993"/>
                    <a:pt x="57869" y="71983"/>
                    <a:pt x="46469" y="69260"/>
                  </a:cubicBezTo>
                  <a:cubicBezTo>
                    <a:pt x="34982" y="66484"/>
                    <a:pt x="26977" y="63882"/>
                    <a:pt x="22364" y="61445"/>
                  </a:cubicBezTo>
                  <a:cubicBezTo>
                    <a:pt x="16447" y="58330"/>
                    <a:pt x="12009" y="54475"/>
                    <a:pt x="9050" y="49889"/>
                  </a:cubicBezTo>
                  <a:cubicBezTo>
                    <a:pt x="6179" y="45242"/>
                    <a:pt x="4699" y="40055"/>
                    <a:pt x="4699" y="34338"/>
                  </a:cubicBezTo>
                  <a:cubicBezTo>
                    <a:pt x="4699" y="28047"/>
                    <a:pt x="6527" y="22182"/>
                    <a:pt x="10095" y="16743"/>
                  </a:cubicBezTo>
                  <a:cubicBezTo>
                    <a:pt x="13662" y="11252"/>
                    <a:pt x="18883" y="7083"/>
                    <a:pt x="25671" y="4255"/>
                  </a:cubicBezTo>
                  <a:cubicBezTo>
                    <a:pt x="32546" y="1418"/>
                    <a:pt x="40203" y="0"/>
                    <a:pt x="48557" y="0"/>
                  </a:cubicBezTo>
                  <a:cubicBezTo>
                    <a:pt x="57782" y="0"/>
                    <a:pt x="65962" y="1505"/>
                    <a:pt x="72923" y="4508"/>
                  </a:cubicBezTo>
                  <a:cubicBezTo>
                    <a:pt x="80059" y="7458"/>
                    <a:pt x="85454" y="11817"/>
                    <a:pt x="89283" y="17596"/>
                  </a:cubicBezTo>
                  <a:cubicBezTo>
                    <a:pt x="93112" y="23374"/>
                    <a:pt x="95113" y="29918"/>
                    <a:pt x="95374" y="37227"/>
                  </a:cubicBezTo>
                  <a:lnTo>
                    <a:pt x="79624" y="38420"/>
                  </a:lnTo>
                  <a:cubicBezTo>
                    <a:pt x="78753" y="30544"/>
                    <a:pt x="75882" y="24592"/>
                    <a:pt x="70922" y="20572"/>
                  </a:cubicBezTo>
                  <a:cubicBezTo>
                    <a:pt x="66049" y="16543"/>
                    <a:pt x="58826" y="14533"/>
                    <a:pt x="49254" y="14533"/>
                  </a:cubicBezTo>
                  <a:cubicBezTo>
                    <a:pt x="39246" y="14533"/>
                    <a:pt x="32023" y="16377"/>
                    <a:pt x="27412" y="20058"/>
                  </a:cubicBezTo>
                  <a:cubicBezTo>
                    <a:pt x="22886" y="23687"/>
                    <a:pt x="20624" y="28073"/>
                    <a:pt x="20624" y="33233"/>
                  </a:cubicBezTo>
                  <a:cubicBezTo>
                    <a:pt x="20624" y="37706"/>
                    <a:pt x="22190" y="41387"/>
                    <a:pt x="25497" y="44276"/>
                  </a:cubicBezTo>
                  <a:cubicBezTo>
                    <a:pt x="28629" y="47165"/>
                    <a:pt x="36897" y="50141"/>
                    <a:pt x="50298" y="53204"/>
                  </a:cubicBezTo>
                  <a:cubicBezTo>
                    <a:pt x="63699" y="56207"/>
                    <a:pt x="72923" y="58843"/>
                    <a:pt x="77883" y="61106"/>
                  </a:cubicBezTo>
                  <a:cubicBezTo>
                    <a:pt x="85106" y="64447"/>
                    <a:pt x="90501" y="68694"/>
                    <a:pt x="93982" y="73854"/>
                  </a:cubicBezTo>
                  <a:cubicBezTo>
                    <a:pt x="97376" y="78954"/>
                    <a:pt x="99116" y="84845"/>
                    <a:pt x="99116" y="91528"/>
                  </a:cubicBezTo>
                  <a:cubicBezTo>
                    <a:pt x="99116" y="98159"/>
                    <a:pt x="97202" y="104416"/>
                    <a:pt x="93460" y="110307"/>
                  </a:cubicBezTo>
                  <a:cubicBezTo>
                    <a:pt x="89631" y="116146"/>
                    <a:pt x="84148" y="120706"/>
                    <a:pt x="77013" y="123995"/>
                  </a:cubicBezTo>
                  <a:cubicBezTo>
                    <a:pt x="69964" y="127224"/>
                    <a:pt x="61958" y="128833"/>
                    <a:pt x="53083" y="128833"/>
                  </a:cubicBezTo>
                  <a:cubicBezTo>
                    <a:pt x="41770" y="128833"/>
                    <a:pt x="32372" y="127189"/>
                    <a:pt x="24714" y="123908"/>
                  </a:cubicBezTo>
                  <a:cubicBezTo>
                    <a:pt x="17143" y="120619"/>
                    <a:pt x="11139" y="115694"/>
                    <a:pt x="6788" y="109124"/>
                  </a:cubicBezTo>
                  <a:cubicBezTo>
                    <a:pt x="2437" y="102493"/>
                    <a:pt x="174" y="95009"/>
                    <a:pt x="0" y="86681"/>
                  </a:cubicBezTo>
                  <a:close/>
                  <a:moveTo>
                    <a:pt x="136361" y="126710"/>
                  </a:moveTo>
                  <a:lnTo>
                    <a:pt x="108776" y="36462"/>
                  </a:lnTo>
                  <a:lnTo>
                    <a:pt x="124526" y="36462"/>
                  </a:lnTo>
                  <a:lnTo>
                    <a:pt x="138885" y="88552"/>
                  </a:lnTo>
                  <a:lnTo>
                    <a:pt x="144280" y="107931"/>
                  </a:lnTo>
                  <a:cubicBezTo>
                    <a:pt x="144454" y="106965"/>
                    <a:pt x="146020" y="100761"/>
                    <a:pt x="148892" y="89318"/>
                  </a:cubicBezTo>
                  <a:lnTo>
                    <a:pt x="163337" y="36462"/>
                  </a:lnTo>
                  <a:lnTo>
                    <a:pt x="179001" y="36462"/>
                  </a:lnTo>
                  <a:lnTo>
                    <a:pt x="192489" y="88813"/>
                  </a:lnTo>
                  <a:lnTo>
                    <a:pt x="197014" y="106061"/>
                  </a:lnTo>
                  <a:lnTo>
                    <a:pt x="202236" y="88639"/>
                  </a:lnTo>
                  <a:lnTo>
                    <a:pt x="217724" y="36462"/>
                  </a:lnTo>
                  <a:lnTo>
                    <a:pt x="232519" y="36462"/>
                  </a:lnTo>
                  <a:lnTo>
                    <a:pt x="204324" y="126710"/>
                  </a:lnTo>
                  <a:lnTo>
                    <a:pt x="188486" y="126710"/>
                  </a:lnTo>
                  <a:lnTo>
                    <a:pt x="174127" y="72662"/>
                  </a:lnTo>
                  <a:lnTo>
                    <a:pt x="170647" y="57277"/>
                  </a:lnTo>
                  <a:lnTo>
                    <a:pt x="152372" y="126710"/>
                  </a:lnTo>
                  <a:lnTo>
                    <a:pt x="136361" y="126710"/>
                  </a:lnTo>
                  <a:close/>
                  <a:moveTo>
                    <a:pt x="245572" y="19719"/>
                  </a:moveTo>
                  <a:lnTo>
                    <a:pt x="245572" y="2132"/>
                  </a:lnTo>
                  <a:lnTo>
                    <a:pt x="260887" y="2132"/>
                  </a:lnTo>
                  <a:lnTo>
                    <a:pt x="260887" y="19719"/>
                  </a:lnTo>
                  <a:lnTo>
                    <a:pt x="245572" y="19719"/>
                  </a:lnTo>
                  <a:close/>
                  <a:moveTo>
                    <a:pt x="245572" y="126710"/>
                  </a:moveTo>
                  <a:lnTo>
                    <a:pt x="245572" y="36462"/>
                  </a:lnTo>
                  <a:lnTo>
                    <a:pt x="260887" y="36462"/>
                  </a:lnTo>
                  <a:lnTo>
                    <a:pt x="260887" y="126710"/>
                  </a:lnTo>
                  <a:lnTo>
                    <a:pt x="245572" y="126710"/>
                  </a:lnTo>
                  <a:close/>
                  <a:moveTo>
                    <a:pt x="317625" y="113031"/>
                  </a:moveTo>
                  <a:lnTo>
                    <a:pt x="319800" y="126536"/>
                  </a:lnTo>
                  <a:cubicBezTo>
                    <a:pt x="315535" y="127450"/>
                    <a:pt x="311707" y="127902"/>
                    <a:pt x="308313" y="127902"/>
                  </a:cubicBezTo>
                  <a:cubicBezTo>
                    <a:pt x="302743" y="127902"/>
                    <a:pt x="298392" y="127024"/>
                    <a:pt x="295347" y="125266"/>
                  </a:cubicBezTo>
                  <a:cubicBezTo>
                    <a:pt x="292301" y="123508"/>
                    <a:pt x="290126" y="121211"/>
                    <a:pt x="288908" y="118382"/>
                  </a:cubicBezTo>
                  <a:cubicBezTo>
                    <a:pt x="287689" y="115493"/>
                    <a:pt x="286993" y="109463"/>
                    <a:pt x="286993" y="100282"/>
                  </a:cubicBezTo>
                  <a:lnTo>
                    <a:pt x="286993" y="48357"/>
                  </a:lnTo>
                  <a:lnTo>
                    <a:pt x="275767" y="48357"/>
                  </a:lnTo>
                  <a:lnTo>
                    <a:pt x="275767" y="36462"/>
                  </a:lnTo>
                  <a:lnTo>
                    <a:pt x="286993" y="36462"/>
                  </a:lnTo>
                  <a:lnTo>
                    <a:pt x="286993" y="14115"/>
                  </a:lnTo>
                  <a:lnTo>
                    <a:pt x="302222" y="4934"/>
                  </a:lnTo>
                  <a:lnTo>
                    <a:pt x="302222" y="36462"/>
                  </a:lnTo>
                  <a:lnTo>
                    <a:pt x="317625" y="36462"/>
                  </a:lnTo>
                  <a:lnTo>
                    <a:pt x="317625" y="48357"/>
                  </a:lnTo>
                  <a:lnTo>
                    <a:pt x="302222" y="48357"/>
                  </a:lnTo>
                  <a:lnTo>
                    <a:pt x="302222" y="101135"/>
                  </a:lnTo>
                  <a:cubicBezTo>
                    <a:pt x="302222" y="105495"/>
                    <a:pt x="302482" y="108297"/>
                    <a:pt x="303005" y="109541"/>
                  </a:cubicBezTo>
                  <a:cubicBezTo>
                    <a:pt x="303613" y="110794"/>
                    <a:pt x="304484" y="111786"/>
                    <a:pt x="305616" y="112517"/>
                  </a:cubicBezTo>
                  <a:cubicBezTo>
                    <a:pt x="306920" y="113257"/>
                    <a:pt x="308661" y="113622"/>
                    <a:pt x="310924" y="113622"/>
                  </a:cubicBezTo>
                  <a:cubicBezTo>
                    <a:pt x="312577" y="113622"/>
                    <a:pt x="314839" y="113422"/>
                    <a:pt x="317625" y="113031"/>
                  </a:cubicBezTo>
                  <a:close/>
                  <a:moveTo>
                    <a:pt x="391592" y="93651"/>
                  </a:moveTo>
                  <a:lnTo>
                    <a:pt x="406559" y="95609"/>
                  </a:lnTo>
                  <a:cubicBezTo>
                    <a:pt x="404992" y="105973"/>
                    <a:pt x="400728" y="114101"/>
                    <a:pt x="393941" y="120001"/>
                  </a:cubicBezTo>
                  <a:cubicBezTo>
                    <a:pt x="387154" y="125831"/>
                    <a:pt x="378886" y="128747"/>
                    <a:pt x="369053" y="128747"/>
                  </a:cubicBezTo>
                  <a:cubicBezTo>
                    <a:pt x="356697" y="128747"/>
                    <a:pt x="346776" y="124726"/>
                    <a:pt x="339206" y="116685"/>
                  </a:cubicBezTo>
                  <a:cubicBezTo>
                    <a:pt x="331722" y="108584"/>
                    <a:pt x="327980" y="96993"/>
                    <a:pt x="327980" y="81930"/>
                  </a:cubicBezTo>
                  <a:cubicBezTo>
                    <a:pt x="327980" y="72183"/>
                    <a:pt x="329633" y="63655"/>
                    <a:pt x="332853" y="56346"/>
                  </a:cubicBezTo>
                  <a:cubicBezTo>
                    <a:pt x="336073" y="49036"/>
                    <a:pt x="340945" y="43571"/>
                    <a:pt x="347559" y="39942"/>
                  </a:cubicBezTo>
                  <a:cubicBezTo>
                    <a:pt x="354173" y="36261"/>
                    <a:pt x="361395" y="34425"/>
                    <a:pt x="369140" y="34425"/>
                  </a:cubicBezTo>
                  <a:cubicBezTo>
                    <a:pt x="378886" y="34425"/>
                    <a:pt x="386980" y="36914"/>
                    <a:pt x="393158" y="41900"/>
                  </a:cubicBezTo>
                  <a:cubicBezTo>
                    <a:pt x="399423" y="46826"/>
                    <a:pt x="403427" y="53857"/>
                    <a:pt x="405167" y="62977"/>
                  </a:cubicBezTo>
                  <a:lnTo>
                    <a:pt x="390286" y="65265"/>
                  </a:lnTo>
                  <a:cubicBezTo>
                    <a:pt x="388894" y="59209"/>
                    <a:pt x="386370" y="54649"/>
                    <a:pt x="382716" y="51586"/>
                  </a:cubicBezTo>
                  <a:cubicBezTo>
                    <a:pt x="379148" y="48531"/>
                    <a:pt x="374797" y="47000"/>
                    <a:pt x="369750" y="47000"/>
                  </a:cubicBezTo>
                  <a:cubicBezTo>
                    <a:pt x="362005" y="47000"/>
                    <a:pt x="355740" y="49776"/>
                    <a:pt x="350953" y="55328"/>
                  </a:cubicBezTo>
                  <a:cubicBezTo>
                    <a:pt x="346079" y="60819"/>
                    <a:pt x="343731" y="69547"/>
                    <a:pt x="343731" y="81503"/>
                  </a:cubicBezTo>
                  <a:cubicBezTo>
                    <a:pt x="343731" y="93625"/>
                    <a:pt x="345992" y="102432"/>
                    <a:pt x="350692" y="107931"/>
                  </a:cubicBezTo>
                  <a:cubicBezTo>
                    <a:pt x="355304" y="113422"/>
                    <a:pt x="361395" y="116172"/>
                    <a:pt x="368879" y="116172"/>
                  </a:cubicBezTo>
                  <a:cubicBezTo>
                    <a:pt x="374884" y="116172"/>
                    <a:pt x="379843" y="114327"/>
                    <a:pt x="383934" y="110646"/>
                  </a:cubicBezTo>
                  <a:cubicBezTo>
                    <a:pt x="387937" y="106965"/>
                    <a:pt x="390461" y="101300"/>
                    <a:pt x="391592" y="93651"/>
                  </a:cubicBezTo>
                  <a:close/>
                  <a:moveTo>
                    <a:pt x="419699" y="126710"/>
                  </a:moveTo>
                  <a:lnTo>
                    <a:pt x="419699" y="2132"/>
                  </a:lnTo>
                  <a:lnTo>
                    <a:pt x="435015" y="2132"/>
                  </a:lnTo>
                  <a:lnTo>
                    <a:pt x="435015" y="46826"/>
                  </a:lnTo>
                  <a:cubicBezTo>
                    <a:pt x="442150" y="38559"/>
                    <a:pt x="451113" y="34425"/>
                    <a:pt x="461991" y="34425"/>
                  </a:cubicBezTo>
                  <a:cubicBezTo>
                    <a:pt x="468692" y="34425"/>
                    <a:pt x="474521" y="35757"/>
                    <a:pt x="479395" y="38420"/>
                  </a:cubicBezTo>
                  <a:cubicBezTo>
                    <a:pt x="484355" y="41022"/>
                    <a:pt x="487836" y="44650"/>
                    <a:pt x="489924" y="49297"/>
                  </a:cubicBezTo>
                  <a:cubicBezTo>
                    <a:pt x="492100" y="53935"/>
                    <a:pt x="493231" y="60679"/>
                    <a:pt x="493231" y="69521"/>
                  </a:cubicBezTo>
                  <a:lnTo>
                    <a:pt x="493231" y="126710"/>
                  </a:lnTo>
                  <a:lnTo>
                    <a:pt x="477915" y="126710"/>
                  </a:lnTo>
                  <a:lnTo>
                    <a:pt x="477915" y="69521"/>
                  </a:lnTo>
                  <a:cubicBezTo>
                    <a:pt x="477915" y="61872"/>
                    <a:pt x="476262" y="56320"/>
                    <a:pt x="472869" y="52865"/>
                  </a:cubicBezTo>
                  <a:cubicBezTo>
                    <a:pt x="469562" y="49349"/>
                    <a:pt x="464949" y="47591"/>
                    <a:pt x="458858" y="47591"/>
                  </a:cubicBezTo>
                  <a:cubicBezTo>
                    <a:pt x="454333" y="47591"/>
                    <a:pt x="450069" y="48784"/>
                    <a:pt x="446066" y="51159"/>
                  </a:cubicBezTo>
                  <a:cubicBezTo>
                    <a:pt x="442063" y="53483"/>
                    <a:pt x="439192" y="56659"/>
                    <a:pt x="437538" y="60679"/>
                  </a:cubicBezTo>
                  <a:cubicBezTo>
                    <a:pt x="435798" y="64700"/>
                    <a:pt x="435015" y="70251"/>
                    <a:pt x="435015" y="77335"/>
                  </a:cubicBezTo>
                  <a:lnTo>
                    <a:pt x="435015" y="126710"/>
                  </a:lnTo>
                  <a:lnTo>
                    <a:pt x="419699" y="126710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598D2A84-F7D2-47EA-81B5-9BC257ADB645}"/>
              </a:ext>
            </a:extLst>
          </p:cNvPr>
          <p:cNvGrpSpPr/>
          <p:nvPr/>
        </p:nvGrpSpPr>
        <p:grpSpPr>
          <a:xfrm>
            <a:off x="9938174" y="1997762"/>
            <a:ext cx="1044243" cy="1696896"/>
            <a:chOff x="9938174" y="1997762"/>
            <a:chExt cx="1044243" cy="169689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0466237-57AE-2B64-F2B4-904663CB5A77}"/>
                </a:ext>
              </a:extLst>
            </p:cNvPr>
            <p:cNvSpPr/>
            <p:nvPr/>
          </p:nvSpPr>
          <p:spPr>
            <a:xfrm>
              <a:off x="10355871" y="3607638"/>
              <a:ext cx="87020" cy="87020"/>
            </a:xfrm>
            <a:custGeom>
              <a:avLst/>
              <a:gdLst>
                <a:gd name="csX0" fmla="*/ 43510 w 87020"/>
                <a:gd name="csY0" fmla="*/ 87020 h 87020"/>
                <a:gd name="csX1" fmla="*/ 87020 w 87020"/>
                <a:gd name="csY1" fmla="*/ 43510 h 87020"/>
                <a:gd name="csX2" fmla="*/ 43510 w 87020"/>
                <a:gd name="csY2" fmla="*/ 0 h 87020"/>
                <a:gd name="csX3" fmla="*/ 0 w 87020"/>
                <a:gd name="csY3" fmla="*/ 43510 h 87020"/>
                <a:gd name="csX4" fmla="*/ 43510 w 87020"/>
                <a:gd name="csY4" fmla="*/ 87020 h 87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020" h="87020">
                  <a:moveTo>
                    <a:pt x="43510" y="87020"/>
                  </a:moveTo>
                  <a:cubicBezTo>
                    <a:pt x="67528" y="87020"/>
                    <a:pt x="87020" y="67536"/>
                    <a:pt x="87020" y="43510"/>
                  </a:cubicBezTo>
                  <a:cubicBezTo>
                    <a:pt x="87020" y="19484"/>
                    <a:pt x="67528" y="0"/>
                    <a:pt x="43510" y="0"/>
                  </a:cubicBezTo>
                  <a:cubicBezTo>
                    <a:pt x="19492" y="0"/>
                    <a:pt x="0" y="19484"/>
                    <a:pt x="0" y="43510"/>
                  </a:cubicBezTo>
                  <a:cubicBezTo>
                    <a:pt x="0" y="67536"/>
                    <a:pt x="19492" y="87020"/>
                    <a:pt x="43510" y="87020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195153D-EA93-06AE-5406-8187A523BD93}"/>
                </a:ext>
              </a:extLst>
            </p:cNvPr>
            <p:cNvSpPr/>
            <p:nvPr/>
          </p:nvSpPr>
          <p:spPr>
            <a:xfrm>
              <a:off x="10399381" y="2432864"/>
              <a:ext cx="8702" cy="1174774"/>
            </a:xfrm>
            <a:custGeom>
              <a:avLst/>
              <a:gdLst>
                <a:gd name="csX0" fmla="*/ 0 w 8702"/>
                <a:gd name="csY0" fmla="*/ 1174774 h 1174774"/>
                <a:gd name="csX1" fmla="*/ 0 w 8702"/>
                <a:gd name="csY1" fmla="*/ 0 h 11747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1174774">
                  <a:moveTo>
                    <a:pt x="0" y="1174774"/>
                  </a:moveTo>
                  <a:lnTo>
                    <a:pt x="0" y="0"/>
                  </a:lnTo>
                </a:path>
              </a:pathLst>
            </a:custGeom>
            <a:noFill/>
            <a:ln w="17404" cap="flat">
              <a:solidFill>
                <a:srgbClr val="50A050"/>
              </a:solidFill>
              <a:prstDash val="solid"/>
              <a:miter/>
            </a:ln>
          </p:spPr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680C67E-0B82-E8A1-B8F8-01C096CA3C55}"/>
                </a:ext>
              </a:extLst>
            </p:cNvPr>
            <p:cNvSpPr/>
            <p:nvPr/>
          </p:nvSpPr>
          <p:spPr>
            <a:xfrm>
              <a:off x="9938174" y="1997762"/>
              <a:ext cx="1044243" cy="435101"/>
            </a:xfrm>
            <a:custGeom>
              <a:avLst/>
              <a:gdLst>
                <a:gd name="csX0" fmla="*/ 992031 w 1044243"/>
                <a:gd name="csY0" fmla="*/ 0 h 435101"/>
                <a:gd name="csX1" fmla="*/ 52212 w 1044243"/>
                <a:gd name="csY1" fmla="*/ 0 h 435101"/>
                <a:gd name="csX2" fmla="*/ 0 w 1044243"/>
                <a:gd name="csY2" fmla="*/ 52212 h 435101"/>
                <a:gd name="csX3" fmla="*/ 0 w 1044243"/>
                <a:gd name="csY3" fmla="*/ 382889 h 435101"/>
                <a:gd name="csX4" fmla="*/ 52212 w 1044243"/>
                <a:gd name="csY4" fmla="*/ 435102 h 435101"/>
                <a:gd name="csX5" fmla="*/ 992031 w 1044243"/>
                <a:gd name="csY5" fmla="*/ 435102 h 435101"/>
                <a:gd name="csX6" fmla="*/ 1044244 w 1044243"/>
                <a:gd name="csY6" fmla="*/ 382889 h 435101"/>
                <a:gd name="csX7" fmla="*/ 1044244 w 1044243"/>
                <a:gd name="csY7" fmla="*/ 52212 h 435101"/>
                <a:gd name="csX8" fmla="*/ 992031 w 1044243"/>
                <a:gd name="csY8" fmla="*/ 0 h 4351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44243" h="435101">
                  <a:moveTo>
                    <a:pt x="992031" y="0"/>
                  </a:moveTo>
                  <a:lnTo>
                    <a:pt x="52212" y="0"/>
                  </a:lnTo>
                  <a:cubicBezTo>
                    <a:pt x="23408" y="0"/>
                    <a:pt x="0" y="23374"/>
                    <a:pt x="0" y="52212"/>
                  </a:cubicBezTo>
                  <a:lnTo>
                    <a:pt x="0" y="382889"/>
                  </a:lnTo>
                  <a:cubicBezTo>
                    <a:pt x="0" y="411728"/>
                    <a:pt x="23408" y="435102"/>
                    <a:pt x="52212" y="435102"/>
                  </a:cubicBezTo>
                  <a:lnTo>
                    <a:pt x="992031" y="435102"/>
                  </a:lnTo>
                  <a:cubicBezTo>
                    <a:pt x="1020836" y="435102"/>
                    <a:pt x="1044244" y="411728"/>
                    <a:pt x="1044244" y="382889"/>
                  </a:cubicBezTo>
                  <a:lnTo>
                    <a:pt x="1044244" y="52212"/>
                  </a:lnTo>
                  <a:cubicBezTo>
                    <a:pt x="1044244" y="23374"/>
                    <a:pt x="1020836" y="0"/>
                    <a:pt x="992031" y="0"/>
                  </a:cubicBezTo>
                  <a:close/>
                </a:path>
              </a:pathLst>
            </a:custGeom>
            <a:solidFill>
              <a:srgbClr val="50A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54B7657-A0E7-5F8B-A7AA-76297CF7D14F}"/>
                </a:ext>
              </a:extLst>
            </p:cNvPr>
            <p:cNvSpPr/>
            <p:nvPr/>
          </p:nvSpPr>
          <p:spPr>
            <a:xfrm>
              <a:off x="10178872" y="2125543"/>
              <a:ext cx="578772" cy="126701"/>
            </a:xfrm>
            <a:custGeom>
              <a:avLst/>
              <a:gdLst>
                <a:gd name="csX0" fmla="*/ 0 w 578772"/>
                <a:gd name="csY0" fmla="*/ 124578 h 126701"/>
                <a:gd name="csX1" fmla="*/ 0 w 578772"/>
                <a:gd name="csY1" fmla="*/ 0 h 126701"/>
                <a:gd name="csX2" fmla="*/ 84061 w 578772"/>
                <a:gd name="csY2" fmla="*/ 0 h 126701"/>
                <a:gd name="csX3" fmla="*/ 84061 w 578772"/>
                <a:gd name="csY3" fmla="*/ 14698 h 126701"/>
                <a:gd name="csX4" fmla="*/ 16447 w 578772"/>
                <a:gd name="csY4" fmla="*/ 14698 h 126701"/>
                <a:gd name="csX5" fmla="*/ 16447 w 578772"/>
                <a:gd name="csY5" fmla="*/ 53283 h 126701"/>
                <a:gd name="csX6" fmla="*/ 74924 w 578772"/>
                <a:gd name="csY6" fmla="*/ 53283 h 126701"/>
                <a:gd name="csX7" fmla="*/ 74924 w 578772"/>
                <a:gd name="csY7" fmla="*/ 67980 h 126701"/>
                <a:gd name="csX8" fmla="*/ 16447 w 578772"/>
                <a:gd name="csY8" fmla="*/ 67980 h 126701"/>
                <a:gd name="csX9" fmla="*/ 16447 w 578772"/>
                <a:gd name="csY9" fmla="*/ 124578 h 126701"/>
                <a:gd name="csX10" fmla="*/ 0 w 578772"/>
                <a:gd name="csY10" fmla="*/ 124578 h 126701"/>
                <a:gd name="csX11" fmla="*/ 103206 w 578772"/>
                <a:gd name="csY11" fmla="*/ 124578 h 126701"/>
                <a:gd name="csX12" fmla="*/ 103206 w 578772"/>
                <a:gd name="csY12" fmla="*/ 0 h 126701"/>
                <a:gd name="csX13" fmla="*/ 118522 w 578772"/>
                <a:gd name="csY13" fmla="*/ 0 h 126701"/>
                <a:gd name="csX14" fmla="*/ 118522 w 578772"/>
                <a:gd name="csY14" fmla="*/ 124578 h 126701"/>
                <a:gd name="csX15" fmla="*/ 103206 w 578772"/>
                <a:gd name="csY15" fmla="*/ 124578 h 126701"/>
                <a:gd name="csX16" fmla="*/ 201191 w 578772"/>
                <a:gd name="csY16" fmla="*/ 113448 h 126701"/>
                <a:gd name="csX17" fmla="*/ 184831 w 578772"/>
                <a:gd name="csY17" fmla="*/ 123647 h 126701"/>
                <a:gd name="csX18" fmla="*/ 167949 w 578772"/>
                <a:gd name="csY18" fmla="*/ 126614 h 126701"/>
                <a:gd name="csX19" fmla="*/ 145149 w 578772"/>
                <a:gd name="csY19" fmla="*/ 119392 h 126701"/>
                <a:gd name="csX20" fmla="*/ 137144 w 578772"/>
                <a:gd name="csY20" fmla="*/ 100787 h 126701"/>
                <a:gd name="csX21" fmla="*/ 140102 w 578772"/>
                <a:gd name="csY21" fmla="*/ 88717 h 126701"/>
                <a:gd name="csX22" fmla="*/ 148022 w 578772"/>
                <a:gd name="csY22" fmla="*/ 79876 h 126701"/>
                <a:gd name="csX23" fmla="*/ 159072 w 578772"/>
                <a:gd name="csY23" fmla="*/ 74864 h 126701"/>
                <a:gd name="csX24" fmla="*/ 172648 w 578772"/>
                <a:gd name="csY24" fmla="*/ 72566 h 126701"/>
                <a:gd name="csX25" fmla="*/ 199972 w 578772"/>
                <a:gd name="csY25" fmla="*/ 67301 h 126701"/>
                <a:gd name="csX26" fmla="*/ 200060 w 578772"/>
                <a:gd name="csY26" fmla="*/ 63307 h 126701"/>
                <a:gd name="csX27" fmla="*/ 195709 w 578772"/>
                <a:gd name="csY27" fmla="*/ 50132 h 126701"/>
                <a:gd name="csX28" fmla="*/ 178305 w 578772"/>
                <a:gd name="csY28" fmla="*/ 44955 h 126701"/>
                <a:gd name="csX29" fmla="*/ 162293 w 578772"/>
                <a:gd name="csY29" fmla="*/ 48775 h 126701"/>
                <a:gd name="csX30" fmla="*/ 154721 w 578772"/>
                <a:gd name="csY30" fmla="*/ 62115 h 126701"/>
                <a:gd name="csX31" fmla="*/ 139754 w 578772"/>
                <a:gd name="csY31" fmla="*/ 60079 h 126701"/>
                <a:gd name="csX32" fmla="*/ 146455 w 578772"/>
                <a:gd name="csY32" fmla="*/ 44615 h 126701"/>
                <a:gd name="csX33" fmla="*/ 160030 w 578772"/>
                <a:gd name="csY33" fmla="*/ 35522 h 126701"/>
                <a:gd name="csX34" fmla="*/ 180480 w 578772"/>
                <a:gd name="csY34" fmla="*/ 32293 h 126701"/>
                <a:gd name="csX35" fmla="*/ 199277 w 578772"/>
                <a:gd name="csY35" fmla="*/ 35008 h 126701"/>
                <a:gd name="csX36" fmla="*/ 209893 w 578772"/>
                <a:gd name="csY36" fmla="*/ 41892 h 126701"/>
                <a:gd name="csX37" fmla="*/ 214678 w 578772"/>
                <a:gd name="csY37" fmla="*/ 52256 h 126701"/>
                <a:gd name="csX38" fmla="*/ 215375 w 578772"/>
                <a:gd name="csY38" fmla="*/ 66370 h 126701"/>
                <a:gd name="csX39" fmla="*/ 215375 w 578772"/>
                <a:gd name="csY39" fmla="*/ 86759 h 126701"/>
                <a:gd name="csX40" fmla="*/ 216332 w 578772"/>
                <a:gd name="csY40" fmla="*/ 113788 h 126701"/>
                <a:gd name="csX41" fmla="*/ 220248 w 578772"/>
                <a:gd name="csY41" fmla="*/ 124578 h 126701"/>
                <a:gd name="csX42" fmla="*/ 204236 w 578772"/>
                <a:gd name="csY42" fmla="*/ 124578 h 126701"/>
                <a:gd name="csX43" fmla="*/ 201191 w 578772"/>
                <a:gd name="csY43" fmla="*/ 113448 h 126701"/>
                <a:gd name="csX44" fmla="*/ 199972 w 578772"/>
                <a:gd name="csY44" fmla="*/ 79284 h 126701"/>
                <a:gd name="csX45" fmla="*/ 174998 w 578772"/>
                <a:gd name="csY45" fmla="*/ 85062 h 126701"/>
                <a:gd name="csX46" fmla="*/ 161596 w 578772"/>
                <a:gd name="csY46" fmla="*/ 88125 h 126701"/>
                <a:gd name="csX47" fmla="*/ 155592 w 578772"/>
                <a:gd name="csY47" fmla="*/ 93138 h 126701"/>
                <a:gd name="csX48" fmla="*/ 153417 w 578772"/>
                <a:gd name="csY48" fmla="*/ 100360 h 126701"/>
                <a:gd name="csX49" fmla="*/ 158028 w 578772"/>
                <a:gd name="csY49" fmla="*/ 110559 h 126701"/>
                <a:gd name="csX50" fmla="*/ 171604 w 578772"/>
                <a:gd name="csY50" fmla="*/ 114632 h 126701"/>
                <a:gd name="csX51" fmla="*/ 187354 w 578772"/>
                <a:gd name="csY51" fmla="*/ 110812 h 126701"/>
                <a:gd name="csX52" fmla="*/ 197449 w 578772"/>
                <a:gd name="csY52" fmla="*/ 100186 h 126701"/>
                <a:gd name="csX53" fmla="*/ 199972 w 578772"/>
                <a:gd name="csY53" fmla="*/ 84888 h 126701"/>
                <a:gd name="csX54" fmla="*/ 199972 w 578772"/>
                <a:gd name="csY54" fmla="*/ 79284 h 126701"/>
                <a:gd name="csX55" fmla="*/ 239219 w 578772"/>
                <a:gd name="csY55" fmla="*/ 124578 h 126701"/>
                <a:gd name="csX56" fmla="*/ 239219 w 578772"/>
                <a:gd name="csY56" fmla="*/ 34329 h 126701"/>
                <a:gd name="csX57" fmla="*/ 252968 w 578772"/>
                <a:gd name="csY57" fmla="*/ 34329 h 126701"/>
                <a:gd name="csX58" fmla="*/ 252968 w 578772"/>
                <a:gd name="csY58" fmla="*/ 47165 h 126701"/>
                <a:gd name="csX59" fmla="*/ 281685 w 578772"/>
                <a:gd name="csY59" fmla="*/ 32293 h 126701"/>
                <a:gd name="csX60" fmla="*/ 296652 w 578772"/>
                <a:gd name="csY60" fmla="*/ 35261 h 126701"/>
                <a:gd name="csX61" fmla="*/ 306921 w 578772"/>
                <a:gd name="csY61" fmla="*/ 42910 h 126701"/>
                <a:gd name="csX62" fmla="*/ 311706 w 578772"/>
                <a:gd name="csY62" fmla="*/ 54214 h 126701"/>
                <a:gd name="csX63" fmla="*/ 312576 w 578772"/>
                <a:gd name="csY63" fmla="*/ 69085 h 126701"/>
                <a:gd name="csX64" fmla="*/ 312576 w 578772"/>
                <a:gd name="csY64" fmla="*/ 124578 h 126701"/>
                <a:gd name="csX65" fmla="*/ 297261 w 578772"/>
                <a:gd name="csY65" fmla="*/ 124578 h 126701"/>
                <a:gd name="csX66" fmla="*/ 297261 w 578772"/>
                <a:gd name="csY66" fmla="*/ 69677 h 126701"/>
                <a:gd name="csX67" fmla="*/ 295434 w 578772"/>
                <a:gd name="csY67" fmla="*/ 55745 h 126701"/>
                <a:gd name="csX68" fmla="*/ 289081 w 578772"/>
                <a:gd name="csY68" fmla="*/ 48348 h 126701"/>
                <a:gd name="csX69" fmla="*/ 278465 w 578772"/>
                <a:gd name="csY69" fmla="*/ 45546 h 126701"/>
                <a:gd name="csX70" fmla="*/ 261582 w 578772"/>
                <a:gd name="csY70" fmla="*/ 51751 h 126701"/>
                <a:gd name="csX71" fmla="*/ 254534 w 578772"/>
                <a:gd name="csY71" fmla="*/ 75290 h 126701"/>
                <a:gd name="csX72" fmla="*/ 254534 w 578772"/>
                <a:gd name="csY72" fmla="*/ 124578 h 126701"/>
                <a:gd name="csX73" fmla="*/ 239219 w 578772"/>
                <a:gd name="csY73" fmla="*/ 124578 h 126701"/>
                <a:gd name="csX74" fmla="*/ 330155 w 578772"/>
                <a:gd name="csY74" fmla="*/ 87186 h 126701"/>
                <a:gd name="csX75" fmla="*/ 330155 w 578772"/>
                <a:gd name="csY75" fmla="*/ 71809 h 126701"/>
                <a:gd name="csX76" fmla="*/ 377146 w 578772"/>
                <a:gd name="csY76" fmla="*/ 71809 h 126701"/>
                <a:gd name="csX77" fmla="*/ 377146 w 578772"/>
                <a:gd name="csY77" fmla="*/ 87186 h 126701"/>
                <a:gd name="csX78" fmla="*/ 330155 w 578772"/>
                <a:gd name="csY78" fmla="*/ 87186 h 126701"/>
                <a:gd name="csX79" fmla="*/ 427705 w 578772"/>
                <a:gd name="csY79" fmla="*/ 124578 h 126701"/>
                <a:gd name="csX80" fmla="*/ 427705 w 578772"/>
                <a:gd name="csY80" fmla="*/ 14698 h 126701"/>
                <a:gd name="csX81" fmla="*/ 386631 w 578772"/>
                <a:gd name="csY81" fmla="*/ 14698 h 126701"/>
                <a:gd name="csX82" fmla="*/ 386631 w 578772"/>
                <a:gd name="csY82" fmla="*/ 0 h 126701"/>
                <a:gd name="csX83" fmla="*/ 485398 w 578772"/>
                <a:gd name="csY83" fmla="*/ 0 h 126701"/>
                <a:gd name="csX84" fmla="*/ 485398 w 578772"/>
                <a:gd name="csY84" fmla="*/ 14698 h 126701"/>
                <a:gd name="csX85" fmla="*/ 444151 w 578772"/>
                <a:gd name="csY85" fmla="*/ 14698 h 126701"/>
                <a:gd name="csX86" fmla="*/ 444151 w 578772"/>
                <a:gd name="csY86" fmla="*/ 124578 h 126701"/>
                <a:gd name="csX87" fmla="*/ 427705 w 578772"/>
                <a:gd name="csY87" fmla="*/ 124578 h 126701"/>
                <a:gd name="csX88" fmla="*/ 496190 w 578772"/>
                <a:gd name="csY88" fmla="*/ 91946 h 126701"/>
                <a:gd name="csX89" fmla="*/ 512288 w 578772"/>
                <a:gd name="csY89" fmla="*/ 90588 h 126701"/>
                <a:gd name="csX90" fmla="*/ 520468 w 578772"/>
                <a:gd name="csY90" fmla="*/ 108262 h 126701"/>
                <a:gd name="csX91" fmla="*/ 536219 w 578772"/>
                <a:gd name="csY91" fmla="*/ 114127 h 126701"/>
                <a:gd name="csX92" fmla="*/ 554929 w 578772"/>
                <a:gd name="csY92" fmla="*/ 105799 h 126701"/>
                <a:gd name="csX93" fmla="*/ 562586 w 578772"/>
                <a:gd name="csY93" fmla="*/ 83705 h 126701"/>
                <a:gd name="csX94" fmla="*/ 555189 w 578772"/>
                <a:gd name="csY94" fmla="*/ 63055 h 126701"/>
                <a:gd name="csX95" fmla="*/ 535958 w 578772"/>
                <a:gd name="csY95" fmla="*/ 55493 h 126701"/>
                <a:gd name="csX96" fmla="*/ 522643 w 578772"/>
                <a:gd name="csY96" fmla="*/ 58887 h 126701"/>
                <a:gd name="csX97" fmla="*/ 513246 w 578772"/>
                <a:gd name="csY97" fmla="*/ 67554 h 126701"/>
                <a:gd name="csX98" fmla="*/ 498887 w 578772"/>
                <a:gd name="csY98" fmla="*/ 65683 h 126701"/>
                <a:gd name="csX99" fmla="*/ 510983 w 578772"/>
                <a:gd name="csY99" fmla="*/ 1697 h 126701"/>
                <a:gd name="csX100" fmla="*/ 572941 w 578772"/>
                <a:gd name="csY100" fmla="*/ 1697 h 126701"/>
                <a:gd name="csX101" fmla="*/ 572941 w 578772"/>
                <a:gd name="csY101" fmla="*/ 16316 h 126701"/>
                <a:gd name="csX102" fmla="*/ 523253 w 578772"/>
                <a:gd name="csY102" fmla="*/ 16316 h 126701"/>
                <a:gd name="csX103" fmla="*/ 516465 w 578772"/>
                <a:gd name="csY103" fmla="*/ 49793 h 126701"/>
                <a:gd name="csX104" fmla="*/ 540047 w 578772"/>
                <a:gd name="csY104" fmla="*/ 41979 h 126701"/>
                <a:gd name="csX105" fmla="*/ 567546 w 578772"/>
                <a:gd name="csY105" fmla="*/ 53283 h 126701"/>
                <a:gd name="csX106" fmla="*/ 578772 w 578772"/>
                <a:gd name="csY106" fmla="*/ 82339 h 126701"/>
                <a:gd name="csX107" fmla="*/ 568939 w 578772"/>
                <a:gd name="csY107" fmla="*/ 111577 h 126701"/>
                <a:gd name="csX108" fmla="*/ 536219 w 578772"/>
                <a:gd name="csY108" fmla="*/ 126702 h 126701"/>
                <a:gd name="csX109" fmla="*/ 508459 w 578772"/>
                <a:gd name="csY109" fmla="*/ 117181 h 126701"/>
                <a:gd name="csX110" fmla="*/ 496190 w 578772"/>
                <a:gd name="csY110" fmla="*/ 91946 h 126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</a:cxnLst>
              <a:rect l="l" t="t" r="r" b="b"/>
              <a:pathLst>
                <a:path w="578772" h="126701">
                  <a:moveTo>
                    <a:pt x="0" y="124578"/>
                  </a:moveTo>
                  <a:lnTo>
                    <a:pt x="0" y="0"/>
                  </a:lnTo>
                  <a:lnTo>
                    <a:pt x="84061" y="0"/>
                  </a:lnTo>
                  <a:lnTo>
                    <a:pt x="84061" y="14698"/>
                  </a:lnTo>
                  <a:lnTo>
                    <a:pt x="16447" y="14698"/>
                  </a:lnTo>
                  <a:lnTo>
                    <a:pt x="16447" y="53283"/>
                  </a:lnTo>
                  <a:lnTo>
                    <a:pt x="74924" y="53283"/>
                  </a:lnTo>
                  <a:lnTo>
                    <a:pt x="74924" y="67980"/>
                  </a:lnTo>
                  <a:lnTo>
                    <a:pt x="16447" y="67980"/>
                  </a:lnTo>
                  <a:lnTo>
                    <a:pt x="16447" y="124578"/>
                  </a:lnTo>
                  <a:lnTo>
                    <a:pt x="0" y="124578"/>
                  </a:lnTo>
                  <a:close/>
                  <a:moveTo>
                    <a:pt x="103206" y="124578"/>
                  </a:moveTo>
                  <a:lnTo>
                    <a:pt x="103206" y="0"/>
                  </a:lnTo>
                  <a:lnTo>
                    <a:pt x="118522" y="0"/>
                  </a:lnTo>
                  <a:lnTo>
                    <a:pt x="118522" y="124578"/>
                  </a:lnTo>
                  <a:lnTo>
                    <a:pt x="103206" y="124578"/>
                  </a:lnTo>
                  <a:close/>
                  <a:moveTo>
                    <a:pt x="201191" y="113448"/>
                  </a:moveTo>
                  <a:cubicBezTo>
                    <a:pt x="195534" y="118261"/>
                    <a:pt x="190052" y="121663"/>
                    <a:pt x="184831" y="123647"/>
                  </a:cubicBezTo>
                  <a:cubicBezTo>
                    <a:pt x="179610" y="125622"/>
                    <a:pt x="173954" y="126614"/>
                    <a:pt x="167949" y="126614"/>
                  </a:cubicBezTo>
                  <a:cubicBezTo>
                    <a:pt x="158115" y="126614"/>
                    <a:pt x="150457" y="124213"/>
                    <a:pt x="145149" y="119392"/>
                  </a:cubicBezTo>
                  <a:cubicBezTo>
                    <a:pt x="139841" y="114519"/>
                    <a:pt x="137144" y="108323"/>
                    <a:pt x="137144" y="100787"/>
                  </a:cubicBezTo>
                  <a:cubicBezTo>
                    <a:pt x="137144" y="96366"/>
                    <a:pt x="138101" y="92346"/>
                    <a:pt x="140102" y="88717"/>
                  </a:cubicBezTo>
                  <a:cubicBezTo>
                    <a:pt x="142191" y="85036"/>
                    <a:pt x="144802" y="82086"/>
                    <a:pt x="148022" y="79876"/>
                  </a:cubicBezTo>
                  <a:cubicBezTo>
                    <a:pt x="151328" y="77666"/>
                    <a:pt x="154983" y="75995"/>
                    <a:pt x="159072" y="74864"/>
                  </a:cubicBezTo>
                  <a:cubicBezTo>
                    <a:pt x="162032" y="74072"/>
                    <a:pt x="166644" y="73306"/>
                    <a:pt x="172648" y="72566"/>
                  </a:cubicBezTo>
                  <a:cubicBezTo>
                    <a:pt x="185005" y="71096"/>
                    <a:pt x="194142" y="69338"/>
                    <a:pt x="199972" y="67301"/>
                  </a:cubicBezTo>
                  <a:cubicBezTo>
                    <a:pt x="199972" y="65204"/>
                    <a:pt x="200060" y="63873"/>
                    <a:pt x="200060" y="63307"/>
                  </a:cubicBezTo>
                  <a:cubicBezTo>
                    <a:pt x="200060" y="57077"/>
                    <a:pt x="198580" y="52682"/>
                    <a:pt x="195709" y="50132"/>
                  </a:cubicBezTo>
                  <a:cubicBezTo>
                    <a:pt x="191792" y="46678"/>
                    <a:pt x="185962" y="44955"/>
                    <a:pt x="178305" y="44955"/>
                  </a:cubicBezTo>
                  <a:cubicBezTo>
                    <a:pt x="171081" y="44955"/>
                    <a:pt x="165773" y="46225"/>
                    <a:pt x="162293" y="48775"/>
                  </a:cubicBezTo>
                  <a:cubicBezTo>
                    <a:pt x="158899" y="51272"/>
                    <a:pt x="156375" y="55719"/>
                    <a:pt x="154721" y="62115"/>
                  </a:cubicBezTo>
                  <a:lnTo>
                    <a:pt x="139754" y="60079"/>
                  </a:lnTo>
                  <a:cubicBezTo>
                    <a:pt x="141147" y="53674"/>
                    <a:pt x="143409" y="48522"/>
                    <a:pt x="146455" y="44615"/>
                  </a:cubicBezTo>
                  <a:cubicBezTo>
                    <a:pt x="149587" y="40647"/>
                    <a:pt x="154113" y="37619"/>
                    <a:pt x="160030" y="35522"/>
                  </a:cubicBezTo>
                  <a:cubicBezTo>
                    <a:pt x="165860" y="33364"/>
                    <a:pt x="172735" y="32293"/>
                    <a:pt x="180480" y="32293"/>
                  </a:cubicBezTo>
                  <a:cubicBezTo>
                    <a:pt x="188225" y="32293"/>
                    <a:pt x="194490" y="33198"/>
                    <a:pt x="199277" y="35008"/>
                  </a:cubicBezTo>
                  <a:cubicBezTo>
                    <a:pt x="204062" y="36818"/>
                    <a:pt x="207630" y="39116"/>
                    <a:pt x="209893" y="41892"/>
                  </a:cubicBezTo>
                  <a:cubicBezTo>
                    <a:pt x="212156" y="44615"/>
                    <a:pt x="213721" y="48070"/>
                    <a:pt x="214678" y="52256"/>
                  </a:cubicBezTo>
                  <a:cubicBezTo>
                    <a:pt x="215114" y="54866"/>
                    <a:pt x="215375" y="59565"/>
                    <a:pt x="215375" y="66370"/>
                  </a:cubicBezTo>
                  <a:lnTo>
                    <a:pt x="215375" y="86759"/>
                  </a:lnTo>
                  <a:cubicBezTo>
                    <a:pt x="215375" y="100978"/>
                    <a:pt x="215723" y="109994"/>
                    <a:pt x="216332" y="113788"/>
                  </a:cubicBezTo>
                  <a:cubicBezTo>
                    <a:pt x="217028" y="117521"/>
                    <a:pt x="218334" y="121123"/>
                    <a:pt x="220248" y="124578"/>
                  </a:cubicBezTo>
                  <a:lnTo>
                    <a:pt x="204236" y="124578"/>
                  </a:lnTo>
                  <a:cubicBezTo>
                    <a:pt x="202670" y="121402"/>
                    <a:pt x="201712" y="117695"/>
                    <a:pt x="201191" y="113448"/>
                  </a:cubicBezTo>
                  <a:close/>
                  <a:moveTo>
                    <a:pt x="199972" y="79284"/>
                  </a:moveTo>
                  <a:cubicBezTo>
                    <a:pt x="194403" y="81547"/>
                    <a:pt x="186049" y="83478"/>
                    <a:pt x="174998" y="85062"/>
                  </a:cubicBezTo>
                  <a:cubicBezTo>
                    <a:pt x="168645" y="85967"/>
                    <a:pt x="164207" y="86985"/>
                    <a:pt x="161596" y="88125"/>
                  </a:cubicBezTo>
                  <a:cubicBezTo>
                    <a:pt x="158986" y="89257"/>
                    <a:pt x="156984" y="90927"/>
                    <a:pt x="155592" y="93138"/>
                  </a:cubicBezTo>
                  <a:cubicBezTo>
                    <a:pt x="154200" y="95287"/>
                    <a:pt x="153417" y="97698"/>
                    <a:pt x="153417" y="100360"/>
                  </a:cubicBezTo>
                  <a:cubicBezTo>
                    <a:pt x="153417" y="104442"/>
                    <a:pt x="154983" y="107836"/>
                    <a:pt x="158028" y="110559"/>
                  </a:cubicBezTo>
                  <a:cubicBezTo>
                    <a:pt x="161162" y="113274"/>
                    <a:pt x="165686" y="114632"/>
                    <a:pt x="171604" y="114632"/>
                  </a:cubicBezTo>
                  <a:cubicBezTo>
                    <a:pt x="177522" y="114632"/>
                    <a:pt x="182743" y="113361"/>
                    <a:pt x="187354" y="110812"/>
                  </a:cubicBezTo>
                  <a:cubicBezTo>
                    <a:pt x="191966" y="108201"/>
                    <a:pt x="195360" y="104668"/>
                    <a:pt x="197449" y="100186"/>
                  </a:cubicBezTo>
                  <a:cubicBezTo>
                    <a:pt x="199102" y="96732"/>
                    <a:pt x="199972" y="91632"/>
                    <a:pt x="199972" y="84888"/>
                  </a:cubicBezTo>
                  <a:lnTo>
                    <a:pt x="199972" y="79284"/>
                  </a:lnTo>
                  <a:close/>
                  <a:moveTo>
                    <a:pt x="239219" y="124578"/>
                  </a:moveTo>
                  <a:lnTo>
                    <a:pt x="239219" y="34329"/>
                  </a:lnTo>
                  <a:lnTo>
                    <a:pt x="252968" y="34329"/>
                  </a:lnTo>
                  <a:lnTo>
                    <a:pt x="252968" y="47165"/>
                  </a:lnTo>
                  <a:cubicBezTo>
                    <a:pt x="259581" y="37245"/>
                    <a:pt x="269153" y="32293"/>
                    <a:pt x="281685" y="32293"/>
                  </a:cubicBezTo>
                  <a:cubicBezTo>
                    <a:pt x="287167" y="32293"/>
                    <a:pt x="292127" y="33276"/>
                    <a:pt x="296652" y="35261"/>
                  </a:cubicBezTo>
                  <a:cubicBezTo>
                    <a:pt x="301264" y="37192"/>
                    <a:pt x="304658" y="39742"/>
                    <a:pt x="306921" y="42910"/>
                  </a:cubicBezTo>
                  <a:cubicBezTo>
                    <a:pt x="309182" y="46086"/>
                    <a:pt x="310749" y="49854"/>
                    <a:pt x="311706" y="54214"/>
                  </a:cubicBezTo>
                  <a:cubicBezTo>
                    <a:pt x="312229" y="57051"/>
                    <a:pt x="312576" y="62002"/>
                    <a:pt x="312576" y="69085"/>
                  </a:cubicBezTo>
                  <a:lnTo>
                    <a:pt x="312576" y="124578"/>
                  </a:lnTo>
                  <a:lnTo>
                    <a:pt x="297261" y="124578"/>
                  </a:lnTo>
                  <a:lnTo>
                    <a:pt x="297261" y="69677"/>
                  </a:lnTo>
                  <a:cubicBezTo>
                    <a:pt x="297261" y="63447"/>
                    <a:pt x="296652" y="58800"/>
                    <a:pt x="295434" y="55745"/>
                  </a:cubicBezTo>
                  <a:cubicBezTo>
                    <a:pt x="294302" y="52630"/>
                    <a:pt x="292127" y="50167"/>
                    <a:pt x="289081" y="48348"/>
                  </a:cubicBezTo>
                  <a:cubicBezTo>
                    <a:pt x="286123" y="46477"/>
                    <a:pt x="282555" y="45546"/>
                    <a:pt x="278465" y="45546"/>
                  </a:cubicBezTo>
                  <a:cubicBezTo>
                    <a:pt x="271938" y="45546"/>
                    <a:pt x="266282" y="47618"/>
                    <a:pt x="261582" y="51751"/>
                  </a:cubicBezTo>
                  <a:cubicBezTo>
                    <a:pt x="256884" y="55884"/>
                    <a:pt x="254534" y="63734"/>
                    <a:pt x="254534" y="75290"/>
                  </a:cubicBezTo>
                  <a:lnTo>
                    <a:pt x="254534" y="124578"/>
                  </a:lnTo>
                  <a:lnTo>
                    <a:pt x="239219" y="124578"/>
                  </a:lnTo>
                  <a:close/>
                  <a:moveTo>
                    <a:pt x="330155" y="87186"/>
                  </a:moveTo>
                  <a:lnTo>
                    <a:pt x="330155" y="71809"/>
                  </a:lnTo>
                  <a:lnTo>
                    <a:pt x="377146" y="71809"/>
                  </a:lnTo>
                  <a:lnTo>
                    <a:pt x="377146" y="87186"/>
                  </a:lnTo>
                  <a:lnTo>
                    <a:pt x="330155" y="87186"/>
                  </a:lnTo>
                  <a:close/>
                  <a:moveTo>
                    <a:pt x="427705" y="124578"/>
                  </a:moveTo>
                  <a:lnTo>
                    <a:pt x="427705" y="14698"/>
                  </a:lnTo>
                  <a:lnTo>
                    <a:pt x="386631" y="14698"/>
                  </a:lnTo>
                  <a:lnTo>
                    <a:pt x="386631" y="0"/>
                  </a:lnTo>
                  <a:lnTo>
                    <a:pt x="485398" y="0"/>
                  </a:lnTo>
                  <a:lnTo>
                    <a:pt x="485398" y="14698"/>
                  </a:lnTo>
                  <a:lnTo>
                    <a:pt x="444151" y="14698"/>
                  </a:lnTo>
                  <a:lnTo>
                    <a:pt x="444151" y="124578"/>
                  </a:lnTo>
                  <a:lnTo>
                    <a:pt x="427705" y="124578"/>
                  </a:lnTo>
                  <a:close/>
                  <a:moveTo>
                    <a:pt x="496190" y="91946"/>
                  </a:moveTo>
                  <a:lnTo>
                    <a:pt x="512288" y="90588"/>
                  </a:lnTo>
                  <a:cubicBezTo>
                    <a:pt x="513420" y="98403"/>
                    <a:pt x="516204" y="104294"/>
                    <a:pt x="520468" y="108262"/>
                  </a:cubicBezTo>
                  <a:cubicBezTo>
                    <a:pt x="524819" y="112169"/>
                    <a:pt x="530127" y="114127"/>
                    <a:pt x="536219" y="114127"/>
                  </a:cubicBezTo>
                  <a:cubicBezTo>
                    <a:pt x="543616" y="114127"/>
                    <a:pt x="549794" y="111351"/>
                    <a:pt x="554929" y="105799"/>
                  </a:cubicBezTo>
                  <a:cubicBezTo>
                    <a:pt x="559975" y="100247"/>
                    <a:pt x="562586" y="92877"/>
                    <a:pt x="562586" y="83705"/>
                  </a:cubicBezTo>
                  <a:cubicBezTo>
                    <a:pt x="562586" y="74977"/>
                    <a:pt x="560063" y="68093"/>
                    <a:pt x="555189" y="63055"/>
                  </a:cubicBezTo>
                  <a:cubicBezTo>
                    <a:pt x="550316" y="58008"/>
                    <a:pt x="543877" y="55493"/>
                    <a:pt x="535958" y="55493"/>
                  </a:cubicBezTo>
                  <a:cubicBezTo>
                    <a:pt x="530998" y="55493"/>
                    <a:pt x="526560" y="56624"/>
                    <a:pt x="522643" y="58887"/>
                  </a:cubicBezTo>
                  <a:cubicBezTo>
                    <a:pt x="518641" y="61097"/>
                    <a:pt x="515508" y="63986"/>
                    <a:pt x="513246" y="67554"/>
                  </a:cubicBezTo>
                  <a:lnTo>
                    <a:pt x="498887" y="65683"/>
                  </a:lnTo>
                  <a:lnTo>
                    <a:pt x="510983" y="1697"/>
                  </a:lnTo>
                  <a:lnTo>
                    <a:pt x="572941" y="1697"/>
                  </a:lnTo>
                  <a:lnTo>
                    <a:pt x="572941" y="16316"/>
                  </a:lnTo>
                  <a:lnTo>
                    <a:pt x="523253" y="16316"/>
                  </a:lnTo>
                  <a:lnTo>
                    <a:pt x="516465" y="49793"/>
                  </a:lnTo>
                  <a:cubicBezTo>
                    <a:pt x="523949" y="44581"/>
                    <a:pt x="531781" y="41979"/>
                    <a:pt x="540047" y="41979"/>
                  </a:cubicBezTo>
                  <a:cubicBezTo>
                    <a:pt x="550925" y="41979"/>
                    <a:pt x="560063" y="45746"/>
                    <a:pt x="567546" y="53283"/>
                  </a:cubicBezTo>
                  <a:cubicBezTo>
                    <a:pt x="575030" y="60818"/>
                    <a:pt x="578772" y="70504"/>
                    <a:pt x="578772" y="82339"/>
                  </a:cubicBezTo>
                  <a:cubicBezTo>
                    <a:pt x="578772" y="93616"/>
                    <a:pt x="575465" y="103363"/>
                    <a:pt x="568939" y="111577"/>
                  </a:cubicBezTo>
                  <a:cubicBezTo>
                    <a:pt x="560933" y="121663"/>
                    <a:pt x="550055" y="126702"/>
                    <a:pt x="536219" y="126702"/>
                  </a:cubicBezTo>
                  <a:cubicBezTo>
                    <a:pt x="524906" y="126702"/>
                    <a:pt x="515595" y="123534"/>
                    <a:pt x="508459" y="117181"/>
                  </a:cubicBezTo>
                  <a:cubicBezTo>
                    <a:pt x="501324" y="110838"/>
                    <a:pt x="497234" y="102423"/>
                    <a:pt x="496190" y="91946"/>
                  </a:cubicBez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DF86626-76DD-214A-52C8-E41BBAF6096D}"/>
              </a:ext>
            </a:extLst>
          </p:cNvPr>
          <p:cNvGrpSpPr/>
          <p:nvPr/>
        </p:nvGrpSpPr>
        <p:grpSpPr>
          <a:xfrm>
            <a:off x="10303660" y="3607638"/>
            <a:ext cx="1218284" cy="1226986"/>
            <a:chOff x="10303660" y="3607638"/>
            <a:chExt cx="1218284" cy="122698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53D3D42-A00E-9DED-E61C-04C6BA24ABFE}"/>
                </a:ext>
              </a:extLst>
            </p:cNvPr>
            <p:cNvSpPr/>
            <p:nvPr/>
          </p:nvSpPr>
          <p:spPr>
            <a:xfrm>
              <a:off x="10608230" y="3607638"/>
              <a:ext cx="87020" cy="87020"/>
            </a:xfrm>
            <a:custGeom>
              <a:avLst/>
              <a:gdLst>
                <a:gd name="csX0" fmla="*/ 43510 w 87020"/>
                <a:gd name="csY0" fmla="*/ 87020 h 87020"/>
                <a:gd name="csX1" fmla="*/ 87020 w 87020"/>
                <a:gd name="csY1" fmla="*/ 43510 h 87020"/>
                <a:gd name="csX2" fmla="*/ 43510 w 87020"/>
                <a:gd name="csY2" fmla="*/ 0 h 87020"/>
                <a:gd name="csX3" fmla="*/ 0 w 87020"/>
                <a:gd name="csY3" fmla="*/ 43510 h 87020"/>
                <a:gd name="csX4" fmla="*/ 43510 w 87020"/>
                <a:gd name="csY4" fmla="*/ 87020 h 87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020" h="87020">
                  <a:moveTo>
                    <a:pt x="43510" y="87020"/>
                  </a:moveTo>
                  <a:cubicBezTo>
                    <a:pt x="67528" y="87020"/>
                    <a:pt x="87020" y="67536"/>
                    <a:pt x="87020" y="43510"/>
                  </a:cubicBezTo>
                  <a:cubicBezTo>
                    <a:pt x="87020" y="19484"/>
                    <a:pt x="67528" y="0"/>
                    <a:pt x="43510" y="0"/>
                  </a:cubicBezTo>
                  <a:cubicBezTo>
                    <a:pt x="19492" y="0"/>
                    <a:pt x="0" y="19484"/>
                    <a:pt x="0" y="43510"/>
                  </a:cubicBezTo>
                  <a:cubicBezTo>
                    <a:pt x="0" y="67536"/>
                    <a:pt x="19492" y="87020"/>
                    <a:pt x="43510" y="87020"/>
                  </a:cubicBezTo>
                  <a:close/>
                </a:path>
              </a:pathLst>
            </a:custGeom>
            <a:solidFill>
              <a:srgbClr val="555555"/>
            </a:solidFill>
            <a:ln w="17404" cap="flat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264FF9A-410F-D3F9-0DE9-AEDF0F65035D}"/>
                </a:ext>
              </a:extLst>
            </p:cNvPr>
            <p:cNvSpPr/>
            <p:nvPr/>
          </p:nvSpPr>
          <p:spPr>
            <a:xfrm>
              <a:off x="10643038" y="3694658"/>
              <a:ext cx="8702" cy="739672"/>
            </a:xfrm>
            <a:custGeom>
              <a:avLst/>
              <a:gdLst>
                <a:gd name="csX0" fmla="*/ 8702 w 8702"/>
                <a:gd name="csY0" fmla="*/ 0 h 739672"/>
                <a:gd name="csX1" fmla="*/ 0 w 8702"/>
                <a:gd name="csY1" fmla="*/ 739673 h 739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02" h="739672">
                  <a:moveTo>
                    <a:pt x="8702" y="0"/>
                  </a:moveTo>
                  <a:lnTo>
                    <a:pt x="0" y="739673"/>
                  </a:lnTo>
                </a:path>
              </a:pathLst>
            </a:custGeom>
            <a:noFill/>
            <a:ln w="17404" cap="flat">
              <a:solidFill>
                <a:srgbClr val="B05050"/>
              </a:solidFill>
              <a:prstDash val="solid"/>
              <a:miter/>
            </a:ln>
          </p:spPr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408D9FC-F154-2EB3-1781-7ACDDC785B07}"/>
                </a:ext>
              </a:extLst>
            </p:cNvPr>
            <p:cNvSpPr/>
            <p:nvPr/>
          </p:nvSpPr>
          <p:spPr>
            <a:xfrm>
              <a:off x="10303660" y="4443033"/>
              <a:ext cx="1218284" cy="391591"/>
            </a:xfrm>
            <a:custGeom>
              <a:avLst/>
              <a:gdLst>
                <a:gd name="csX0" fmla="*/ 1166072 w 1218284"/>
                <a:gd name="csY0" fmla="*/ 0 h 391591"/>
                <a:gd name="csX1" fmla="*/ 52212 w 1218284"/>
                <a:gd name="csY1" fmla="*/ 0 h 391591"/>
                <a:gd name="csX2" fmla="*/ 0 w 1218284"/>
                <a:gd name="csY2" fmla="*/ 52212 h 391591"/>
                <a:gd name="csX3" fmla="*/ 0 w 1218284"/>
                <a:gd name="csY3" fmla="*/ 339379 h 391591"/>
                <a:gd name="csX4" fmla="*/ 52212 w 1218284"/>
                <a:gd name="csY4" fmla="*/ 391591 h 391591"/>
                <a:gd name="csX5" fmla="*/ 1166072 w 1218284"/>
                <a:gd name="csY5" fmla="*/ 391591 h 391591"/>
                <a:gd name="csX6" fmla="*/ 1218284 w 1218284"/>
                <a:gd name="csY6" fmla="*/ 339379 h 391591"/>
                <a:gd name="csX7" fmla="*/ 1218284 w 1218284"/>
                <a:gd name="csY7" fmla="*/ 52212 h 391591"/>
                <a:gd name="csX8" fmla="*/ 1166072 w 1218284"/>
                <a:gd name="csY8" fmla="*/ 0 h 39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18284" h="391591">
                  <a:moveTo>
                    <a:pt x="1166072" y="0"/>
                  </a:moveTo>
                  <a:lnTo>
                    <a:pt x="52212" y="0"/>
                  </a:lnTo>
                  <a:cubicBezTo>
                    <a:pt x="23408" y="0"/>
                    <a:pt x="0" y="23374"/>
                    <a:pt x="0" y="52212"/>
                  </a:cubicBezTo>
                  <a:lnTo>
                    <a:pt x="0" y="339379"/>
                  </a:lnTo>
                  <a:cubicBezTo>
                    <a:pt x="0" y="368218"/>
                    <a:pt x="23408" y="391591"/>
                    <a:pt x="52212" y="391591"/>
                  </a:cubicBezTo>
                  <a:lnTo>
                    <a:pt x="1166072" y="391591"/>
                  </a:lnTo>
                  <a:cubicBezTo>
                    <a:pt x="1194876" y="391591"/>
                    <a:pt x="1218284" y="368218"/>
                    <a:pt x="1218284" y="339379"/>
                  </a:cubicBezTo>
                  <a:lnTo>
                    <a:pt x="1218284" y="52212"/>
                  </a:lnTo>
                  <a:cubicBezTo>
                    <a:pt x="1218284" y="23374"/>
                    <a:pt x="1194876" y="0"/>
                    <a:pt x="1166072" y="0"/>
                  </a:cubicBezTo>
                  <a:close/>
                </a:path>
              </a:pathLst>
            </a:custGeom>
            <a:solidFill>
              <a:srgbClr val="B05050"/>
            </a:solidFill>
            <a:ln w="17404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AFAFFCA-B2F9-5AD3-BF5A-28FFA3F52B58}"/>
                </a:ext>
              </a:extLst>
            </p:cNvPr>
            <p:cNvSpPr/>
            <p:nvPr/>
          </p:nvSpPr>
          <p:spPr>
            <a:xfrm>
              <a:off x="10549840" y="4538224"/>
              <a:ext cx="713653" cy="128833"/>
            </a:xfrm>
            <a:custGeom>
              <a:avLst/>
              <a:gdLst>
                <a:gd name="csX0" fmla="*/ 93634 w 713653"/>
                <a:gd name="csY0" fmla="*/ 83026 h 128833"/>
                <a:gd name="csX1" fmla="*/ 110080 w 713653"/>
                <a:gd name="csY1" fmla="*/ 87195 h 128833"/>
                <a:gd name="csX2" fmla="*/ 91371 w 713653"/>
                <a:gd name="csY2" fmla="*/ 118209 h 128833"/>
                <a:gd name="csX3" fmla="*/ 58564 w 713653"/>
                <a:gd name="csY3" fmla="*/ 128833 h 128833"/>
                <a:gd name="csX4" fmla="*/ 25758 w 713653"/>
                <a:gd name="csY4" fmla="*/ 120680 h 128833"/>
                <a:gd name="csX5" fmla="*/ 6527 w 713653"/>
                <a:gd name="csY5" fmla="*/ 96880 h 128833"/>
                <a:gd name="csX6" fmla="*/ 0 w 713653"/>
                <a:gd name="csY6" fmla="*/ 63481 h 128833"/>
                <a:gd name="csX7" fmla="*/ 7397 w 713653"/>
                <a:gd name="csY7" fmla="*/ 29578 h 128833"/>
                <a:gd name="csX8" fmla="*/ 28542 w 713653"/>
                <a:gd name="csY8" fmla="*/ 7571 h 128833"/>
                <a:gd name="csX9" fmla="*/ 58739 w 713653"/>
                <a:gd name="csY9" fmla="*/ 0 h 128833"/>
                <a:gd name="csX10" fmla="*/ 90240 w 713653"/>
                <a:gd name="csY10" fmla="*/ 9520 h 128833"/>
                <a:gd name="csX11" fmla="*/ 107991 w 713653"/>
                <a:gd name="csY11" fmla="*/ 36288 h 128833"/>
                <a:gd name="csX12" fmla="*/ 91719 w 713653"/>
                <a:gd name="csY12" fmla="*/ 40116 h 128833"/>
                <a:gd name="csX13" fmla="*/ 79188 w 713653"/>
                <a:gd name="csY13" fmla="*/ 20311 h 128833"/>
                <a:gd name="csX14" fmla="*/ 58477 w 713653"/>
                <a:gd name="csY14" fmla="*/ 14115 h 128833"/>
                <a:gd name="csX15" fmla="*/ 34373 w 713653"/>
                <a:gd name="csY15" fmla="*/ 20998 h 128833"/>
                <a:gd name="csX16" fmla="*/ 20884 w 713653"/>
                <a:gd name="csY16" fmla="*/ 39516 h 128833"/>
                <a:gd name="csX17" fmla="*/ 16969 w 713653"/>
                <a:gd name="csY17" fmla="*/ 63403 h 128833"/>
                <a:gd name="csX18" fmla="*/ 21581 w 713653"/>
                <a:gd name="csY18" fmla="*/ 91189 h 128833"/>
                <a:gd name="csX19" fmla="*/ 36027 w 713653"/>
                <a:gd name="csY19" fmla="*/ 108862 h 128833"/>
                <a:gd name="csX20" fmla="*/ 57172 w 713653"/>
                <a:gd name="csY20" fmla="*/ 114727 h 128833"/>
                <a:gd name="csX21" fmla="*/ 80581 w 713653"/>
                <a:gd name="csY21" fmla="*/ 106739 h 128833"/>
                <a:gd name="csX22" fmla="*/ 93634 w 713653"/>
                <a:gd name="csY22" fmla="*/ 83026 h 128833"/>
                <a:gd name="csX23" fmla="*/ 128529 w 713653"/>
                <a:gd name="csY23" fmla="*/ 126710 h 128833"/>
                <a:gd name="csX24" fmla="*/ 128529 w 713653"/>
                <a:gd name="csY24" fmla="*/ 2132 h 128833"/>
                <a:gd name="csX25" fmla="*/ 143844 w 713653"/>
                <a:gd name="csY25" fmla="*/ 2132 h 128833"/>
                <a:gd name="csX26" fmla="*/ 143844 w 713653"/>
                <a:gd name="csY26" fmla="*/ 46826 h 128833"/>
                <a:gd name="csX27" fmla="*/ 170908 w 713653"/>
                <a:gd name="csY27" fmla="*/ 34425 h 128833"/>
                <a:gd name="csX28" fmla="*/ 188312 w 713653"/>
                <a:gd name="csY28" fmla="*/ 38420 h 128833"/>
                <a:gd name="csX29" fmla="*/ 198841 w 713653"/>
                <a:gd name="csY29" fmla="*/ 49297 h 128833"/>
                <a:gd name="csX30" fmla="*/ 202061 w 713653"/>
                <a:gd name="csY30" fmla="*/ 69521 h 128833"/>
                <a:gd name="csX31" fmla="*/ 202061 w 713653"/>
                <a:gd name="csY31" fmla="*/ 126710 h 128833"/>
                <a:gd name="csX32" fmla="*/ 186745 w 713653"/>
                <a:gd name="csY32" fmla="*/ 126710 h 128833"/>
                <a:gd name="csX33" fmla="*/ 186745 w 713653"/>
                <a:gd name="csY33" fmla="*/ 69521 h 128833"/>
                <a:gd name="csX34" fmla="*/ 181786 w 713653"/>
                <a:gd name="csY34" fmla="*/ 52865 h 128833"/>
                <a:gd name="csX35" fmla="*/ 167688 w 713653"/>
                <a:gd name="csY35" fmla="*/ 47591 h 128833"/>
                <a:gd name="csX36" fmla="*/ 154896 w 713653"/>
                <a:gd name="csY36" fmla="*/ 51159 h 128833"/>
                <a:gd name="csX37" fmla="*/ 146368 w 713653"/>
                <a:gd name="csY37" fmla="*/ 60679 h 128833"/>
                <a:gd name="csX38" fmla="*/ 143844 w 713653"/>
                <a:gd name="csY38" fmla="*/ 77335 h 128833"/>
                <a:gd name="csX39" fmla="*/ 143844 w 713653"/>
                <a:gd name="csY39" fmla="*/ 126710 h 128833"/>
                <a:gd name="csX40" fmla="*/ 128529 w 713653"/>
                <a:gd name="csY40" fmla="*/ 126710 h 128833"/>
                <a:gd name="csX41" fmla="*/ 284295 w 713653"/>
                <a:gd name="csY41" fmla="*/ 115580 h 128833"/>
                <a:gd name="csX42" fmla="*/ 267935 w 713653"/>
                <a:gd name="csY42" fmla="*/ 125779 h 128833"/>
                <a:gd name="csX43" fmla="*/ 251053 w 713653"/>
                <a:gd name="csY43" fmla="*/ 128747 h 128833"/>
                <a:gd name="csX44" fmla="*/ 228254 w 713653"/>
                <a:gd name="csY44" fmla="*/ 121524 h 128833"/>
                <a:gd name="csX45" fmla="*/ 220248 w 713653"/>
                <a:gd name="csY45" fmla="*/ 102919 h 128833"/>
                <a:gd name="csX46" fmla="*/ 223206 w 713653"/>
                <a:gd name="csY46" fmla="*/ 90849 h 128833"/>
                <a:gd name="csX47" fmla="*/ 231125 w 713653"/>
                <a:gd name="csY47" fmla="*/ 82008 h 128833"/>
                <a:gd name="csX48" fmla="*/ 242177 w 713653"/>
                <a:gd name="csY48" fmla="*/ 76995 h 128833"/>
                <a:gd name="csX49" fmla="*/ 255753 w 713653"/>
                <a:gd name="csY49" fmla="*/ 74698 h 128833"/>
                <a:gd name="csX50" fmla="*/ 283076 w 713653"/>
                <a:gd name="csY50" fmla="*/ 69434 h 128833"/>
                <a:gd name="csX51" fmla="*/ 283163 w 713653"/>
                <a:gd name="csY51" fmla="*/ 65439 h 128833"/>
                <a:gd name="csX52" fmla="*/ 278812 w 713653"/>
                <a:gd name="csY52" fmla="*/ 52264 h 128833"/>
                <a:gd name="csX53" fmla="*/ 261408 w 713653"/>
                <a:gd name="csY53" fmla="*/ 47087 h 128833"/>
                <a:gd name="csX54" fmla="*/ 245397 w 713653"/>
                <a:gd name="csY54" fmla="*/ 50907 h 128833"/>
                <a:gd name="csX55" fmla="*/ 237826 w 713653"/>
                <a:gd name="csY55" fmla="*/ 64247 h 128833"/>
                <a:gd name="csX56" fmla="*/ 222859 w 713653"/>
                <a:gd name="csY56" fmla="*/ 62211 h 128833"/>
                <a:gd name="csX57" fmla="*/ 229560 w 713653"/>
                <a:gd name="csY57" fmla="*/ 46747 h 128833"/>
                <a:gd name="csX58" fmla="*/ 243134 w 713653"/>
                <a:gd name="csY58" fmla="*/ 37654 h 128833"/>
                <a:gd name="csX59" fmla="*/ 263584 w 713653"/>
                <a:gd name="csY59" fmla="*/ 34425 h 128833"/>
                <a:gd name="csX60" fmla="*/ 282380 w 713653"/>
                <a:gd name="csY60" fmla="*/ 37140 h 128833"/>
                <a:gd name="csX61" fmla="*/ 292997 w 713653"/>
                <a:gd name="csY61" fmla="*/ 44023 h 128833"/>
                <a:gd name="csX62" fmla="*/ 297783 w 713653"/>
                <a:gd name="csY62" fmla="*/ 54388 h 128833"/>
                <a:gd name="csX63" fmla="*/ 298479 w 713653"/>
                <a:gd name="csY63" fmla="*/ 68502 h 128833"/>
                <a:gd name="csX64" fmla="*/ 298479 w 713653"/>
                <a:gd name="csY64" fmla="*/ 88891 h 128833"/>
                <a:gd name="csX65" fmla="*/ 299436 w 713653"/>
                <a:gd name="csY65" fmla="*/ 115920 h 128833"/>
                <a:gd name="csX66" fmla="*/ 303353 w 713653"/>
                <a:gd name="csY66" fmla="*/ 126710 h 128833"/>
                <a:gd name="csX67" fmla="*/ 287341 w 713653"/>
                <a:gd name="csY67" fmla="*/ 126710 h 128833"/>
                <a:gd name="csX68" fmla="*/ 284295 w 713653"/>
                <a:gd name="csY68" fmla="*/ 115580 h 128833"/>
                <a:gd name="csX69" fmla="*/ 283076 w 713653"/>
                <a:gd name="csY69" fmla="*/ 81416 h 128833"/>
                <a:gd name="csX70" fmla="*/ 258101 w 713653"/>
                <a:gd name="csY70" fmla="*/ 87195 h 128833"/>
                <a:gd name="csX71" fmla="*/ 244701 w 713653"/>
                <a:gd name="csY71" fmla="*/ 90258 h 128833"/>
                <a:gd name="csX72" fmla="*/ 238696 w 713653"/>
                <a:gd name="csY72" fmla="*/ 95270 h 128833"/>
                <a:gd name="csX73" fmla="*/ 236521 w 713653"/>
                <a:gd name="csY73" fmla="*/ 102493 h 128833"/>
                <a:gd name="csX74" fmla="*/ 241133 w 713653"/>
                <a:gd name="csY74" fmla="*/ 112691 h 128833"/>
                <a:gd name="csX75" fmla="*/ 254709 w 713653"/>
                <a:gd name="csY75" fmla="*/ 116764 h 128833"/>
                <a:gd name="csX76" fmla="*/ 270459 w 713653"/>
                <a:gd name="csY76" fmla="*/ 112944 h 128833"/>
                <a:gd name="csX77" fmla="*/ 280553 w 713653"/>
                <a:gd name="csY77" fmla="*/ 102318 h 128833"/>
                <a:gd name="csX78" fmla="*/ 283076 w 713653"/>
                <a:gd name="csY78" fmla="*/ 87020 h 128833"/>
                <a:gd name="csX79" fmla="*/ 283076 w 713653"/>
                <a:gd name="csY79" fmla="*/ 81416 h 128833"/>
                <a:gd name="csX80" fmla="*/ 355739 w 713653"/>
                <a:gd name="csY80" fmla="*/ 113031 h 128833"/>
                <a:gd name="csX81" fmla="*/ 357915 w 713653"/>
                <a:gd name="csY81" fmla="*/ 126536 h 128833"/>
                <a:gd name="csX82" fmla="*/ 346340 w 713653"/>
                <a:gd name="csY82" fmla="*/ 127902 h 128833"/>
                <a:gd name="csX83" fmla="*/ 333461 w 713653"/>
                <a:gd name="csY83" fmla="*/ 125266 h 128833"/>
                <a:gd name="csX84" fmla="*/ 327022 w 713653"/>
                <a:gd name="csY84" fmla="*/ 118382 h 128833"/>
                <a:gd name="csX85" fmla="*/ 325108 w 713653"/>
                <a:gd name="csY85" fmla="*/ 100282 h 128833"/>
                <a:gd name="csX86" fmla="*/ 325108 w 713653"/>
                <a:gd name="csY86" fmla="*/ 48357 h 128833"/>
                <a:gd name="csX87" fmla="*/ 313882 w 713653"/>
                <a:gd name="csY87" fmla="*/ 48357 h 128833"/>
                <a:gd name="csX88" fmla="*/ 313882 w 713653"/>
                <a:gd name="csY88" fmla="*/ 36462 h 128833"/>
                <a:gd name="csX89" fmla="*/ 325108 w 713653"/>
                <a:gd name="csY89" fmla="*/ 36462 h 128833"/>
                <a:gd name="csX90" fmla="*/ 325108 w 713653"/>
                <a:gd name="csY90" fmla="*/ 14115 h 128833"/>
                <a:gd name="csX91" fmla="*/ 340336 w 713653"/>
                <a:gd name="csY91" fmla="*/ 4934 h 128833"/>
                <a:gd name="csX92" fmla="*/ 340336 w 713653"/>
                <a:gd name="csY92" fmla="*/ 36462 h 128833"/>
                <a:gd name="csX93" fmla="*/ 355739 w 713653"/>
                <a:gd name="csY93" fmla="*/ 36462 h 128833"/>
                <a:gd name="csX94" fmla="*/ 355739 w 713653"/>
                <a:gd name="csY94" fmla="*/ 48357 h 128833"/>
                <a:gd name="csX95" fmla="*/ 340336 w 713653"/>
                <a:gd name="csY95" fmla="*/ 48357 h 128833"/>
                <a:gd name="csX96" fmla="*/ 340336 w 713653"/>
                <a:gd name="csY96" fmla="*/ 101135 h 128833"/>
                <a:gd name="csX97" fmla="*/ 341119 w 713653"/>
                <a:gd name="csY97" fmla="*/ 109541 h 128833"/>
                <a:gd name="csX98" fmla="*/ 343730 w 713653"/>
                <a:gd name="csY98" fmla="*/ 112517 h 128833"/>
                <a:gd name="csX99" fmla="*/ 348951 w 713653"/>
                <a:gd name="csY99" fmla="*/ 113622 h 128833"/>
                <a:gd name="csX100" fmla="*/ 355739 w 713653"/>
                <a:gd name="csY100" fmla="*/ 113031 h 128833"/>
                <a:gd name="csX101" fmla="*/ 431011 w 713653"/>
                <a:gd name="csY101" fmla="*/ 77848 h 128833"/>
                <a:gd name="csX102" fmla="*/ 431011 w 713653"/>
                <a:gd name="csY102" fmla="*/ 63229 h 128833"/>
                <a:gd name="csX103" fmla="*/ 483746 w 713653"/>
                <a:gd name="csY103" fmla="*/ 63142 h 128833"/>
                <a:gd name="csX104" fmla="*/ 483746 w 713653"/>
                <a:gd name="csY104" fmla="*/ 109376 h 128833"/>
                <a:gd name="csX105" fmla="*/ 458684 w 713653"/>
                <a:gd name="csY105" fmla="*/ 123995 h 128833"/>
                <a:gd name="csX106" fmla="*/ 432229 w 713653"/>
                <a:gd name="csY106" fmla="*/ 128833 h 128833"/>
                <a:gd name="csX107" fmla="*/ 398814 w 713653"/>
                <a:gd name="csY107" fmla="*/ 121019 h 128833"/>
                <a:gd name="csX108" fmla="*/ 376189 w 713653"/>
                <a:gd name="csY108" fmla="*/ 98246 h 128833"/>
                <a:gd name="csX109" fmla="*/ 368531 w 713653"/>
                <a:gd name="csY109" fmla="*/ 65013 h 128833"/>
                <a:gd name="csX110" fmla="*/ 376101 w 713653"/>
                <a:gd name="csY110" fmla="*/ 31110 h 128833"/>
                <a:gd name="csX111" fmla="*/ 398031 w 713653"/>
                <a:gd name="csY111" fmla="*/ 7649 h 128833"/>
                <a:gd name="csX112" fmla="*/ 430925 w 713653"/>
                <a:gd name="csY112" fmla="*/ 0 h 128833"/>
                <a:gd name="csX113" fmla="*/ 455290 w 713653"/>
                <a:gd name="csY113" fmla="*/ 4421 h 128833"/>
                <a:gd name="csX114" fmla="*/ 472433 w 713653"/>
                <a:gd name="csY114" fmla="*/ 16577 h 128833"/>
                <a:gd name="csX115" fmla="*/ 481918 w 713653"/>
                <a:gd name="csY115" fmla="*/ 36975 h 128833"/>
                <a:gd name="csX116" fmla="*/ 467037 w 713653"/>
                <a:gd name="csY116" fmla="*/ 41048 h 128833"/>
                <a:gd name="csX117" fmla="*/ 460076 w 713653"/>
                <a:gd name="csY117" fmla="*/ 26097 h 128833"/>
                <a:gd name="csX118" fmla="*/ 448155 w 713653"/>
                <a:gd name="csY118" fmla="*/ 17422 h 128833"/>
                <a:gd name="csX119" fmla="*/ 431011 w 713653"/>
                <a:gd name="csY119" fmla="*/ 14115 h 128833"/>
                <a:gd name="csX120" fmla="*/ 411431 w 713653"/>
                <a:gd name="csY120" fmla="*/ 17596 h 128833"/>
                <a:gd name="csX121" fmla="*/ 398118 w 713653"/>
                <a:gd name="csY121" fmla="*/ 26602 h 128833"/>
                <a:gd name="csX122" fmla="*/ 390286 w 713653"/>
                <a:gd name="csY122" fmla="*/ 38924 h 128833"/>
                <a:gd name="csX123" fmla="*/ 385499 w 713653"/>
                <a:gd name="csY123" fmla="*/ 63995 h 128833"/>
                <a:gd name="csX124" fmla="*/ 391243 w 713653"/>
                <a:gd name="csY124" fmla="*/ 91867 h 128833"/>
                <a:gd name="csX125" fmla="*/ 407951 w 713653"/>
                <a:gd name="csY125" fmla="*/ 108523 h 128833"/>
                <a:gd name="csX126" fmla="*/ 431272 w 713653"/>
                <a:gd name="csY126" fmla="*/ 113962 h 128833"/>
                <a:gd name="csX127" fmla="*/ 452157 w 713653"/>
                <a:gd name="csY127" fmla="*/ 109881 h 128833"/>
                <a:gd name="csX128" fmla="*/ 467647 w 713653"/>
                <a:gd name="csY128" fmla="*/ 101048 h 128833"/>
                <a:gd name="csX129" fmla="*/ 467647 w 713653"/>
                <a:gd name="csY129" fmla="*/ 77848 h 128833"/>
                <a:gd name="csX130" fmla="*/ 431011 w 713653"/>
                <a:gd name="csY130" fmla="*/ 77848 h 128833"/>
                <a:gd name="csX131" fmla="*/ 508198 w 713653"/>
                <a:gd name="csY131" fmla="*/ 126710 h 128833"/>
                <a:gd name="csX132" fmla="*/ 508198 w 713653"/>
                <a:gd name="csY132" fmla="*/ 2132 h 128833"/>
                <a:gd name="csX133" fmla="*/ 555189 w 713653"/>
                <a:gd name="csY133" fmla="*/ 2132 h 128833"/>
                <a:gd name="csX134" fmla="*/ 574073 w 713653"/>
                <a:gd name="csY134" fmla="*/ 3316 h 128833"/>
                <a:gd name="csX135" fmla="*/ 589475 w 713653"/>
                <a:gd name="csY135" fmla="*/ 9181 h 128833"/>
                <a:gd name="csX136" fmla="*/ 599396 w 713653"/>
                <a:gd name="csY136" fmla="*/ 21163 h 128833"/>
                <a:gd name="csX137" fmla="*/ 603224 w 713653"/>
                <a:gd name="csY137" fmla="*/ 38158 h 128833"/>
                <a:gd name="csX138" fmla="*/ 593130 w 713653"/>
                <a:gd name="csY138" fmla="*/ 65100 h 128833"/>
                <a:gd name="csX139" fmla="*/ 556582 w 713653"/>
                <a:gd name="csY139" fmla="*/ 76064 h 128833"/>
                <a:gd name="csX140" fmla="*/ 524645 w 713653"/>
                <a:gd name="csY140" fmla="*/ 76064 h 128833"/>
                <a:gd name="csX141" fmla="*/ 524645 w 713653"/>
                <a:gd name="csY141" fmla="*/ 126710 h 128833"/>
                <a:gd name="csX142" fmla="*/ 508198 w 713653"/>
                <a:gd name="csY142" fmla="*/ 126710 h 128833"/>
                <a:gd name="csX143" fmla="*/ 524645 w 713653"/>
                <a:gd name="csY143" fmla="*/ 61358 h 128833"/>
                <a:gd name="csX144" fmla="*/ 556843 w 713653"/>
                <a:gd name="csY144" fmla="*/ 61358 h 128833"/>
                <a:gd name="csX145" fmla="*/ 579555 w 713653"/>
                <a:gd name="csY145" fmla="*/ 55415 h 128833"/>
                <a:gd name="csX146" fmla="*/ 586256 w 713653"/>
                <a:gd name="csY146" fmla="*/ 38672 h 128833"/>
                <a:gd name="csX147" fmla="*/ 582252 w 713653"/>
                <a:gd name="csY147" fmla="*/ 25332 h 128833"/>
                <a:gd name="csX148" fmla="*/ 571897 w 713653"/>
                <a:gd name="csY148" fmla="*/ 17935 h 128833"/>
                <a:gd name="csX149" fmla="*/ 556494 w 713653"/>
                <a:gd name="csY149" fmla="*/ 16830 h 128833"/>
                <a:gd name="csX150" fmla="*/ 524645 w 713653"/>
                <a:gd name="csY150" fmla="*/ 16830 h 128833"/>
                <a:gd name="csX151" fmla="*/ 524645 w 713653"/>
                <a:gd name="csY151" fmla="*/ 61358 h 128833"/>
                <a:gd name="csX152" fmla="*/ 655959 w 713653"/>
                <a:gd name="csY152" fmla="*/ 126710 h 128833"/>
                <a:gd name="csX153" fmla="*/ 655959 w 713653"/>
                <a:gd name="csY153" fmla="*/ 16830 h 128833"/>
                <a:gd name="csX154" fmla="*/ 614885 w 713653"/>
                <a:gd name="csY154" fmla="*/ 16830 h 128833"/>
                <a:gd name="csX155" fmla="*/ 614885 w 713653"/>
                <a:gd name="csY155" fmla="*/ 2132 h 128833"/>
                <a:gd name="csX156" fmla="*/ 713654 w 713653"/>
                <a:gd name="csY156" fmla="*/ 2132 h 128833"/>
                <a:gd name="csX157" fmla="*/ 713654 w 713653"/>
                <a:gd name="csY157" fmla="*/ 16830 h 128833"/>
                <a:gd name="csX158" fmla="*/ 672406 w 713653"/>
                <a:gd name="csY158" fmla="*/ 16830 h 128833"/>
                <a:gd name="csX159" fmla="*/ 672406 w 713653"/>
                <a:gd name="csY159" fmla="*/ 126710 h 128833"/>
                <a:gd name="csX160" fmla="*/ 655959 w 713653"/>
                <a:gd name="csY160" fmla="*/ 126710 h 12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</a:cxnLst>
              <a:rect l="l" t="t" r="r" b="b"/>
              <a:pathLst>
                <a:path w="713653" h="128833">
                  <a:moveTo>
                    <a:pt x="93634" y="83026"/>
                  </a:moveTo>
                  <a:lnTo>
                    <a:pt x="110080" y="87195"/>
                  </a:lnTo>
                  <a:cubicBezTo>
                    <a:pt x="106687" y="100735"/>
                    <a:pt x="100421" y="111073"/>
                    <a:pt x="91371" y="118209"/>
                  </a:cubicBezTo>
                  <a:cubicBezTo>
                    <a:pt x="82495" y="125292"/>
                    <a:pt x="71530" y="128833"/>
                    <a:pt x="58564" y="128833"/>
                  </a:cubicBezTo>
                  <a:cubicBezTo>
                    <a:pt x="45076" y="128833"/>
                    <a:pt x="34198" y="126119"/>
                    <a:pt x="25758" y="120680"/>
                  </a:cubicBezTo>
                  <a:cubicBezTo>
                    <a:pt x="17317" y="115180"/>
                    <a:pt x="10965" y="107253"/>
                    <a:pt x="6527" y="96880"/>
                  </a:cubicBezTo>
                  <a:cubicBezTo>
                    <a:pt x="2176" y="86516"/>
                    <a:pt x="0" y="75386"/>
                    <a:pt x="0" y="63481"/>
                  </a:cubicBezTo>
                  <a:cubicBezTo>
                    <a:pt x="0" y="50507"/>
                    <a:pt x="2436" y="39211"/>
                    <a:pt x="7397" y="29578"/>
                  </a:cubicBezTo>
                  <a:cubicBezTo>
                    <a:pt x="12356" y="19893"/>
                    <a:pt x="19405" y="12557"/>
                    <a:pt x="28542" y="7571"/>
                  </a:cubicBezTo>
                  <a:cubicBezTo>
                    <a:pt x="37679" y="2524"/>
                    <a:pt x="47774" y="0"/>
                    <a:pt x="58739" y="0"/>
                  </a:cubicBezTo>
                  <a:cubicBezTo>
                    <a:pt x="71269" y="0"/>
                    <a:pt x="81712" y="3176"/>
                    <a:pt x="90240" y="9520"/>
                  </a:cubicBezTo>
                  <a:cubicBezTo>
                    <a:pt x="98681" y="15864"/>
                    <a:pt x="104685" y="24792"/>
                    <a:pt x="107991" y="36288"/>
                  </a:cubicBezTo>
                  <a:lnTo>
                    <a:pt x="91719" y="40116"/>
                  </a:lnTo>
                  <a:cubicBezTo>
                    <a:pt x="88847" y="31049"/>
                    <a:pt x="84671" y="24453"/>
                    <a:pt x="79188" y="20311"/>
                  </a:cubicBezTo>
                  <a:cubicBezTo>
                    <a:pt x="73706" y="16177"/>
                    <a:pt x="66744" y="14115"/>
                    <a:pt x="58477" y="14115"/>
                  </a:cubicBezTo>
                  <a:cubicBezTo>
                    <a:pt x="48905" y="14115"/>
                    <a:pt x="40812" y="16403"/>
                    <a:pt x="34373" y="20998"/>
                  </a:cubicBezTo>
                  <a:cubicBezTo>
                    <a:pt x="28020" y="25584"/>
                    <a:pt x="23495" y="31762"/>
                    <a:pt x="20884" y="39516"/>
                  </a:cubicBezTo>
                  <a:cubicBezTo>
                    <a:pt x="18274" y="47226"/>
                    <a:pt x="16969" y="55188"/>
                    <a:pt x="16969" y="63403"/>
                  </a:cubicBezTo>
                  <a:cubicBezTo>
                    <a:pt x="16969" y="73993"/>
                    <a:pt x="18535" y="83261"/>
                    <a:pt x="21581" y="91189"/>
                  </a:cubicBezTo>
                  <a:cubicBezTo>
                    <a:pt x="24713" y="99064"/>
                    <a:pt x="29500" y="104955"/>
                    <a:pt x="36027" y="108862"/>
                  </a:cubicBezTo>
                  <a:cubicBezTo>
                    <a:pt x="42553" y="112770"/>
                    <a:pt x="49601" y="114727"/>
                    <a:pt x="57172" y="114727"/>
                  </a:cubicBezTo>
                  <a:cubicBezTo>
                    <a:pt x="66397" y="114727"/>
                    <a:pt x="74228" y="112065"/>
                    <a:pt x="80581" y="106739"/>
                  </a:cubicBezTo>
                  <a:cubicBezTo>
                    <a:pt x="87020" y="101413"/>
                    <a:pt x="91371" y="93512"/>
                    <a:pt x="93634" y="83026"/>
                  </a:cubicBezTo>
                  <a:close/>
                  <a:moveTo>
                    <a:pt x="128529" y="126710"/>
                  </a:moveTo>
                  <a:lnTo>
                    <a:pt x="128529" y="2132"/>
                  </a:lnTo>
                  <a:lnTo>
                    <a:pt x="143844" y="2132"/>
                  </a:lnTo>
                  <a:lnTo>
                    <a:pt x="143844" y="46826"/>
                  </a:lnTo>
                  <a:cubicBezTo>
                    <a:pt x="150980" y="38559"/>
                    <a:pt x="160030" y="34425"/>
                    <a:pt x="170908" y="34425"/>
                  </a:cubicBezTo>
                  <a:cubicBezTo>
                    <a:pt x="177521" y="34425"/>
                    <a:pt x="183351" y="35757"/>
                    <a:pt x="188312" y="38420"/>
                  </a:cubicBezTo>
                  <a:cubicBezTo>
                    <a:pt x="193185" y="41022"/>
                    <a:pt x="196753" y="44650"/>
                    <a:pt x="198841" y="49297"/>
                  </a:cubicBezTo>
                  <a:cubicBezTo>
                    <a:pt x="201017" y="53935"/>
                    <a:pt x="202061" y="60679"/>
                    <a:pt x="202061" y="69521"/>
                  </a:cubicBezTo>
                  <a:lnTo>
                    <a:pt x="202061" y="126710"/>
                  </a:lnTo>
                  <a:lnTo>
                    <a:pt x="186745" y="126710"/>
                  </a:lnTo>
                  <a:lnTo>
                    <a:pt x="186745" y="69521"/>
                  </a:lnTo>
                  <a:cubicBezTo>
                    <a:pt x="186745" y="61872"/>
                    <a:pt x="185092" y="56320"/>
                    <a:pt x="181786" y="52865"/>
                  </a:cubicBezTo>
                  <a:cubicBezTo>
                    <a:pt x="178479" y="49349"/>
                    <a:pt x="173779" y="47591"/>
                    <a:pt x="167688" y="47591"/>
                  </a:cubicBezTo>
                  <a:cubicBezTo>
                    <a:pt x="163163" y="47591"/>
                    <a:pt x="158899" y="48784"/>
                    <a:pt x="154896" y="51159"/>
                  </a:cubicBezTo>
                  <a:cubicBezTo>
                    <a:pt x="150893" y="53483"/>
                    <a:pt x="148109" y="56659"/>
                    <a:pt x="146368" y="60679"/>
                  </a:cubicBezTo>
                  <a:cubicBezTo>
                    <a:pt x="144715" y="64700"/>
                    <a:pt x="143844" y="70251"/>
                    <a:pt x="143844" y="77335"/>
                  </a:cubicBezTo>
                  <a:lnTo>
                    <a:pt x="143844" y="126710"/>
                  </a:lnTo>
                  <a:lnTo>
                    <a:pt x="128529" y="126710"/>
                  </a:lnTo>
                  <a:close/>
                  <a:moveTo>
                    <a:pt x="284295" y="115580"/>
                  </a:moveTo>
                  <a:cubicBezTo>
                    <a:pt x="278639" y="120393"/>
                    <a:pt x="273157" y="123795"/>
                    <a:pt x="267935" y="125779"/>
                  </a:cubicBezTo>
                  <a:cubicBezTo>
                    <a:pt x="262714" y="127755"/>
                    <a:pt x="257057" y="128747"/>
                    <a:pt x="251053" y="128747"/>
                  </a:cubicBezTo>
                  <a:cubicBezTo>
                    <a:pt x="241220" y="128747"/>
                    <a:pt x="233562" y="126345"/>
                    <a:pt x="228254" y="121524"/>
                  </a:cubicBezTo>
                  <a:cubicBezTo>
                    <a:pt x="222946" y="116651"/>
                    <a:pt x="220248" y="110455"/>
                    <a:pt x="220248" y="102919"/>
                  </a:cubicBezTo>
                  <a:cubicBezTo>
                    <a:pt x="220248" y="98498"/>
                    <a:pt x="221205" y="94478"/>
                    <a:pt x="223206" y="90849"/>
                  </a:cubicBezTo>
                  <a:cubicBezTo>
                    <a:pt x="225296" y="87168"/>
                    <a:pt x="227906" y="84218"/>
                    <a:pt x="231125" y="82008"/>
                  </a:cubicBezTo>
                  <a:cubicBezTo>
                    <a:pt x="234432" y="79798"/>
                    <a:pt x="238087" y="78127"/>
                    <a:pt x="242177" y="76995"/>
                  </a:cubicBezTo>
                  <a:cubicBezTo>
                    <a:pt x="245136" y="76204"/>
                    <a:pt x="249748" y="75438"/>
                    <a:pt x="255753" y="74698"/>
                  </a:cubicBezTo>
                  <a:cubicBezTo>
                    <a:pt x="268109" y="73228"/>
                    <a:pt x="277247" y="71470"/>
                    <a:pt x="283076" y="69434"/>
                  </a:cubicBezTo>
                  <a:cubicBezTo>
                    <a:pt x="283076" y="67336"/>
                    <a:pt x="283163" y="66005"/>
                    <a:pt x="283163" y="65439"/>
                  </a:cubicBezTo>
                  <a:cubicBezTo>
                    <a:pt x="283163" y="59209"/>
                    <a:pt x="281685" y="54814"/>
                    <a:pt x="278812" y="52264"/>
                  </a:cubicBezTo>
                  <a:cubicBezTo>
                    <a:pt x="274897" y="48810"/>
                    <a:pt x="269066" y="47087"/>
                    <a:pt x="261408" y="47087"/>
                  </a:cubicBezTo>
                  <a:cubicBezTo>
                    <a:pt x="254186" y="47087"/>
                    <a:pt x="248878" y="48357"/>
                    <a:pt x="245397" y="50907"/>
                  </a:cubicBezTo>
                  <a:cubicBezTo>
                    <a:pt x="242003" y="53404"/>
                    <a:pt x="239480" y="57851"/>
                    <a:pt x="237826" y="64247"/>
                  </a:cubicBezTo>
                  <a:lnTo>
                    <a:pt x="222859" y="62211"/>
                  </a:lnTo>
                  <a:cubicBezTo>
                    <a:pt x="224251" y="55806"/>
                    <a:pt x="226513" y="50655"/>
                    <a:pt x="229560" y="46747"/>
                  </a:cubicBezTo>
                  <a:cubicBezTo>
                    <a:pt x="232692" y="42779"/>
                    <a:pt x="237217" y="39751"/>
                    <a:pt x="243134" y="37654"/>
                  </a:cubicBezTo>
                  <a:cubicBezTo>
                    <a:pt x="248965" y="35496"/>
                    <a:pt x="255839" y="34425"/>
                    <a:pt x="263584" y="34425"/>
                  </a:cubicBezTo>
                  <a:cubicBezTo>
                    <a:pt x="271329" y="34425"/>
                    <a:pt x="277508" y="35330"/>
                    <a:pt x="282380" y="37140"/>
                  </a:cubicBezTo>
                  <a:cubicBezTo>
                    <a:pt x="287167" y="38950"/>
                    <a:pt x="290734" y="41248"/>
                    <a:pt x="292997" y="44023"/>
                  </a:cubicBezTo>
                  <a:cubicBezTo>
                    <a:pt x="295259" y="46747"/>
                    <a:pt x="296826" y="50202"/>
                    <a:pt x="297783" y="54388"/>
                  </a:cubicBezTo>
                  <a:cubicBezTo>
                    <a:pt x="298219" y="56998"/>
                    <a:pt x="298479" y="61697"/>
                    <a:pt x="298479" y="68502"/>
                  </a:cubicBezTo>
                  <a:lnTo>
                    <a:pt x="298479" y="88891"/>
                  </a:lnTo>
                  <a:cubicBezTo>
                    <a:pt x="298479" y="103110"/>
                    <a:pt x="298827" y="112126"/>
                    <a:pt x="299436" y="115920"/>
                  </a:cubicBezTo>
                  <a:cubicBezTo>
                    <a:pt x="300133" y="119653"/>
                    <a:pt x="301438" y="123256"/>
                    <a:pt x="303353" y="126710"/>
                  </a:cubicBezTo>
                  <a:lnTo>
                    <a:pt x="287341" y="126710"/>
                  </a:lnTo>
                  <a:cubicBezTo>
                    <a:pt x="285774" y="123534"/>
                    <a:pt x="284730" y="119827"/>
                    <a:pt x="284295" y="115580"/>
                  </a:cubicBezTo>
                  <a:close/>
                  <a:moveTo>
                    <a:pt x="283076" y="81416"/>
                  </a:moveTo>
                  <a:cubicBezTo>
                    <a:pt x="277508" y="83679"/>
                    <a:pt x="269153" y="85611"/>
                    <a:pt x="258101" y="87195"/>
                  </a:cubicBezTo>
                  <a:cubicBezTo>
                    <a:pt x="251749" y="88099"/>
                    <a:pt x="247311" y="89117"/>
                    <a:pt x="244701" y="90258"/>
                  </a:cubicBezTo>
                  <a:cubicBezTo>
                    <a:pt x="242090" y="91389"/>
                    <a:pt x="240089" y="93060"/>
                    <a:pt x="238696" y="95270"/>
                  </a:cubicBezTo>
                  <a:cubicBezTo>
                    <a:pt x="237305" y="97419"/>
                    <a:pt x="236521" y="99830"/>
                    <a:pt x="236521" y="102493"/>
                  </a:cubicBezTo>
                  <a:cubicBezTo>
                    <a:pt x="236521" y="106574"/>
                    <a:pt x="238087" y="109967"/>
                    <a:pt x="241133" y="112691"/>
                  </a:cubicBezTo>
                  <a:cubicBezTo>
                    <a:pt x="244266" y="115406"/>
                    <a:pt x="248791" y="116764"/>
                    <a:pt x="254709" y="116764"/>
                  </a:cubicBezTo>
                  <a:cubicBezTo>
                    <a:pt x="260625" y="116764"/>
                    <a:pt x="265846" y="115493"/>
                    <a:pt x="270459" y="112944"/>
                  </a:cubicBezTo>
                  <a:cubicBezTo>
                    <a:pt x="275071" y="110333"/>
                    <a:pt x="278465" y="106800"/>
                    <a:pt x="280553" y="102318"/>
                  </a:cubicBezTo>
                  <a:cubicBezTo>
                    <a:pt x="282206" y="98864"/>
                    <a:pt x="283076" y="93764"/>
                    <a:pt x="283076" y="87020"/>
                  </a:cubicBezTo>
                  <a:lnTo>
                    <a:pt x="283076" y="81416"/>
                  </a:lnTo>
                  <a:close/>
                  <a:moveTo>
                    <a:pt x="355739" y="113031"/>
                  </a:moveTo>
                  <a:lnTo>
                    <a:pt x="357915" y="126536"/>
                  </a:lnTo>
                  <a:cubicBezTo>
                    <a:pt x="353651" y="127450"/>
                    <a:pt x="349734" y="127902"/>
                    <a:pt x="346340" y="127902"/>
                  </a:cubicBezTo>
                  <a:cubicBezTo>
                    <a:pt x="340771" y="127902"/>
                    <a:pt x="336507" y="127024"/>
                    <a:pt x="333461" y="125266"/>
                  </a:cubicBezTo>
                  <a:cubicBezTo>
                    <a:pt x="330416" y="123508"/>
                    <a:pt x="328240" y="121211"/>
                    <a:pt x="327022" y="118382"/>
                  </a:cubicBezTo>
                  <a:cubicBezTo>
                    <a:pt x="325716" y="115493"/>
                    <a:pt x="325108" y="109463"/>
                    <a:pt x="325108" y="100282"/>
                  </a:cubicBezTo>
                  <a:lnTo>
                    <a:pt x="325108" y="48357"/>
                  </a:lnTo>
                  <a:lnTo>
                    <a:pt x="313882" y="48357"/>
                  </a:lnTo>
                  <a:lnTo>
                    <a:pt x="313882" y="36462"/>
                  </a:lnTo>
                  <a:lnTo>
                    <a:pt x="325108" y="36462"/>
                  </a:lnTo>
                  <a:lnTo>
                    <a:pt x="325108" y="14115"/>
                  </a:lnTo>
                  <a:lnTo>
                    <a:pt x="340336" y="4934"/>
                  </a:lnTo>
                  <a:lnTo>
                    <a:pt x="340336" y="36462"/>
                  </a:lnTo>
                  <a:lnTo>
                    <a:pt x="355739" y="36462"/>
                  </a:lnTo>
                  <a:lnTo>
                    <a:pt x="355739" y="48357"/>
                  </a:lnTo>
                  <a:lnTo>
                    <a:pt x="340336" y="48357"/>
                  </a:lnTo>
                  <a:lnTo>
                    <a:pt x="340336" y="101135"/>
                  </a:lnTo>
                  <a:cubicBezTo>
                    <a:pt x="340336" y="105495"/>
                    <a:pt x="340598" y="108297"/>
                    <a:pt x="341119" y="109541"/>
                  </a:cubicBezTo>
                  <a:cubicBezTo>
                    <a:pt x="341642" y="110794"/>
                    <a:pt x="342512" y="111786"/>
                    <a:pt x="343730" y="112517"/>
                  </a:cubicBezTo>
                  <a:cubicBezTo>
                    <a:pt x="344949" y="113257"/>
                    <a:pt x="346689" y="113622"/>
                    <a:pt x="348951" y="113622"/>
                  </a:cubicBezTo>
                  <a:cubicBezTo>
                    <a:pt x="350691" y="113622"/>
                    <a:pt x="352954" y="113422"/>
                    <a:pt x="355739" y="113031"/>
                  </a:cubicBezTo>
                  <a:close/>
                  <a:moveTo>
                    <a:pt x="431011" y="77848"/>
                  </a:moveTo>
                  <a:lnTo>
                    <a:pt x="431011" y="63229"/>
                  </a:lnTo>
                  <a:lnTo>
                    <a:pt x="483746" y="63142"/>
                  </a:lnTo>
                  <a:lnTo>
                    <a:pt x="483746" y="109376"/>
                  </a:lnTo>
                  <a:cubicBezTo>
                    <a:pt x="475652" y="115833"/>
                    <a:pt x="467299" y="120706"/>
                    <a:pt x="458684" y="123995"/>
                  </a:cubicBezTo>
                  <a:cubicBezTo>
                    <a:pt x="450069" y="127224"/>
                    <a:pt x="441280" y="128833"/>
                    <a:pt x="432229" y="128833"/>
                  </a:cubicBezTo>
                  <a:cubicBezTo>
                    <a:pt x="419960" y="128833"/>
                    <a:pt x="408821" y="126232"/>
                    <a:pt x="398814" y="121019"/>
                  </a:cubicBezTo>
                  <a:cubicBezTo>
                    <a:pt x="388806" y="115746"/>
                    <a:pt x="381323" y="108158"/>
                    <a:pt x="376189" y="98246"/>
                  </a:cubicBezTo>
                  <a:cubicBezTo>
                    <a:pt x="371055" y="88326"/>
                    <a:pt x="368531" y="77248"/>
                    <a:pt x="368531" y="65013"/>
                  </a:cubicBezTo>
                  <a:cubicBezTo>
                    <a:pt x="368531" y="52891"/>
                    <a:pt x="371055" y="41587"/>
                    <a:pt x="376101" y="31110"/>
                  </a:cubicBezTo>
                  <a:cubicBezTo>
                    <a:pt x="381235" y="20572"/>
                    <a:pt x="388545" y="12748"/>
                    <a:pt x="398031" y="7649"/>
                  </a:cubicBezTo>
                  <a:cubicBezTo>
                    <a:pt x="407516" y="2550"/>
                    <a:pt x="418480" y="0"/>
                    <a:pt x="430925" y="0"/>
                  </a:cubicBezTo>
                  <a:cubicBezTo>
                    <a:pt x="439887" y="0"/>
                    <a:pt x="448067" y="1479"/>
                    <a:pt x="455290" y="4421"/>
                  </a:cubicBezTo>
                  <a:cubicBezTo>
                    <a:pt x="462599" y="7310"/>
                    <a:pt x="468343" y="11365"/>
                    <a:pt x="472433" y="16577"/>
                  </a:cubicBezTo>
                  <a:cubicBezTo>
                    <a:pt x="476610" y="21790"/>
                    <a:pt x="479743" y="28586"/>
                    <a:pt x="481918" y="36975"/>
                  </a:cubicBezTo>
                  <a:lnTo>
                    <a:pt x="467037" y="41048"/>
                  </a:lnTo>
                  <a:cubicBezTo>
                    <a:pt x="465123" y="34704"/>
                    <a:pt x="462860" y="29718"/>
                    <a:pt x="460076" y="26097"/>
                  </a:cubicBezTo>
                  <a:cubicBezTo>
                    <a:pt x="457291" y="22469"/>
                    <a:pt x="453288" y="19580"/>
                    <a:pt x="448155" y="17422"/>
                  </a:cubicBezTo>
                  <a:cubicBezTo>
                    <a:pt x="443020" y="15220"/>
                    <a:pt x="437277" y="14115"/>
                    <a:pt x="431011" y="14115"/>
                  </a:cubicBezTo>
                  <a:cubicBezTo>
                    <a:pt x="423440" y="14115"/>
                    <a:pt x="416914" y="15272"/>
                    <a:pt x="411431" y="17596"/>
                  </a:cubicBezTo>
                  <a:cubicBezTo>
                    <a:pt x="405949" y="19858"/>
                    <a:pt x="401512" y="22860"/>
                    <a:pt x="398118" y="26602"/>
                  </a:cubicBezTo>
                  <a:cubicBezTo>
                    <a:pt x="394724" y="30344"/>
                    <a:pt x="392200" y="34451"/>
                    <a:pt x="390286" y="38924"/>
                  </a:cubicBezTo>
                  <a:cubicBezTo>
                    <a:pt x="387153" y="46634"/>
                    <a:pt x="385499" y="54988"/>
                    <a:pt x="385499" y="63995"/>
                  </a:cubicBezTo>
                  <a:cubicBezTo>
                    <a:pt x="385499" y="75099"/>
                    <a:pt x="387415" y="84392"/>
                    <a:pt x="391243" y="91867"/>
                  </a:cubicBezTo>
                  <a:cubicBezTo>
                    <a:pt x="395071" y="99343"/>
                    <a:pt x="400641" y="104894"/>
                    <a:pt x="407951" y="108523"/>
                  </a:cubicBezTo>
                  <a:cubicBezTo>
                    <a:pt x="415261" y="112152"/>
                    <a:pt x="423006" y="113962"/>
                    <a:pt x="431272" y="113962"/>
                  </a:cubicBezTo>
                  <a:cubicBezTo>
                    <a:pt x="438408" y="113962"/>
                    <a:pt x="445369" y="112604"/>
                    <a:pt x="452157" y="109881"/>
                  </a:cubicBezTo>
                  <a:cubicBezTo>
                    <a:pt x="458945" y="107105"/>
                    <a:pt x="464079" y="104163"/>
                    <a:pt x="467647" y="101048"/>
                  </a:cubicBezTo>
                  <a:lnTo>
                    <a:pt x="467647" y="77848"/>
                  </a:lnTo>
                  <a:lnTo>
                    <a:pt x="431011" y="77848"/>
                  </a:lnTo>
                  <a:close/>
                  <a:moveTo>
                    <a:pt x="508198" y="126710"/>
                  </a:moveTo>
                  <a:lnTo>
                    <a:pt x="508198" y="2132"/>
                  </a:lnTo>
                  <a:lnTo>
                    <a:pt x="555189" y="2132"/>
                  </a:lnTo>
                  <a:cubicBezTo>
                    <a:pt x="563456" y="2132"/>
                    <a:pt x="569722" y="2524"/>
                    <a:pt x="574073" y="3316"/>
                  </a:cubicBezTo>
                  <a:cubicBezTo>
                    <a:pt x="580251" y="4342"/>
                    <a:pt x="585386" y="6291"/>
                    <a:pt x="589475" y="9181"/>
                  </a:cubicBezTo>
                  <a:cubicBezTo>
                    <a:pt x="593652" y="12018"/>
                    <a:pt x="596959" y="16012"/>
                    <a:pt x="599396" y="21163"/>
                  </a:cubicBezTo>
                  <a:cubicBezTo>
                    <a:pt x="602006" y="26324"/>
                    <a:pt x="603224" y="31989"/>
                    <a:pt x="603224" y="38158"/>
                  </a:cubicBezTo>
                  <a:cubicBezTo>
                    <a:pt x="603224" y="48757"/>
                    <a:pt x="599917" y="57738"/>
                    <a:pt x="593130" y="65100"/>
                  </a:cubicBezTo>
                  <a:cubicBezTo>
                    <a:pt x="586430" y="72410"/>
                    <a:pt x="574247" y="76064"/>
                    <a:pt x="556582" y="76064"/>
                  </a:cubicBezTo>
                  <a:lnTo>
                    <a:pt x="524645" y="76064"/>
                  </a:lnTo>
                  <a:lnTo>
                    <a:pt x="524645" y="126710"/>
                  </a:lnTo>
                  <a:lnTo>
                    <a:pt x="508198" y="126710"/>
                  </a:lnTo>
                  <a:close/>
                  <a:moveTo>
                    <a:pt x="524645" y="61358"/>
                  </a:moveTo>
                  <a:lnTo>
                    <a:pt x="556843" y="61358"/>
                  </a:lnTo>
                  <a:cubicBezTo>
                    <a:pt x="567546" y="61358"/>
                    <a:pt x="575030" y="59374"/>
                    <a:pt x="579555" y="55415"/>
                  </a:cubicBezTo>
                  <a:cubicBezTo>
                    <a:pt x="583993" y="51447"/>
                    <a:pt x="586256" y="45868"/>
                    <a:pt x="586256" y="38672"/>
                  </a:cubicBezTo>
                  <a:cubicBezTo>
                    <a:pt x="586256" y="33459"/>
                    <a:pt x="584950" y="29013"/>
                    <a:pt x="582252" y="25332"/>
                  </a:cubicBezTo>
                  <a:cubicBezTo>
                    <a:pt x="579642" y="21590"/>
                    <a:pt x="576161" y="19127"/>
                    <a:pt x="571897" y="17935"/>
                  </a:cubicBezTo>
                  <a:cubicBezTo>
                    <a:pt x="569112" y="17195"/>
                    <a:pt x="563978" y="16830"/>
                    <a:pt x="556494" y="16830"/>
                  </a:cubicBezTo>
                  <a:lnTo>
                    <a:pt x="524645" y="16830"/>
                  </a:lnTo>
                  <a:lnTo>
                    <a:pt x="524645" y="61358"/>
                  </a:lnTo>
                  <a:close/>
                  <a:moveTo>
                    <a:pt x="655959" y="126710"/>
                  </a:moveTo>
                  <a:lnTo>
                    <a:pt x="655959" y="16830"/>
                  </a:lnTo>
                  <a:lnTo>
                    <a:pt x="614885" y="16830"/>
                  </a:lnTo>
                  <a:lnTo>
                    <a:pt x="614885" y="2132"/>
                  </a:lnTo>
                  <a:lnTo>
                    <a:pt x="713654" y="2132"/>
                  </a:lnTo>
                  <a:lnTo>
                    <a:pt x="713654" y="16830"/>
                  </a:lnTo>
                  <a:lnTo>
                    <a:pt x="672406" y="16830"/>
                  </a:lnTo>
                  <a:lnTo>
                    <a:pt x="672406" y="126710"/>
                  </a:lnTo>
                  <a:lnTo>
                    <a:pt x="655959" y="126710"/>
                  </a:lnTo>
                  <a:close/>
                </a:path>
              </a:pathLst>
            </a:custGeom>
            <a:solidFill>
              <a:srgbClr val="FFFFFF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679C3B67-CC83-7B91-3C07-53565F6EF41C}"/>
              </a:ext>
            </a:extLst>
          </p:cNvPr>
          <p:cNvGrpSpPr/>
          <p:nvPr/>
        </p:nvGrpSpPr>
        <p:grpSpPr>
          <a:xfrm>
            <a:off x="879361" y="5478574"/>
            <a:ext cx="931925" cy="174040"/>
            <a:chOff x="879361" y="5478574"/>
            <a:chExt cx="931925" cy="174040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ACF6FAA-DE8E-E4CE-075C-4EA95FB9F93B}"/>
                </a:ext>
              </a:extLst>
            </p:cNvPr>
            <p:cNvSpPr/>
            <p:nvPr/>
          </p:nvSpPr>
          <p:spPr>
            <a:xfrm>
              <a:off x="879361" y="5478574"/>
              <a:ext cx="174040" cy="174040"/>
            </a:xfrm>
            <a:custGeom>
              <a:avLst/>
              <a:gdLst>
                <a:gd name="csX0" fmla="*/ 147935 w 174040"/>
                <a:gd name="csY0" fmla="*/ 0 h 174040"/>
                <a:gd name="csX1" fmla="*/ 26106 w 174040"/>
                <a:gd name="csY1" fmla="*/ 0 h 174040"/>
                <a:gd name="csX2" fmla="*/ 0 w 174040"/>
                <a:gd name="csY2" fmla="*/ 26106 h 174040"/>
                <a:gd name="csX3" fmla="*/ 0 w 174040"/>
                <a:gd name="csY3" fmla="*/ 147935 h 174040"/>
                <a:gd name="csX4" fmla="*/ 26106 w 174040"/>
                <a:gd name="csY4" fmla="*/ 174041 h 174040"/>
                <a:gd name="csX5" fmla="*/ 147935 w 174040"/>
                <a:gd name="csY5" fmla="*/ 174041 h 174040"/>
                <a:gd name="csX6" fmla="*/ 174041 w 174040"/>
                <a:gd name="csY6" fmla="*/ 147935 h 174040"/>
                <a:gd name="csX7" fmla="*/ 174041 w 174040"/>
                <a:gd name="csY7" fmla="*/ 26106 h 174040"/>
                <a:gd name="csX8" fmla="*/ 147935 w 174040"/>
                <a:gd name="csY8" fmla="*/ 0 h 17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040" h="174040">
                  <a:moveTo>
                    <a:pt x="147935" y="0"/>
                  </a:moveTo>
                  <a:lnTo>
                    <a:pt x="26106" y="0"/>
                  </a:lnTo>
                  <a:cubicBezTo>
                    <a:pt x="11687" y="0"/>
                    <a:pt x="0" y="11687"/>
                    <a:pt x="0" y="26106"/>
                  </a:cubicBezTo>
                  <a:lnTo>
                    <a:pt x="0" y="147935"/>
                  </a:lnTo>
                  <a:cubicBezTo>
                    <a:pt x="0" y="162354"/>
                    <a:pt x="11687" y="174041"/>
                    <a:pt x="26106" y="174041"/>
                  </a:cubicBezTo>
                  <a:lnTo>
                    <a:pt x="147935" y="174041"/>
                  </a:lnTo>
                  <a:cubicBezTo>
                    <a:pt x="162354" y="174041"/>
                    <a:pt x="174041" y="162354"/>
                    <a:pt x="174041" y="147935"/>
                  </a:cubicBezTo>
                  <a:lnTo>
                    <a:pt x="174041" y="26106"/>
                  </a:lnTo>
                  <a:cubicBezTo>
                    <a:pt x="174041" y="11687"/>
                    <a:pt x="162354" y="0"/>
                    <a:pt x="147935" y="0"/>
                  </a:cubicBezTo>
                  <a:close/>
                </a:path>
              </a:pathLst>
            </a:custGeom>
            <a:solidFill>
              <a:srgbClr val="B05050"/>
            </a:solidFill>
            <a:ln w="17404" cap="flat">
              <a:solidFill>
                <a:srgbClr val="B05050"/>
              </a:solidFill>
              <a:prstDash val="solid"/>
              <a:miter/>
            </a:ln>
          </p:spPr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D594680-9448-C6A6-1D9B-F5E1039D0DCD}"/>
                </a:ext>
              </a:extLst>
            </p:cNvPr>
            <p:cNvSpPr/>
            <p:nvPr/>
          </p:nvSpPr>
          <p:spPr>
            <a:xfrm>
              <a:off x="1161689" y="5519421"/>
              <a:ext cx="649597" cy="104790"/>
            </a:xfrm>
            <a:custGeom>
              <a:avLst/>
              <a:gdLst>
                <a:gd name="csX0" fmla="*/ 41648 w 649597"/>
                <a:gd name="csY0" fmla="*/ 80981 h 104790"/>
                <a:gd name="csX1" fmla="*/ 41648 w 649597"/>
                <a:gd name="csY1" fmla="*/ 73576 h 104790"/>
                <a:gd name="csX2" fmla="*/ 25245 w 649597"/>
                <a:gd name="csY2" fmla="*/ 82304 h 104790"/>
                <a:gd name="csX3" fmla="*/ 12322 w 649597"/>
                <a:gd name="csY3" fmla="*/ 78440 h 104790"/>
                <a:gd name="csX4" fmla="*/ 3202 w 649597"/>
                <a:gd name="csY4" fmla="*/ 67667 h 104790"/>
                <a:gd name="csX5" fmla="*/ 0 w 649597"/>
                <a:gd name="csY5" fmla="*/ 51708 h 104790"/>
                <a:gd name="csX6" fmla="*/ 2933 w 649597"/>
                <a:gd name="csY6" fmla="*/ 35800 h 104790"/>
                <a:gd name="csX7" fmla="*/ 11713 w 649597"/>
                <a:gd name="csY7" fmla="*/ 24801 h 104790"/>
                <a:gd name="csX8" fmla="*/ 24801 w 649597"/>
                <a:gd name="csY8" fmla="*/ 20990 h 104790"/>
                <a:gd name="csX9" fmla="*/ 34251 w 649597"/>
                <a:gd name="csY9" fmla="*/ 23261 h 104790"/>
                <a:gd name="csX10" fmla="*/ 40987 w 649597"/>
                <a:gd name="csY10" fmla="*/ 29057 h 104790"/>
                <a:gd name="csX11" fmla="*/ 40987 w 649597"/>
                <a:gd name="csY11" fmla="*/ 0 h 104790"/>
                <a:gd name="csX12" fmla="*/ 50881 w 649597"/>
                <a:gd name="csY12" fmla="*/ 0 h 104790"/>
                <a:gd name="csX13" fmla="*/ 50881 w 649597"/>
                <a:gd name="csY13" fmla="*/ 80981 h 104790"/>
                <a:gd name="csX14" fmla="*/ 41648 w 649597"/>
                <a:gd name="csY14" fmla="*/ 80981 h 104790"/>
                <a:gd name="csX15" fmla="*/ 10225 w 649597"/>
                <a:gd name="csY15" fmla="*/ 51708 h 104790"/>
                <a:gd name="csX16" fmla="*/ 14976 w 649597"/>
                <a:gd name="csY16" fmla="*/ 68555 h 104790"/>
                <a:gd name="csX17" fmla="*/ 26184 w 649597"/>
                <a:gd name="csY17" fmla="*/ 74133 h 104790"/>
                <a:gd name="csX18" fmla="*/ 37236 w 649597"/>
                <a:gd name="csY18" fmla="*/ 68833 h 104790"/>
                <a:gd name="csX19" fmla="*/ 41822 w 649597"/>
                <a:gd name="csY19" fmla="*/ 52535 h 104790"/>
                <a:gd name="csX20" fmla="*/ 37175 w 649597"/>
                <a:gd name="csY20" fmla="*/ 34861 h 104790"/>
                <a:gd name="csX21" fmla="*/ 25741 w 649597"/>
                <a:gd name="csY21" fmla="*/ 29222 h 104790"/>
                <a:gd name="csX22" fmla="*/ 14637 w 649597"/>
                <a:gd name="csY22" fmla="*/ 34634 h 104790"/>
                <a:gd name="csX23" fmla="*/ 10225 w 649597"/>
                <a:gd name="csY23" fmla="*/ 51708 h 104790"/>
                <a:gd name="csX24" fmla="*/ 106722 w 649597"/>
                <a:gd name="csY24" fmla="*/ 62089 h 104790"/>
                <a:gd name="csX25" fmla="*/ 116999 w 649597"/>
                <a:gd name="csY25" fmla="*/ 63360 h 104790"/>
                <a:gd name="csX26" fmla="*/ 107992 w 649597"/>
                <a:gd name="csY26" fmla="*/ 77335 h 104790"/>
                <a:gd name="csX27" fmla="*/ 91197 w 649597"/>
                <a:gd name="csY27" fmla="*/ 82304 h 104790"/>
                <a:gd name="csX28" fmla="*/ 70765 w 649597"/>
                <a:gd name="csY28" fmla="*/ 74411 h 104790"/>
                <a:gd name="csX29" fmla="*/ 63246 w 649597"/>
                <a:gd name="csY29" fmla="*/ 52152 h 104790"/>
                <a:gd name="csX30" fmla="*/ 70869 w 649597"/>
                <a:gd name="csY30" fmla="*/ 29170 h 104790"/>
                <a:gd name="csX31" fmla="*/ 90649 w 649597"/>
                <a:gd name="csY31" fmla="*/ 20990 h 104790"/>
                <a:gd name="csX32" fmla="*/ 109872 w 649597"/>
                <a:gd name="csY32" fmla="*/ 29004 h 104790"/>
                <a:gd name="csX33" fmla="*/ 117329 w 649597"/>
                <a:gd name="csY33" fmla="*/ 51542 h 104790"/>
                <a:gd name="csX34" fmla="*/ 117269 w 649597"/>
                <a:gd name="csY34" fmla="*/ 54188 h 104790"/>
                <a:gd name="csX35" fmla="*/ 73523 w 649597"/>
                <a:gd name="csY35" fmla="*/ 54188 h 104790"/>
                <a:gd name="csX36" fmla="*/ 78988 w 649597"/>
                <a:gd name="csY36" fmla="*/ 68999 h 104790"/>
                <a:gd name="csX37" fmla="*/ 91258 w 649597"/>
                <a:gd name="csY37" fmla="*/ 74133 h 104790"/>
                <a:gd name="csX38" fmla="*/ 100587 w 649597"/>
                <a:gd name="csY38" fmla="*/ 71261 h 104790"/>
                <a:gd name="csX39" fmla="*/ 106722 w 649597"/>
                <a:gd name="csY39" fmla="*/ 62089 h 104790"/>
                <a:gd name="csX40" fmla="*/ 74080 w 649597"/>
                <a:gd name="csY40" fmla="*/ 46017 h 104790"/>
                <a:gd name="csX41" fmla="*/ 106835 w 649597"/>
                <a:gd name="csY41" fmla="*/ 46017 h 104790"/>
                <a:gd name="csX42" fmla="*/ 103076 w 649597"/>
                <a:gd name="csY42" fmla="*/ 34913 h 104790"/>
                <a:gd name="csX43" fmla="*/ 90762 w 649597"/>
                <a:gd name="csY43" fmla="*/ 29170 h 104790"/>
                <a:gd name="csX44" fmla="*/ 79215 w 649597"/>
                <a:gd name="csY44" fmla="*/ 33755 h 104790"/>
                <a:gd name="csX45" fmla="*/ 74080 w 649597"/>
                <a:gd name="csY45" fmla="*/ 46017 h 104790"/>
                <a:gd name="csX46" fmla="*/ 167819 w 649597"/>
                <a:gd name="csY46" fmla="*/ 59496 h 104790"/>
                <a:gd name="csX47" fmla="*/ 177591 w 649597"/>
                <a:gd name="csY47" fmla="*/ 60767 h 104790"/>
                <a:gd name="csX48" fmla="*/ 169359 w 649597"/>
                <a:gd name="csY48" fmla="*/ 76622 h 104790"/>
                <a:gd name="csX49" fmla="*/ 153173 w 649597"/>
                <a:gd name="csY49" fmla="*/ 82304 h 104790"/>
                <a:gd name="csX50" fmla="*/ 133785 w 649597"/>
                <a:gd name="csY50" fmla="*/ 74463 h 104790"/>
                <a:gd name="csX51" fmla="*/ 126493 w 649597"/>
                <a:gd name="csY51" fmla="*/ 51873 h 104790"/>
                <a:gd name="csX52" fmla="*/ 129643 w 649597"/>
                <a:gd name="csY52" fmla="*/ 35244 h 104790"/>
                <a:gd name="csX53" fmla="*/ 139198 w 649597"/>
                <a:gd name="csY53" fmla="*/ 24583 h 104790"/>
                <a:gd name="csX54" fmla="*/ 153234 w 649597"/>
                <a:gd name="csY54" fmla="*/ 20990 h 104790"/>
                <a:gd name="csX55" fmla="*/ 168863 w 649597"/>
                <a:gd name="csY55" fmla="*/ 25854 h 104790"/>
                <a:gd name="csX56" fmla="*/ 176651 w 649597"/>
                <a:gd name="csY56" fmla="*/ 39551 h 104790"/>
                <a:gd name="csX57" fmla="*/ 166983 w 649597"/>
                <a:gd name="csY57" fmla="*/ 41048 h 104790"/>
                <a:gd name="csX58" fmla="*/ 162067 w 649597"/>
                <a:gd name="csY58" fmla="*/ 32154 h 104790"/>
                <a:gd name="csX59" fmla="*/ 153617 w 649597"/>
                <a:gd name="csY59" fmla="*/ 29170 h 104790"/>
                <a:gd name="csX60" fmla="*/ 141408 w 649597"/>
                <a:gd name="csY60" fmla="*/ 34582 h 104790"/>
                <a:gd name="csX61" fmla="*/ 136718 w 649597"/>
                <a:gd name="csY61" fmla="*/ 51594 h 104790"/>
                <a:gd name="csX62" fmla="*/ 141243 w 649597"/>
                <a:gd name="csY62" fmla="*/ 68772 h 104790"/>
                <a:gd name="csX63" fmla="*/ 153069 w 649597"/>
                <a:gd name="csY63" fmla="*/ 74133 h 104790"/>
                <a:gd name="csX64" fmla="*/ 162841 w 649597"/>
                <a:gd name="csY64" fmla="*/ 70539 h 104790"/>
                <a:gd name="csX65" fmla="*/ 167819 w 649597"/>
                <a:gd name="csY65" fmla="*/ 59496 h 104790"/>
                <a:gd name="csX66" fmla="*/ 182395 w 649597"/>
                <a:gd name="csY66" fmla="*/ 51647 h 104790"/>
                <a:gd name="csX67" fmla="*/ 191453 w 649597"/>
                <a:gd name="csY67" fmla="*/ 27507 h 104790"/>
                <a:gd name="csX68" fmla="*/ 209902 w 649597"/>
                <a:gd name="csY68" fmla="*/ 20990 h 104790"/>
                <a:gd name="csX69" fmla="*/ 229681 w 649597"/>
                <a:gd name="csY69" fmla="*/ 28952 h 104790"/>
                <a:gd name="csX70" fmla="*/ 237357 w 649597"/>
                <a:gd name="csY70" fmla="*/ 50820 h 104790"/>
                <a:gd name="csX71" fmla="*/ 233937 w 649597"/>
                <a:gd name="csY71" fmla="*/ 68659 h 104790"/>
                <a:gd name="csX72" fmla="*/ 224042 w 649597"/>
                <a:gd name="csY72" fmla="*/ 78719 h 104790"/>
                <a:gd name="csX73" fmla="*/ 209902 w 649597"/>
                <a:gd name="csY73" fmla="*/ 82304 h 104790"/>
                <a:gd name="csX74" fmla="*/ 189965 w 649597"/>
                <a:gd name="csY74" fmla="*/ 74411 h 104790"/>
                <a:gd name="csX75" fmla="*/ 182395 w 649597"/>
                <a:gd name="csY75" fmla="*/ 51647 h 104790"/>
                <a:gd name="csX76" fmla="*/ 192619 w 649597"/>
                <a:gd name="csY76" fmla="*/ 51647 h 104790"/>
                <a:gd name="csX77" fmla="*/ 197536 w 649597"/>
                <a:gd name="csY77" fmla="*/ 68555 h 104790"/>
                <a:gd name="csX78" fmla="*/ 209902 w 649597"/>
                <a:gd name="csY78" fmla="*/ 74133 h 104790"/>
                <a:gd name="csX79" fmla="*/ 222224 w 649597"/>
                <a:gd name="csY79" fmla="*/ 68494 h 104790"/>
                <a:gd name="csX80" fmla="*/ 227140 w 649597"/>
                <a:gd name="csY80" fmla="*/ 51316 h 104790"/>
                <a:gd name="csX81" fmla="*/ 222172 w 649597"/>
                <a:gd name="csY81" fmla="*/ 34861 h 104790"/>
                <a:gd name="csX82" fmla="*/ 209902 w 649597"/>
                <a:gd name="csY82" fmla="*/ 29222 h 104790"/>
                <a:gd name="csX83" fmla="*/ 197536 w 649597"/>
                <a:gd name="csY83" fmla="*/ 34800 h 104790"/>
                <a:gd name="csX84" fmla="*/ 192619 w 649597"/>
                <a:gd name="csY84" fmla="*/ 51647 h 104790"/>
                <a:gd name="csX85" fmla="*/ 287123 w 649597"/>
                <a:gd name="csY85" fmla="*/ 80981 h 104790"/>
                <a:gd name="csX86" fmla="*/ 287123 w 649597"/>
                <a:gd name="csY86" fmla="*/ 73576 h 104790"/>
                <a:gd name="csX87" fmla="*/ 270720 w 649597"/>
                <a:gd name="csY87" fmla="*/ 82304 h 104790"/>
                <a:gd name="csX88" fmla="*/ 257798 w 649597"/>
                <a:gd name="csY88" fmla="*/ 78440 h 104790"/>
                <a:gd name="csX89" fmla="*/ 248678 w 649597"/>
                <a:gd name="csY89" fmla="*/ 67667 h 104790"/>
                <a:gd name="csX90" fmla="*/ 245476 w 649597"/>
                <a:gd name="csY90" fmla="*/ 51708 h 104790"/>
                <a:gd name="csX91" fmla="*/ 248408 w 649597"/>
                <a:gd name="csY91" fmla="*/ 35800 h 104790"/>
                <a:gd name="csX92" fmla="*/ 257188 w 649597"/>
                <a:gd name="csY92" fmla="*/ 24801 h 104790"/>
                <a:gd name="csX93" fmla="*/ 270276 w 649597"/>
                <a:gd name="csY93" fmla="*/ 20990 h 104790"/>
                <a:gd name="csX94" fmla="*/ 279727 w 649597"/>
                <a:gd name="csY94" fmla="*/ 23261 h 104790"/>
                <a:gd name="csX95" fmla="*/ 286462 w 649597"/>
                <a:gd name="csY95" fmla="*/ 29057 h 104790"/>
                <a:gd name="csX96" fmla="*/ 286462 w 649597"/>
                <a:gd name="csY96" fmla="*/ 0 h 104790"/>
                <a:gd name="csX97" fmla="*/ 296356 w 649597"/>
                <a:gd name="csY97" fmla="*/ 0 h 104790"/>
                <a:gd name="csX98" fmla="*/ 296356 w 649597"/>
                <a:gd name="csY98" fmla="*/ 80981 h 104790"/>
                <a:gd name="csX99" fmla="*/ 287123 w 649597"/>
                <a:gd name="csY99" fmla="*/ 80981 h 104790"/>
                <a:gd name="csX100" fmla="*/ 255700 w 649597"/>
                <a:gd name="csY100" fmla="*/ 51708 h 104790"/>
                <a:gd name="csX101" fmla="*/ 260452 w 649597"/>
                <a:gd name="csY101" fmla="*/ 68555 h 104790"/>
                <a:gd name="csX102" fmla="*/ 271660 w 649597"/>
                <a:gd name="csY102" fmla="*/ 74133 h 104790"/>
                <a:gd name="csX103" fmla="*/ 282712 w 649597"/>
                <a:gd name="csY103" fmla="*/ 68833 h 104790"/>
                <a:gd name="csX104" fmla="*/ 287289 w 649597"/>
                <a:gd name="csY104" fmla="*/ 52535 h 104790"/>
                <a:gd name="csX105" fmla="*/ 282651 w 649597"/>
                <a:gd name="csY105" fmla="*/ 34861 h 104790"/>
                <a:gd name="csX106" fmla="*/ 271216 w 649597"/>
                <a:gd name="csY106" fmla="*/ 29222 h 104790"/>
                <a:gd name="csX107" fmla="*/ 260112 w 649597"/>
                <a:gd name="csY107" fmla="*/ 34634 h 104790"/>
                <a:gd name="csX108" fmla="*/ 255700 w 649597"/>
                <a:gd name="csY108" fmla="*/ 51708 h 104790"/>
                <a:gd name="csX109" fmla="*/ 352197 w 649597"/>
                <a:gd name="csY109" fmla="*/ 62089 h 104790"/>
                <a:gd name="csX110" fmla="*/ 362474 w 649597"/>
                <a:gd name="csY110" fmla="*/ 63360 h 104790"/>
                <a:gd name="csX111" fmla="*/ 353468 w 649597"/>
                <a:gd name="csY111" fmla="*/ 77335 h 104790"/>
                <a:gd name="csX112" fmla="*/ 336673 w 649597"/>
                <a:gd name="csY112" fmla="*/ 82304 h 104790"/>
                <a:gd name="csX113" fmla="*/ 316241 w 649597"/>
                <a:gd name="csY113" fmla="*/ 74411 h 104790"/>
                <a:gd name="csX114" fmla="*/ 308722 w 649597"/>
                <a:gd name="csY114" fmla="*/ 52152 h 104790"/>
                <a:gd name="csX115" fmla="*/ 316345 w 649597"/>
                <a:gd name="csY115" fmla="*/ 29170 h 104790"/>
                <a:gd name="csX116" fmla="*/ 336125 w 649597"/>
                <a:gd name="csY116" fmla="*/ 20990 h 104790"/>
                <a:gd name="csX117" fmla="*/ 355347 w 649597"/>
                <a:gd name="csY117" fmla="*/ 29004 h 104790"/>
                <a:gd name="csX118" fmla="*/ 362805 w 649597"/>
                <a:gd name="csY118" fmla="*/ 51542 h 104790"/>
                <a:gd name="csX119" fmla="*/ 362744 w 649597"/>
                <a:gd name="csY119" fmla="*/ 54188 h 104790"/>
                <a:gd name="csX120" fmla="*/ 318999 w 649597"/>
                <a:gd name="csY120" fmla="*/ 54188 h 104790"/>
                <a:gd name="csX121" fmla="*/ 324464 w 649597"/>
                <a:gd name="csY121" fmla="*/ 68999 h 104790"/>
                <a:gd name="csX122" fmla="*/ 336734 w 649597"/>
                <a:gd name="csY122" fmla="*/ 74133 h 104790"/>
                <a:gd name="csX123" fmla="*/ 346062 w 649597"/>
                <a:gd name="csY123" fmla="*/ 71261 h 104790"/>
                <a:gd name="csX124" fmla="*/ 352197 w 649597"/>
                <a:gd name="csY124" fmla="*/ 62089 h 104790"/>
                <a:gd name="csX125" fmla="*/ 319556 w 649597"/>
                <a:gd name="csY125" fmla="*/ 46017 h 104790"/>
                <a:gd name="csX126" fmla="*/ 352310 w 649597"/>
                <a:gd name="csY126" fmla="*/ 46017 h 104790"/>
                <a:gd name="csX127" fmla="*/ 348551 w 649597"/>
                <a:gd name="csY127" fmla="*/ 34913 h 104790"/>
                <a:gd name="csX128" fmla="*/ 336238 w 649597"/>
                <a:gd name="csY128" fmla="*/ 29170 h 104790"/>
                <a:gd name="csX129" fmla="*/ 324690 w 649597"/>
                <a:gd name="csY129" fmla="*/ 33755 h 104790"/>
                <a:gd name="csX130" fmla="*/ 319556 w 649597"/>
                <a:gd name="csY130" fmla="*/ 46017 h 104790"/>
                <a:gd name="csX131" fmla="*/ 374901 w 649597"/>
                <a:gd name="csY131" fmla="*/ 80981 h 104790"/>
                <a:gd name="csX132" fmla="*/ 374901 w 649597"/>
                <a:gd name="csY132" fmla="*/ 22321 h 104790"/>
                <a:gd name="csX133" fmla="*/ 383847 w 649597"/>
                <a:gd name="csY133" fmla="*/ 22321 h 104790"/>
                <a:gd name="csX134" fmla="*/ 383847 w 649597"/>
                <a:gd name="csY134" fmla="*/ 31214 h 104790"/>
                <a:gd name="csX135" fmla="*/ 390147 w 649597"/>
                <a:gd name="csY135" fmla="*/ 22983 h 104790"/>
                <a:gd name="csX136" fmla="*/ 396552 w 649597"/>
                <a:gd name="csY136" fmla="*/ 20990 h 104790"/>
                <a:gd name="csX137" fmla="*/ 406768 w 649597"/>
                <a:gd name="csY137" fmla="*/ 24200 h 104790"/>
                <a:gd name="csX138" fmla="*/ 403348 w 649597"/>
                <a:gd name="csY138" fmla="*/ 33425 h 104790"/>
                <a:gd name="csX139" fmla="*/ 396056 w 649597"/>
                <a:gd name="csY139" fmla="*/ 31267 h 104790"/>
                <a:gd name="csX140" fmla="*/ 390199 w 649597"/>
                <a:gd name="csY140" fmla="*/ 33259 h 104790"/>
                <a:gd name="csX141" fmla="*/ 386501 w 649597"/>
                <a:gd name="csY141" fmla="*/ 38672 h 104790"/>
                <a:gd name="csX142" fmla="*/ 384839 w 649597"/>
                <a:gd name="csY142" fmla="*/ 50272 h 104790"/>
                <a:gd name="csX143" fmla="*/ 384839 w 649597"/>
                <a:gd name="csY143" fmla="*/ 80981 h 104790"/>
                <a:gd name="csX144" fmla="*/ 374901 w 649597"/>
                <a:gd name="csY144" fmla="*/ 80981 h 104790"/>
                <a:gd name="csX145" fmla="*/ 408813 w 649597"/>
                <a:gd name="csY145" fmla="*/ 56676 h 104790"/>
                <a:gd name="csX146" fmla="*/ 408813 w 649597"/>
                <a:gd name="csY146" fmla="*/ 46678 h 104790"/>
                <a:gd name="csX147" fmla="*/ 439366 w 649597"/>
                <a:gd name="csY147" fmla="*/ 46678 h 104790"/>
                <a:gd name="csX148" fmla="*/ 439366 w 649597"/>
                <a:gd name="csY148" fmla="*/ 56676 h 104790"/>
                <a:gd name="csX149" fmla="*/ 408813 w 649597"/>
                <a:gd name="csY149" fmla="*/ 56676 h 104790"/>
                <a:gd name="csX150" fmla="*/ 446649 w 649597"/>
                <a:gd name="csY150" fmla="*/ 51647 h 104790"/>
                <a:gd name="csX151" fmla="*/ 455708 w 649597"/>
                <a:gd name="csY151" fmla="*/ 27507 h 104790"/>
                <a:gd name="csX152" fmla="*/ 474165 w 649597"/>
                <a:gd name="csY152" fmla="*/ 20990 h 104790"/>
                <a:gd name="csX153" fmla="*/ 493936 w 649597"/>
                <a:gd name="csY153" fmla="*/ 28952 h 104790"/>
                <a:gd name="csX154" fmla="*/ 501611 w 649597"/>
                <a:gd name="csY154" fmla="*/ 50820 h 104790"/>
                <a:gd name="csX155" fmla="*/ 498191 w 649597"/>
                <a:gd name="csY155" fmla="*/ 68659 h 104790"/>
                <a:gd name="csX156" fmla="*/ 488306 w 649597"/>
                <a:gd name="csY156" fmla="*/ 78719 h 104790"/>
                <a:gd name="csX157" fmla="*/ 474165 w 649597"/>
                <a:gd name="csY157" fmla="*/ 82304 h 104790"/>
                <a:gd name="csX158" fmla="*/ 454220 w 649597"/>
                <a:gd name="csY158" fmla="*/ 74411 h 104790"/>
                <a:gd name="csX159" fmla="*/ 446649 w 649597"/>
                <a:gd name="csY159" fmla="*/ 51647 h 104790"/>
                <a:gd name="csX160" fmla="*/ 456874 w 649597"/>
                <a:gd name="csY160" fmla="*/ 51647 h 104790"/>
                <a:gd name="csX161" fmla="*/ 461791 w 649597"/>
                <a:gd name="csY161" fmla="*/ 68555 h 104790"/>
                <a:gd name="csX162" fmla="*/ 474165 w 649597"/>
                <a:gd name="csY162" fmla="*/ 74133 h 104790"/>
                <a:gd name="csX163" fmla="*/ 486478 w 649597"/>
                <a:gd name="csY163" fmla="*/ 68494 h 104790"/>
                <a:gd name="csX164" fmla="*/ 491395 w 649597"/>
                <a:gd name="csY164" fmla="*/ 51316 h 104790"/>
                <a:gd name="csX165" fmla="*/ 486426 w 649597"/>
                <a:gd name="csY165" fmla="*/ 34861 h 104790"/>
                <a:gd name="csX166" fmla="*/ 474165 w 649597"/>
                <a:gd name="csY166" fmla="*/ 29222 h 104790"/>
                <a:gd name="csX167" fmla="*/ 461791 w 649597"/>
                <a:gd name="csY167" fmla="*/ 34800 h 104790"/>
                <a:gd name="csX168" fmla="*/ 456874 w 649597"/>
                <a:gd name="csY168" fmla="*/ 51647 h 104790"/>
                <a:gd name="csX169" fmla="*/ 513324 w 649597"/>
                <a:gd name="csY169" fmla="*/ 80981 h 104790"/>
                <a:gd name="csX170" fmla="*/ 513324 w 649597"/>
                <a:gd name="csY170" fmla="*/ 22321 h 104790"/>
                <a:gd name="csX171" fmla="*/ 522270 w 649597"/>
                <a:gd name="csY171" fmla="*/ 22321 h 104790"/>
                <a:gd name="csX172" fmla="*/ 522270 w 649597"/>
                <a:gd name="csY172" fmla="*/ 30657 h 104790"/>
                <a:gd name="csX173" fmla="*/ 540944 w 649597"/>
                <a:gd name="csY173" fmla="*/ 20990 h 104790"/>
                <a:gd name="csX174" fmla="*/ 550664 w 649597"/>
                <a:gd name="csY174" fmla="*/ 22930 h 104790"/>
                <a:gd name="csX175" fmla="*/ 557348 w 649597"/>
                <a:gd name="csY175" fmla="*/ 27899 h 104790"/>
                <a:gd name="csX176" fmla="*/ 560446 w 649597"/>
                <a:gd name="csY176" fmla="*/ 35244 h 104790"/>
                <a:gd name="csX177" fmla="*/ 560994 w 649597"/>
                <a:gd name="csY177" fmla="*/ 44911 h 104790"/>
                <a:gd name="csX178" fmla="*/ 560994 w 649597"/>
                <a:gd name="csY178" fmla="*/ 80981 h 104790"/>
                <a:gd name="csX179" fmla="*/ 551056 w 649597"/>
                <a:gd name="csY179" fmla="*/ 80981 h 104790"/>
                <a:gd name="csX180" fmla="*/ 551056 w 649597"/>
                <a:gd name="csY180" fmla="*/ 45294 h 104790"/>
                <a:gd name="csX181" fmla="*/ 549890 w 649597"/>
                <a:gd name="csY181" fmla="*/ 36235 h 104790"/>
                <a:gd name="csX182" fmla="*/ 545748 w 649597"/>
                <a:gd name="csY182" fmla="*/ 31432 h 104790"/>
                <a:gd name="csX183" fmla="*/ 538847 w 649597"/>
                <a:gd name="csY183" fmla="*/ 29613 h 104790"/>
                <a:gd name="csX184" fmla="*/ 527856 w 649597"/>
                <a:gd name="csY184" fmla="*/ 33642 h 104790"/>
                <a:gd name="csX185" fmla="*/ 523271 w 649597"/>
                <a:gd name="csY185" fmla="*/ 48940 h 104790"/>
                <a:gd name="csX186" fmla="*/ 523271 w 649597"/>
                <a:gd name="csY186" fmla="*/ 80981 h 104790"/>
                <a:gd name="csX187" fmla="*/ 513324 w 649597"/>
                <a:gd name="csY187" fmla="*/ 80981 h 104790"/>
                <a:gd name="csX188" fmla="*/ 576074 w 649597"/>
                <a:gd name="csY188" fmla="*/ 80981 h 104790"/>
                <a:gd name="csX189" fmla="*/ 576074 w 649597"/>
                <a:gd name="csY189" fmla="*/ 0 h 104790"/>
                <a:gd name="csX190" fmla="*/ 586021 w 649597"/>
                <a:gd name="csY190" fmla="*/ 0 h 104790"/>
                <a:gd name="csX191" fmla="*/ 586021 w 649597"/>
                <a:gd name="csY191" fmla="*/ 80981 h 104790"/>
                <a:gd name="csX192" fmla="*/ 576074 w 649597"/>
                <a:gd name="csY192" fmla="*/ 80981 h 104790"/>
                <a:gd name="csX193" fmla="*/ 601041 w 649597"/>
                <a:gd name="csY193" fmla="*/ 103572 h 104790"/>
                <a:gd name="csX194" fmla="*/ 599935 w 649597"/>
                <a:gd name="csY194" fmla="*/ 94235 h 104790"/>
                <a:gd name="csX195" fmla="*/ 605626 w 649597"/>
                <a:gd name="csY195" fmla="*/ 95122 h 104790"/>
                <a:gd name="csX196" fmla="*/ 610926 w 649597"/>
                <a:gd name="csY196" fmla="*/ 94017 h 104790"/>
                <a:gd name="csX197" fmla="*/ 614189 w 649597"/>
                <a:gd name="csY197" fmla="*/ 90928 h 104790"/>
                <a:gd name="csX198" fmla="*/ 617226 w 649597"/>
                <a:gd name="csY198" fmla="*/ 83522 h 104790"/>
                <a:gd name="csX199" fmla="*/ 618114 w 649597"/>
                <a:gd name="csY199" fmla="*/ 81094 h 104790"/>
                <a:gd name="csX200" fmla="*/ 595854 w 649597"/>
                <a:gd name="csY200" fmla="*/ 22321 h 104790"/>
                <a:gd name="csX201" fmla="*/ 606566 w 649597"/>
                <a:gd name="csY201" fmla="*/ 22321 h 104790"/>
                <a:gd name="csX202" fmla="*/ 618775 w 649597"/>
                <a:gd name="csY202" fmla="*/ 56294 h 104790"/>
                <a:gd name="csX203" fmla="*/ 623031 w 649597"/>
                <a:gd name="csY203" fmla="*/ 69878 h 104790"/>
                <a:gd name="csX204" fmla="*/ 627112 w 649597"/>
                <a:gd name="csY204" fmla="*/ 56511 h 104790"/>
                <a:gd name="csX205" fmla="*/ 639651 w 649597"/>
                <a:gd name="csY205" fmla="*/ 22321 h 104790"/>
                <a:gd name="csX206" fmla="*/ 649598 w 649597"/>
                <a:gd name="csY206" fmla="*/ 22321 h 104790"/>
                <a:gd name="csX207" fmla="*/ 627277 w 649597"/>
                <a:gd name="csY207" fmla="*/ 81974 h 104790"/>
                <a:gd name="csX208" fmla="*/ 621699 w 649597"/>
                <a:gd name="csY208" fmla="*/ 95287 h 104790"/>
                <a:gd name="csX209" fmla="*/ 615625 w 649597"/>
                <a:gd name="csY209" fmla="*/ 102467 h 104790"/>
                <a:gd name="csX210" fmla="*/ 607454 w 649597"/>
                <a:gd name="csY210" fmla="*/ 104790 h 104790"/>
                <a:gd name="csX211" fmla="*/ 601041 w 649597"/>
                <a:gd name="csY211" fmla="*/ 103572 h 10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</a:cxnLst>
              <a:rect l="l" t="t" r="r" b="b"/>
              <a:pathLst>
                <a:path w="649597" h="104790">
                  <a:moveTo>
                    <a:pt x="41648" y="80981"/>
                  </a:moveTo>
                  <a:lnTo>
                    <a:pt x="41648" y="73576"/>
                  </a:lnTo>
                  <a:cubicBezTo>
                    <a:pt x="37932" y="79398"/>
                    <a:pt x="32467" y="82304"/>
                    <a:pt x="25245" y="82304"/>
                  </a:cubicBezTo>
                  <a:cubicBezTo>
                    <a:pt x="20572" y="82304"/>
                    <a:pt x="16264" y="81016"/>
                    <a:pt x="12322" y="78440"/>
                  </a:cubicBezTo>
                  <a:cubicBezTo>
                    <a:pt x="8415" y="75864"/>
                    <a:pt x="5378" y="72271"/>
                    <a:pt x="3202" y="67667"/>
                  </a:cubicBezTo>
                  <a:cubicBezTo>
                    <a:pt x="1070" y="63029"/>
                    <a:pt x="0" y="57712"/>
                    <a:pt x="0" y="51708"/>
                  </a:cubicBezTo>
                  <a:cubicBezTo>
                    <a:pt x="0" y="45851"/>
                    <a:pt x="975" y="40552"/>
                    <a:pt x="2933" y="35800"/>
                  </a:cubicBezTo>
                  <a:cubicBezTo>
                    <a:pt x="4882" y="31006"/>
                    <a:pt x="7806" y="27342"/>
                    <a:pt x="11713" y="24801"/>
                  </a:cubicBezTo>
                  <a:cubicBezTo>
                    <a:pt x="15620" y="22260"/>
                    <a:pt x="19980" y="20990"/>
                    <a:pt x="24801" y="20990"/>
                  </a:cubicBezTo>
                  <a:cubicBezTo>
                    <a:pt x="28343" y="20990"/>
                    <a:pt x="31484" y="21747"/>
                    <a:pt x="34251" y="23261"/>
                  </a:cubicBezTo>
                  <a:cubicBezTo>
                    <a:pt x="37010" y="24732"/>
                    <a:pt x="39255" y="26663"/>
                    <a:pt x="40987" y="29057"/>
                  </a:cubicBezTo>
                  <a:lnTo>
                    <a:pt x="40987" y="0"/>
                  </a:lnTo>
                  <a:lnTo>
                    <a:pt x="50881" y="0"/>
                  </a:lnTo>
                  <a:lnTo>
                    <a:pt x="50881" y="80981"/>
                  </a:lnTo>
                  <a:lnTo>
                    <a:pt x="41648" y="80981"/>
                  </a:lnTo>
                  <a:close/>
                  <a:moveTo>
                    <a:pt x="10225" y="51708"/>
                  </a:moveTo>
                  <a:cubicBezTo>
                    <a:pt x="10225" y="59218"/>
                    <a:pt x="11809" y="64830"/>
                    <a:pt x="14976" y="68555"/>
                  </a:cubicBezTo>
                  <a:cubicBezTo>
                    <a:pt x="18135" y="72271"/>
                    <a:pt x="21877" y="74133"/>
                    <a:pt x="26184" y="74133"/>
                  </a:cubicBezTo>
                  <a:cubicBezTo>
                    <a:pt x="30527" y="74133"/>
                    <a:pt x="34216" y="72366"/>
                    <a:pt x="37236" y="68833"/>
                  </a:cubicBezTo>
                  <a:cubicBezTo>
                    <a:pt x="40290" y="65257"/>
                    <a:pt x="41822" y="59826"/>
                    <a:pt x="41822" y="52535"/>
                  </a:cubicBezTo>
                  <a:cubicBezTo>
                    <a:pt x="41822" y="44502"/>
                    <a:pt x="40273" y="38611"/>
                    <a:pt x="37175" y="34861"/>
                  </a:cubicBezTo>
                  <a:cubicBezTo>
                    <a:pt x="34086" y="31101"/>
                    <a:pt x="30274" y="29222"/>
                    <a:pt x="25741" y="29222"/>
                  </a:cubicBezTo>
                  <a:cubicBezTo>
                    <a:pt x="21329" y="29222"/>
                    <a:pt x="17622" y="31032"/>
                    <a:pt x="14637" y="34634"/>
                  </a:cubicBezTo>
                  <a:cubicBezTo>
                    <a:pt x="11695" y="38246"/>
                    <a:pt x="10225" y="43937"/>
                    <a:pt x="10225" y="51708"/>
                  </a:cubicBezTo>
                  <a:close/>
                  <a:moveTo>
                    <a:pt x="106722" y="62089"/>
                  </a:moveTo>
                  <a:lnTo>
                    <a:pt x="116999" y="63360"/>
                  </a:lnTo>
                  <a:cubicBezTo>
                    <a:pt x="115371" y="69364"/>
                    <a:pt x="112378" y="74020"/>
                    <a:pt x="107992" y="77335"/>
                  </a:cubicBezTo>
                  <a:cubicBezTo>
                    <a:pt x="103606" y="80650"/>
                    <a:pt x="98011" y="82304"/>
                    <a:pt x="91197" y="82304"/>
                  </a:cubicBezTo>
                  <a:cubicBezTo>
                    <a:pt x="82617" y="82304"/>
                    <a:pt x="75803" y="79676"/>
                    <a:pt x="70765" y="74411"/>
                  </a:cubicBezTo>
                  <a:cubicBezTo>
                    <a:pt x="65753" y="69103"/>
                    <a:pt x="63246" y="61689"/>
                    <a:pt x="63246" y="52152"/>
                  </a:cubicBezTo>
                  <a:cubicBezTo>
                    <a:pt x="63246" y="42275"/>
                    <a:pt x="65787" y="34617"/>
                    <a:pt x="70869" y="29170"/>
                  </a:cubicBezTo>
                  <a:cubicBezTo>
                    <a:pt x="75951" y="23722"/>
                    <a:pt x="82547" y="20990"/>
                    <a:pt x="90649" y="20990"/>
                  </a:cubicBezTo>
                  <a:cubicBezTo>
                    <a:pt x="98490" y="20990"/>
                    <a:pt x="104903" y="23661"/>
                    <a:pt x="109872" y="29004"/>
                  </a:cubicBezTo>
                  <a:cubicBezTo>
                    <a:pt x="114841" y="34339"/>
                    <a:pt x="117329" y="41857"/>
                    <a:pt x="117329" y="51542"/>
                  </a:cubicBezTo>
                  <a:cubicBezTo>
                    <a:pt x="117329" y="52126"/>
                    <a:pt x="117312" y="53013"/>
                    <a:pt x="117269" y="54188"/>
                  </a:cubicBezTo>
                  <a:lnTo>
                    <a:pt x="73523" y="54188"/>
                  </a:lnTo>
                  <a:cubicBezTo>
                    <a:pt x="73889" y="60636"/>
                    <a:pt x="75716" y="65570"/>
                    <a:pt x="78988" y="68999"/>
                  </a:cubicBezTo>
                  <a:cubicBezTo>
                    <a:pt x="82269" y="72418"/>
                    <a:pt x="86359" y="74133"/>
                    <a:pt x="91258" y="74133"/>
                  </a:cubicBezTo>
                  <a:cubicBezTo>
                    <a:pt x="94904" y="74133"/>
                    <a:pt x="98011" y="73176"/>
                    <a:pt x="100587" y="71261"/>
                  </a:cubicBezTo>
                  <a:cubicBezTo>
                    <a:pt x="103171" y="69347"/>
                    <a:pt x="105216" y="66292"/>
                    <a:pt x="106722" y="62089"/>
                  </a:cubicBezTo>
                  <a:close/>
                  <a:moveTo>
                    <a:pt x="74080" y="46017"/>
                  </a:moveTo>
                  <a:lnTo>
                    <a:pt x="106835" y="46017"/>
                  </a:lnTo>
                  <a:cubicBezTo>
                    <a:pt x="106391" y="41082"/>
                    <a:pt x="105138" y="37384"/>
                    <a:pt x="103076" y="34913"/>
                  </a:cubicBezTo>
                  <a:cubicBezTo>
                    <a:pt x="99908" y="31084"/>
                    <a:pt x="95801" y="29170"/>
                    <a:pt x="90762" y="29170"/>
                  </a:cubicBezTo>
                  <a:cubicBezTo>
                    <a:pt x="86194" y="29170"/>
                    <a:pt x="82347" y="30701"/>
                    <a:pt x="79215" y="33755"/>
                  </a:cubicBezTo>
                  <a:cubicBezTo>
                    <a:pt x="76117" y="36810"/>
                    <a:pt x="74411" y="40900"/>
                    <a:pt x="74080" y="46017"/>
                  </a:cubicBezTo>
                  <a:close/>
                  <a:moveTo>
                    <a:pt x="167819" y="59496"/>
                  </a:moveTo>
                  <a:lnTo>
                    <a:pt x="177591" y="60767"/>
                  </a:lnTo>
                  <a:cubicBezTo>
                    <a:pt x="176521" y="67502"/>
                    <a:pt x="173780" y="72784"/>
                    <a:pt x="169359" y="76622"/>
                  </a:cubicBezTo>
                  <a:cubicBezTo>
                    <a:pt x="164982" y="80407"/>
                    <a:pt x="159587" y="82304"/>
                    <a:pt x="153173" y="82304"/>
                  </a:cubicBezTo>
                  <a:cubicBezTo>
                    <a:pt x="145150" y="82304"/>
                    <a:pt x="138684" y="79693"/>
                    <a:pt x="133785" y="74463"/>
                  </a:cubicBezTo>
                  <a:cubicBezTo>
                    <a:pt x="128929" y="69199"/>
                    <a:pt x="126493" y="61663"/>
                    <a:pt x="126493" y="51873"/>
                  </a:cubicBezTo>
                  <a:cubicBezTo>
                    <a:pt x="126493" y="45538"/>
                    <a:pt x="127546" y="39995"/>
                    <a:pt x="129643" y="35244"/>
                  </a:cubicBezTo>
                  <a:cubicBezTo>
                    <a:pt x="131740" y="30492"/>
                    <a:pt x="134934" y="26942"/>
                    <a:pt x="139198" y="24583"/>
                  </a:cubicBezTo>
                  <a:cubicBezTo>
                    <a:pt x="143514" y="22191"/>
                    <a:pt x="148187" y="20990"/>
                    <a:pt x="153234" y="20990"/>
                  </a:cubicBezTo>
                  <a:cubicBezTo>
                    <a:pt x="159604" y="20990"/>
                    <a:pt x="164816" y="22617"/>
                    <a:pt x="168863" y="25854"/>
                  </a:cubicBezTo>
                  <a:cubicBezTo>
                    <a:pt x="172918" y="29057"/>
                    <a:pt x="175511" y="33625"/>
                    <a:pt x="176651" y="39551"/>
                  </a:cubicBezTo>
                  <a:lnTo>
                    <a:pt x="166983" y="41048"/>
                  </a:lnTo>
                  <a:cubicBezTo>
                    <a:pt x="166070" y="37106"/>
                    <a:pt x="164425" y="34138"/>
                    <a:pt x="162067" y="32154"/>
                  </a:cubicBezTo>
                  <a:cubicBezTo>
                    <a:pt x="159752" y="30161"/>
                    <a:pt x="156932" y="29170"/>
                    <a:pt x="153617" y="29170"/>
                  </a:cubicBezTo>
                  <a:cubicBezTo>
                    <a:pt x="148613" y="29170"/>
                    <a:pt x="144541" y="30971"/>
                    <a:pt x="141408" y="34582"/>
                  </a:cubicBezTo>
                  <a:cubicBezTo>
                    <a:pt x="138284" y="38150"/>
                    <a:pt x="136718" y="43824"/>
                    <a:pt x="136718" y="51594"/>
                  </a:cubicBezTo>
                  <a:cubicBezTo>
                    <a:pt x="136718" y="59479"/>
                    <a:pt x="138223" y="65205"/>
                    <a:pt x="141243" y="68772"/>
                  </a:cubicBezTo>
                  <a:cubicBezTo>
                    <a:pt x="144262" y="72349"/>
                    <a:pt x="148204" y="74133"/>
                    <a:pt x="153069" y="74133"/>
                  </a:cubicBezTo>
                  <a:cubicBezTo>
                    <a:pt x="156967" y="74133"/>
                    <a:pt x="160230" y="72932"/>
                    <a:pt x="162841" y="70539"/>
                  </a:cubicBezTo>
                  <a:cubicBezTo>
                    <a:pt x="165460" y="68146"/>
                    <a:pt x="167114" y="64465"/>
                    <a:pt x="167819" y="59496"/>
                  </a:cubicBezTo>
                  <a:close/>
                  <a:moveTo>
                    <a:pt x="182395" y="51647"/>
                  </a:moveTo>
                  <a:cubicBezTo>
                    <a:pt x="182395" y="40787"/>
                    <a:pt x="185414" y="32737"/>
                    <a:pt x="191453" y="27507"/>
                  </a:cubicBezTo>
                  <a:cubicBezTo>
                    <a:pt x="196500" y="23165"/>
                    <a:pt x="202653" y="20990"/>
                    <a:pt x="209902" y="20990"/>
                  </a:cubicBezTo>
                  <a:cubicBezTo>
                    <a:pt x="217968" y="20990"/>
                    <a:pt x="224565" y="23644"/>
                    <a:pt x="229681" y="28952"/>
                  </a:cubicBezTo>
                  <a:cubicBezTo>
                    <a:pt x="234798" y="34216"/>
                    <a:pt x="237357" y="41509"/>
                    <a:pt x="237357" y="50820"/>
                  </a:cubicBezTo>
                  <a:cubicBezTo>
                    <a:pt x="237357" y="58373"/>
                    <a:pt x="236217" y="64317"/>
                    <a:pt x="233937" y="68659"/>
                  </a:cubicBezTo>
                  <a:cubicBezTo>
                    <a:pt x="231692" y="72976"/>
                    <a:pt x="228394" y="76326"/>
                    <a:pt x="224042" y="78719"/>
                  </a:cubicBezTo>
                  <a:cubicBezTo>
                    <a:pt x="219735" y="81112"/>
                    <a:pt x="215027" y="82304"/>
                    <a:pt x="209902" y="82304"/>
                  </a:cubicBezTo>
                  <a:cubicBezTo>
                    <a:pt x="201696" y="82304"/>
                    <a:pt x="195047" y="79676"/>
                    <a:pt x="189965" y="74411"/>
                  </a:cubicBezTo>
                  <a:cubicBezTo>
                    <a:pt x="184918" y="69138"/>
                    <a:pt x="182395" y="61558"/>
                    <a:pt x="182395" y="51647"/>
                  </a:cubicBezTo>
                  <a:close/>
                  <a:moveTo>
                    <a:pt x="192619" y="51647"/>
                  </a:moveTo>
                  <a:cubicBezTo>
                    <a:pt x="192619" y="59165"/>
                    <a:pt x="194255" y="64796"/>
                    <a:pt x="197536" y="68555"/>
                  </a:cubicBezTo>
                  <a:cubicBezTo>
                    <a:pt x="200808" y="72271"/>
                    <a:pt x="204933" y="74133"/>
                    <a:pt x="209902" y="74133"/>
                  </a:cubicBezTo>
                  <a:cubicBezTo>
                    <a:pt x="214836" y="74133"/>
                    <a:pt x="218943" y="72253"/>
                    <a:pt x="222224" y="68494"/>
                  </a:cubicBezTo>
                  <a:cubicBezTo>
                    <a:pt x="225504" y="64743"/>
                    <a:pt x="227140" y="59018"/>
                    <a:pt x="227140" y="51316"/>
                  </a:cubicBezTo>
                  <a:cubicBezTo>
                    <a:pt x="227140" y="44067"/>
                    <a:pt x="225478" y="38576"/>
                    <a:pt x="222172" y="34861"/>
                  </a:cubicBezTo>
                  <a:cubicBezTo>
                    <a:pt x="218891" y="31101"/>
                    <a:pt x="214801" y="29222"/>
                    <a:pt x="209902" y="29222"/>
                  </a:cubicBezTo>
                  <a:cubicBezTo>
                    <a:pt x="204933" y="29222"/>
                    <a:pt x="200808" y="31084"/>
                    <a:pt x="197536" y="34800"/>
                  </a:cubicBezTo>
                  <a:cubicBezTo>
                    <a:pt x="194255" y="38524"/>
                    <a:pt x="192619" y="44137"/>
                    <a:pt x="192619" y="51647"/>
                  </a:cubicBezTo>
                  <a:close/>
                  <a:moveTo>
                    <a:pt x="287123" y="80981"/>
                  </a:moveTo>
                  <a:lnTo>
                    <a:pt x="287123" y="73576"/>
                  </a:lnTo>
                  <a:cubicBezTo>
                    <a:pt x="283408" y="79398"/>
                    <a:pt x="277943" y="82304"/>
                    <a:pt x="270720" y="82304"/>
                  </a:cubicBezTo>
                  <a:cubicBezTo>
                    <a:pt x="266047" y="82304"/>
                    <a:pt x="261740" y="81016"/>
                    <a:pt x="257798" y="78440"/>
                  </a:cubicBezTo>
                  <a:cubicBezTo>
                    <a:pt x="253890" y="75864"/>
                    <a:pt x="250853" y="72271"/>
                    <a:pt x="248678" y="67667"/>
                  </a:cubicBezTo>
                  <a:cubicBezTo>
                    <a:pt x="246546" y="63029"/>
                    <a:pt x="245476" y="57712"/>
                    <a:pt x="245476" y="51708"/>
                  </a:cubicBezTo>
                  <a:cubicBezTo>
                    <a:pt x="245476" y="45851"/>
                    <a:pt x="246450" y="40552"/>
                    <a:pt x="248408" y="35800"/>
                  </a:cubicBezTo>
                  <a:cubicBezTo>
                    <a:pt x="250357" y="31006"/>
                    <a:pt x="253281" y="27342"/>
                    <a:pt x="257188" y="24801"/>
                  </a:cubicBezTo>
                  <a:cubicBezTo>
                    <a:pt x="261096" y="22260"/>
                    <a:pt x="265455" y="20990"/>
                    <a:pt x="270276" y="20990"/>
                  </a:cubicBezTo>
                  <a:cubicBezTo>
                    <a:pt x="273818" y="20990"/>
                    <a:pt x="276959" y="21747"/>
                    <a:pt x="279727" y="23261"/>
                  </a:cubicBezTo>
                  <a:cubicBezTo>
                    <a:pt x="282485" y="24732"/>
                    <a:pt x="284730" y="26663"/>
                    <a:pt x="286462" y="29057"/>
                  </a:cubicBezTo>
                  <a:lnTo>
                    <a:pt x="286462" y="0"/>
                  </a:lnTo>
                  <a:lnTo>
                    <a:pt x="296356" y="0"/>
                  </a:lnTo>
                  <a:lnTo>
                    <a:pt x="296356" y="80981"/>
                  </a:lnTo>
                  <a:lnTo>
                    <a:pt x="287123" y="80981"/>
                  </a:lnTo>
                  <a:close/>
                  <a:moveTo>
                    <a:pt x="255700" y="51708"/>
                  </a:moveTo>
                  <a:cubicBezTo>
                    <a:pt x="255700" y="59218"/>
                    <a:pt x="257284" y="64830"/>
                    <a:pt x="260452" y="68555"/>
                  </a:cubicBezTo>
                  <a:cubicBezTo>
                    <a:pt x="263611" y="72271"/>
                    <a:pt x="267353" y="74133"/>
                    <a:pt x="271660" y="74133"/>
                  </a:cubicBezTo>
                  <a:cubicBezTo>
                    <a:pt x="276002" y="74133"/>
                    <a:pt x="279692" y="72366"/>
                    <a:pt x="282712" y="68833"/>
                  </a:cubicBezTo>
                  <a:cubicBezTo>
                    <a:pt x="285766" y="65257"/>
                    <a:pt x="287289" y="59826"/>
                    <a:pt x="287289" y="52535"/>
                  </a:cubicBezTo>
                  <a:cubicBezTo>
                    <a:pt x="287289" y="44502"/>
                    <a:pt x="285749" y="38611"/>
                    <a:pt x="282651" y="34861"/>
                  </a:cubicBezTo>
                  <a:cubicBezTo>
                    <a:pt x="279561" y="31101"/>
                    <a:pt x="275750" y="29222"/>
                    <a:pt x="271216" y="29222"/>
                  </a:cubicBezTo>
                  <a:cubicBezTo>
                    <a:pt x="266804" y="29222"/>
                    <a:pt x="263097" y="31032"/>
                    <a:pt x="260112" y="34634"/>
                  </a:cubicBezTo>
                  <a:cubicBezTo>
                    <a:pt x="257171" y="38246"/>
                    <a:pt x="255700" y="43937"/>
                    <a:pt x="255700" y="51708"/>
                  </a:cubicBezTo>
                  <a:close/>
                  <a:moveTo>
                    <a:pt x="352197" y="62089"/>
                  </a:moveTo>
                  <a:lnTo>
                    <a:pt x="362474" y="63360"/>
                  </a:lnTo>
                  <a:cubicBezTo>
                    <a:pt x="360847" y="69364"/>
                    <a:pt x="357854" y="74020"/>
                    <a:pt x="353468" y="77335"/>
                  </a:cubicBezTo>
                  <a:cubicBezTo>
                    <a:pt x="349082" y="80650"/>
                    <a:pt x="343487" y="82304"/>
                    <a:pt x="336673" y="82304"/>
                  </a:cubicBezTo>
                  <a:cubicBezTo>
                    <a:pt x="328093" y="82304"/>
                    <a:pt x="321279" y="79676"/>
                    <a:pt x="316241" y="74411"/>
                  </a:cubicBezTo>
                  <a:cubicBezTo>
                    <a:pt x="311228" y="69103"/>
                    <a:pt x="308722" y="61689"/>
                    <a:pt x="308722" y="52152"/>
                  </a:cubicBezTo>
                  <a:cubicBezTo>
                    <a:pt x="308722" y="42275"/>
                    <a:pt x="311263" y="34617"/>
                    <a:pt x="316345" y="29170"/>
                  </a:cubicBezTo>
                  <a:cubicBezTo>
                    <a:pt x="321427" y="23722"/>
                    <a:pt x="328023" y="20990"/>
                    <a:pt x="336125" y="20990"/>
                  </a:cubicBezTo>
                  <a:cubicBezTo>
                    <a:pt x="343965" y="20990"/>
                    <a:pt x="350378" y="23661"/>
                    <a:pt x="355347" y="29004"/>
                  </a:cubicBezTo>
                  <a:cubicBezTo>
                    <a:pt x="360316" y="34339"/>
                    <a:pt x="362805" y="41857"/>
                    <a:pt x="362805" y="51542"/>
                  </a:cubicBezTo>
                  <a:cubicBezTo>
                    <a:pt x="362805" y="52126"/>
                    <a:pt x="362788" y="53013"/>
                    <a:pt x="362744" y="54188"/>
                  </a:cubicBezTo>
                  <a:lnTo>
                    <a:pt x="318999" y="54188"/>
                  </a:lnTo>
                  <a:cubicBezTo>
                    <a:pt x="319364" y="60636"/>
                    <a:pt x="321192" y="65570"/>
                    <a:pt x="324464" y="68999"/>
                  </a:cubicBezTo>
                  <a:cubicBezTo>
                    <a:pt x="327745" y="72418"/>
                    <a:pt x="331834" y="74133"/>
                    <a:pt x="336734" y="74133"/>
                  </a:cubicBezTo>
                  <a:cubicBezTo>
                    <a:pt x="340380" y="74133"/>
                    <a:pt x="343487" y="73176"/>
                    <a:pt x="346062" y="71261"/>
                  </a:cubicBezTo>
                  <a:cubicBezTo>
                    <a:pt x="348647" y="69347"/>
                    <a:pt x="350683" y="66292"/>
                    <a:pt x="352197" y="62089"/>
                  </a:cubicBezTo>
                  <a:close/>
                  <a:moveTo>
                    <a:pt x="319556" y="46017"/>
                  </a:moveTo>
                  <a:lnTo>
                    <a:pt x="352310" y="46017"/>
                  </a:lnTo>
                  <a:cubicBezTo>
                    <a:pt x="351867" y="41082"/>
                    <a:pt x="350614" y="37384"/>
                    <a:pt x="348551" y="34913"/>
                  </a:cubicBezTo>
                  <a:cubicBezTo>
                    <a:pt x="345384" y="31084"/>
                    <a:pt x="341276" y="29170"/>
                    <a:pt x="336238" y="29170"/>
                  </a:cubicBezTo>
                  <a:cubicBezTo>
                    <a:pt x="331669" y="29170"/>
                    <a:pt x="327823" y="30701"/>
                    <a:pt x="324690" y="33755"/>
                  </a:cubicBezTo>
                  <a:cubicBezTo>
                    <a:pt x="321592" y="36810"/>
                    <a:pt x="319887" y="40900"/>
                    <a:pt x="319556" y="46017"/>
                  </a:cubicBezTo>
                  <a:close/>
                  <a:moveTo>
                    <a:pt x="374901" y="80981"/>
                  </a:moveTo>
                  <a:lnTo>
                    <a:pt x="374901" y="22321"/>
                  </a:lnTo>
                  <a:lnTo>
                    <a:pt x="383847" y="22321"/>
                  </a:lnTo>
                  <a:lnTo>
                    <a:pt x="383847" y="31214"/>
                  </a:lnTo>
                  <a:cubicBezTo>
                    <a:pt x="386135" y="27055"/>
                    <a:pt x="388232" y="24305"/>
                    <a:pt x="390147" y="22983"/>
                  </a:cubicBezTo>
                  <a:cubicBezTo>
                    <a:pt x="392096" y="21659"/>
                    <a:pt x="394237" y="20990"/>
                    <a:pt x="396552" y="20990"/>
                  </a:cubicBezTo>
                  <a:cubicBezTo>
                    <a:pt x="399902" y="20990"/>
                    <a:pt x="403313" y="22060"/>
                    <a:pt x="406768" y="24200"/>
                  </a:cubicBezTo>
                  <a:lnTo>
                    <a:pt x="403348" y="33425"/>
                  </a:lnTo>
                  <a:cubicBezTo>
                    <a:pt x="400920" y="31989"/>
                    <a:pt x="398483" y="31267"/>
                    <a:pt x="396056" y="31267"/>
                  </a:cubicBezTo>
                  <a:cubicBezTo>
                    <a:pt x="393880" y="31267"/>
                    <a:pt x="391931" y="31928"/>
                    <a:pt x="390199" y="33259"/>
                  </a:cubicBezTo>
                  <a:cubicBezTo>
                    <a:pt x="388467" y="34547"/>
                    <a:pt x="387240" y="36348"/>
                    <a:pt x="386501" y="38672"/>
                  </a:cubicBezTo>
                  <a:cubicBezTo>
                    <a:pt x="385395" y="42205"/>
                    <a:pt x="384839" y="46069"/>
                    <a:pt x="384839" y="50272"/>
                  </a:cubicBezTo>
                  <a:lnTo>
                    <a:pt x="384839" y="80981"/>
                  </a:lnTo>
                  <a:lnTo>
                    <a:pt x="374901" y="80981"/>
                  </a:lnTo>
                  <a:close/>
                  <a:moveTo>
                    <a:pt x="408813" y="56676"/>
                  </a:moveTo>
                  <a:lnTo>
                    <a:pt x="408813" y="46678"/>
                  </a:lnTo>
                  <a:lnTo>
                    <a:pt x="439366" y="46678"/>
                  </a:lnTo>
                  <a:lnTo>
                    <a:pt x="439366" y="56676"/>
                  </a:lnTo>
                  <a:lnTo>
                    <a:pt x="408813" y="56676"/>
                  </a:lnTo>
                  <a:close/>
                  <a:moveTo>
                    <a:pt x="446649" y="51647"/>
                  </a:moveTo>
                  <a:cubicBezTo>
                    <a:pt x="446649" y="40787"/>
                    <a:pt x="449669" y="32737"/>
                    <a:pt x="455708" y="27507"/>
                  </a:cubicBezTo>
                  <a:cubicBezTo>
                    <a:pt x="460755" y="23165"/>
                    <a:pt x="466907" y="20990"/>
                    <a:pt x="474165" y="20990"/>
                  </a:cubicBezTo>
                  <a:cubicBezTo>
                    <a:pt x="482223" y="20990"/>
                    <a:pt x="488819" y="23644"/>
                    <a:pt x="493936" y="28952"/>
                  </a:cubicBezTo>
                  <a:cubicBezTo>
                    <a:pt x="499053" y="34216"/>
                    <a:pt x="501611" y="41509"/>
                    <a:pt x="501611" y="50820"/>
                  </a:cubicBezTo>
                  <a:cubicBezTo>
                    <a:pt x="501611" y="58373"/>
                    <a:pt x="500471" y="64317"/>
                    <a:pt x="498191" y="68659"/>
                  </a:cubicBezTo>
                  <a:cubicBezTo>
                    <a:pt x="495946" y="72976"/>
                    <a:pt x="492648" y="76326"/>
                    <a:pt x="488306" y="78719"/>
                  </a:cubicBezTo>
                  <a:cubicBezTo>
                    <a:pt x="483989" y="81112"/>
                    <a:pt x="479282" y="82304"/>
                    <a:pt x="474165" y="82304"/>
                  </a:cubicBezTo>
                  <a:cubicBezTo>
                    <a:pt x="465950" y="82304"/>
                    <a:pt x="459302" y="79676"/>
                    <a:pt x="454220" y="74411"/>
                  </a:cubicBezTo>
                  <a:cubicBezTo>
                    <a:pt x="449173" y="69138"/>
                    <a:pt x="446649" y="61558"/>
                    <a:pt x="446649" y="51647"/>
                  </a:cubicBezTo>
                  <a:close/>
                  <a:moveTo>
                    <a:pt x="456874" y="51647"/>
                  </a:moveTo>
                  <a:cubicBezTo>
                    <a:pt x="456874" y="59165"/>
                    <a:pt x="458510" y="64796"/>
                    <a:pt x="461791" y="68555"/>
                  </a:cubicBezTo>
                  <a:cubicBezTo>
                    <a:pt x="465063" y="72271"/>
                    <a:pt x="469187" y="74133"/>
                    <a:pt x="474165" y="74133"/>
                  </a:cubicBezTo>
                  <a:cubicBezTo>
                    <a:pt x="479099" y="74133"/>
                    <a:pt x="483206" y="72253"/>
                    <a:pt x="486478" y="68494"/>
                  </a:cubicBezTo>
                  <a:cubicBezTo>
                    <a:pt x="489759" y="64743"/>
                    <a:pt x="491395" y="59018"/>
                    <a:pt x="491395" y="51316"/>
                  </a:cubicBezTo>
                  <a:cubicBezTo>
                    <a:pt x="491395" y="44067"/>
                    <a:pt x="489742" y="38576"/>
                    <a:pt x="486426" y="34861"/>
                  </a:cubicBezTo>
                  <a:cubicBezTo>
                    <a:pt x="483145" y="31101"/>
                    <a:pt x="479055" y="29222"/>
                    <a:pt x="474165" y="29222"/>
                  </a:cubicBezTo>
                  <a:cubicBezTo>
                    <a:pt x="469187" y="29222"/>
                    <a:pt x="465063" y="31084"/>
                    <a:pt x="461791" y="34800"/>
                  </a:cubicBezTo>
                  <a:cubicBezTo>
                    <a:pt x="458510" y="38524"/>
                    <a:pt x="456874" y="44137"/>
                    <a:pt x="456874" y="51647"/>
                  </a:cubicBezTo>
                  <a:close/>
                  <a:moveTo>
                    <a:pt x="513324" y="80981"/>
                  </a:moveTo>
                  <a:lnTo>
                    <a:pt x="513324" y="22321"/>
                  </a:lnTo>
                  <a:lnTo>
                    <a:pt x="522270" y="22321"/>
                  </a:lnTo>
                  <a:lnTo>
                    <a:pt x="522270" y="30657"/>
                  </a:lnTo>
                  <a:cubicBezTo>
                    <a:pt x="526586" y="24218"/>
                    <a:pt x="532808" y="20990"/>
                    <a:pt x="540944" y="20990"/>
                  </a:cubicBezTo>
                  <a:cubicBezTo>
                    <a:pt x="544477" y="20990"/>
                    <a:pt x="547723" y="21642"/>
                    <a:pt x="550664" y="22930"/>
                  </a:cubicBezTo>
                  <a:cubicBezTo>
                    <a:pt x="553649" y="24174"/>
                    <a:pt x="555877" y="25837"/>
                    <a:pt x="557348" y="27899"/>
                  </a:cubicBezTo>
                  <a:cubicBezTo>
                    <a:pt x="558818" y="29962"/>
                    <a:pt x="559854" y="32407"/>
                    <a:pt x="560446" y="35244"/>
                  </a:cubicBezTo>
                  <a:cubicBezTo>
                    <a:pt x="560811" y="37088"/>
                    <a:pt x="560994" y="40308"/>
                    <a:pt x="560994" y="44911"/>
                  </a:cubicBezTo>
                  <a:lnTo>
                    <a:pt x="560994" y="80981"/>
                  </a:lnTo>
                  <a:lnTo>
                    <a:pt x="551056" y="80981"/>
                  </a:lnTo>
                  <a:lnTo>
                    <a:pt x="551056" y="45294"/>
                  </a:lnTo>
                  <a:cubicBezTo>
                    <a:pt x="551056" y="41248"/>
                    <a:pt x="550664" y="38228"/>
                    <a:pt x="549890" y="36235"/>
                  </a:cubicBezTo>
                  <a:cubicBezTo>
                    <a:pt x="549116" y="34216"/>
                    <a:pt x="547741" y="32616"/>
                    <a:pt x="545748" y="31432"/>
                  </a:cubicBezTo>
                  <a:cubicBezTo>
                    <a:pt x="543799" y="30222"/>
                    <a:pt x="541493" y="29613"/>
                    <a:pt x="538847" y="29613"/>
                  </a:cubicBezTo>
                  <a:cubicBezTo>
                    <a:pt x="534609" y="29613"/>
                    <a:pt x="530946" y="30953"/>
                    <a:pt x="527856" y="33642"/>
                  </a:cubicBezTo>
                  <a:cubicBezTo>
                    <a:pt x="524793" y="36331"/>
                    <a:pt x="523271" y="41431"/>
                    <a:pt x="523271" y="48940"/>
                  </a:cubicBezTo>
                  <a:lnTo>
                    <a:pt x="523271" y="80981"/>
                  </a:lnTo>
                  <a:lnTo>
                    <a:pt x="513324" y="80981"/>
                  </a:lnTo>
                  <a:close/>
                  <a:moveTo>
                    <a:pt x="576074" y="80981"/>
                  </a:moveTo>
                  <a:lnTo>
                    <a:pt x="576074" y="0"/>
                  </a:lnTo>
                  <a:lnTo>
                    <a:pt x="586021" y="0"/>
                  </a:lnTo>
                  <a:lnTo>
                    <a:pt x="586021" y="80981"/>
                  </a:lnTo>
                  <a:lnTo>
                    <a:pt x="576074" y="80981"/>
                  </a:lnTo>
                  <a:close/>
                  <a:moveTo>
                    <a:pt x="601041" y="103572"/>
                  </a:moveTo>
                  <a:lnTo>
                    <a:pt x="599935" y="94235"/>
                  </a:lnTo>
                  <a:cubicBezTo>
                    <a:pt x="602111" y="94826"/>
                    <a:pt x="604008" y="95122"/>
                    <a:pt x="605626" y="95122"/>
                  </a:cubicBezTo>
                  <a:cubicBezTo>
                    <a:pt x="607837" y="95122"/>
                    <a:pt x="609603" y="94757"/>
                    <a:pt x="610926" y="94017"/>
                  </a:cubicBezTo>
                  <a:cubicBezTo>
                    <a:pt x="612257" y="93278"/>
                    <a:pt x="613345" y="92250"/>
                    <a:pt x="614189" y="90928"/>
                  </a:cubicBezTo>
                  <a:cubicBezTo>
                    <a:pt x="614816" y="89927"/>
                    <a:pt x="615825" y="87464"/>
                    <a:pt x="617226" y="83522"/>
                  </a:cubicBezTo>
                  <a:cubicBezTo>
                    <a:pt x="617409" y="82974"/>
                    <a:pt x="617705" y="82156"/>
                    <a:pt x="618114" y="81094"/>
                  </a:cubicBezTo>
                  <a:lnTo>
                    <a:pt x="595854" y="22321"/>
                  </a:lnTo>
                  <a:lnTo>
                    <a:pt x="606566" y="22321"/>
                  </a:lnTo>
                  <a:lnTo>
                    <a:pt x="618775" y="56294"/>
                  </a:lnTo>
                  <a:cubicBezTo>
                    <a:pt x="620359" y="60601"/>
                    <a:pt x="621777" y="65126"/>
                    <a:pt x="623031" y="69878"/>
                  </a:cubicBezTo>
                  <a:cubicBezTo>
                    <a:pt x="624171" y="65309"/>
                    <a:pt x="625528" y="60854"/>
                    <a:pt x="627112" y="56511"/>
                  </a:cubicBezTo>
                  <a:lnTo>
                    <a:pt x="639651" y="22321"/>
                  </a:lnTo>
                  <a:lnTo>
                    <a:pt x="649598" y="22321"/>
                  </a:lnTo>
                  <a:lnTo>
                    <a:pt x="627277" y="81974"/>
                  </a:lnTo>
                  <a:cubicBezTo>
                    <a:pt x="624884" y="88421"/>
                    <a:pt x="623031" y="92860"/>
                    <a:pt x="621699" y="95287"/>
                  </a:cubicBezTo>
                  <a:cubicBezTo>
                    <a:pt x="619933" y="98568"/>
                    <a:pt x="617905" y="100961"/>
                    <a:pt x="615625" y="102467"/>
                  </a:cubicBezTo>
                  <a:cubicBezTo>
                    <a:pt x="613345" y="104015"/>
                    <a:pt x="610613" y="104790"/>
                    <a:pt x="607454" y="104790"/>
                  </a:cubicBezTo>
                  <a:cubicBezTo>
                    <a:pt x="605531" y="104790"/>
                    <a:pt x="603399" y="104381"/>
                    <a:pt x="601041" y="103572"/>
                  </a:cubicBezTo>
                  <a:close/>
                </a:path>
              </a:pathLst>
            </a:custGeom>
            <a:solidFill>
              <a:srgbClr val="333333"/>
            </a:solidFill>
            <a:ln w="8702" cap="flat">
              <a:noFill/>
              <a:prstDash val="solid"/>
              <a:miter/>
            </a:ln>
          </p:spPr>
        </p:sp>
      </p:grp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6EB03BA7-2654-0677-BE35-6813CA092A2D}"/>
              </a:ext>
            </a:extLst>
          </p:cNvPr>
          <p:cNvSpPr/>
          <p:nvPr/>
        </p:nvSpPr>
        <p:spPr>
          <a:xfrm>
            <a:off x="2445726" y="5478574"/>
            <a:ext cx="174040" cy="174040"/>
          </a:xfrm>
          <a:custGeom>
            <a:avLst/>
            <a:gdLst>
              <a:gd name="csX0" fmla="*/ 147935 w 174040"/>
              <a:gd name="csY0" fmla="*/ 0 h 174040"/>
              <a:gd name="csX1" fmla="*/ 26106 w 174040"/>
              <a:gd name="csY1" fmla="*/ 0 h 174040"/>
              <a:gd name="csX2" fmla="*/ 0 w 174040"/>
              <a:gd name="csY2" fmla="*/ 26106 h 174040"/>
              <a:gd name="csX3" fmla="*/ 0 w 174040"/>
              <a:gd name="csY3" fmla="*/ 147935 h 174040"/>
              <a:gd name="csX4" fmla="*/ 26106 w 174040"/>
              <a:gd name="csY4" fmla="*/ 174041 h 174040"/>
              <a:gd name="csX5" fmla="*/ 147935 w 174040"/>
              <a:gd name="csY5" fmla="*/ 174041 h 174040"/>
              <a:gd name="csX6" fmla="*/ 174041 w 174040"/>
              <a:gd name="csY6" fmla="*/ 147935 h 174040"/>
              <a:gd name="csX7" fmla="*/ 174041 w 174040"/>
              <a:gd name="csY7" fmla="*/ 26106 h 174040"/>
              <a:gd name="csX8" fmla="*/ 147935 w 174040"/>
              <a:gd name="csY8" fmla="*/ 0 h 174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4040" h="174040">
                <a:moveTo>
                  <a:pt x="147935" y="0"/>
                </a:moveTo>
                <a:lnTo>
                  <a:pt x="26106" y="0"/>
                </a:lnTo>
                <a:cubicBezTo>
                  <a:pt x="11687" y="0"/>
                  <a:pt x="0" y="11687"/>
                  <a:pt x="0" y="26106"/>
                </a:cubicBezTo>
                <a:lnTo>
                  <a:pt x="0" y="147935"/>
                </a:lnTo>
                <a:cubicBezTo>
                  <a:pt x="0" y="162354"/>
                  <a:pt x="11687" y="174041"/>
                  <a:pt x="26106" y="174041"/>
                </a:cubicBezTo>
                <a:lnTo>
                  <a:pt x="147935" y="174041"/>
                </a:lnTo>
                <a:cubicBezTo>
                  <a:pt x="162354" y="174041"/>
                  <a:pt x="174041" y="162354"/>
                  <a:pt x="174041" y="147935"/>
                </a:cubicBezTo>
                <a:lnTo>
                  <a:pt x="174041" y="26106"/>
                </a:lnTo>
                <a:cubicBezTo>
                  <a:pt x="174041" y="11687"/>
                  <a:pt x="162354" y="0"/>
                  <a:pt x="147935" y="0"/>
                </a:cubicBezTo>
                <a:close/>
              </a:path>
            </a:pathLst>
          </a:custGeom>
          <a:solidFill>
            <a:srgbClr val="555555"/>
          </a:solidFill>
          <a:ln w="17404" cap="flat">
            <a:solidFill>
              <a:srgbClr val="555555"/>
            </a:solidFill>
            <a:prstDash val="solid"/>
            <a:miter/>
          </a:ln>
        </p:spPr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7A3975B-CAD4-652B-F1B0-BF1CEAFB8B25}"/>
              </a:ext>
            </a:extLst>
          </p:cNvPr>
          <p:cNvSpPr/>
          <p:nvPr/>
        </p:nvSpPr>
        <p:spPr>
          <a:xfrm>
            <a:off x="2714244" y="5518047"/>
            <a:ext cx="1189811" cy="83678"/>
          </a:xfrm>
          <a:custGeom>
            <a:avLst/>
            <a:gdLst>
              <a:gd name="csX0" fmla="*/ 0 w 1189811"/>
              <a:gd name="csY0" fmla="*/ 82356 h 83678"/>
              <a:gd name="csX1" fmla="*/ 0 w 1189811"/>
              <a:gd name="csY1" fmla="*/ 23695 h 83678"/>
              <a:gd name="csX2" fmla="*/ 8946 w 1189811"/>
              <a:gd name="csY2" fmla="*/ 23695 h 83678"/>
              <a:gd name="csX3" fmla="*/ 8946 w 1189811"/>
              <a:gd name="csY3" fmla="*/ 32032 h 83678"/>
              <a:gd name="csX4" fmla="*/ 27620 w 1189811"/>
              <a:gd name="csY4" fmla="*/ 22364 h 83678"/>
              <a:gd name="csX5" fmla="*/ 37341 w 1189811"/>
              <a:gd name="csY5" fmla="*/ 24304 h 83678"/>
              <a:gd name="csX6" fmla="*/ 44023 w 1189811"/>
              <a:gd name="csY6" fmla="*/ 29274 h 83678"/>
              <a:gd name="csX7" fmla="*/ 47113 w 1189811"/>
              <a:gd name="csY7" fmla="*/ 36618 h 83678"/>
              <a:gd name="csX8" fmla="*/ 47670 w 1189811"/>
              <a:gd name="csY8" fmla="*/ 46286 h 83678"/>
              <a:gd name="csX9" fmla="*/ 47670 w 1189811"/>
              <a:gd name="csY9" fmla="*/ 82356 h 83678"/>
              <a:gd name="csX10" fmla="*/ 37723 w 1189811"/>
              <a:gd name="csY10" fmla="*/ 82356 h 83678"/>
              <a:gd name="csX11" fmla="*/ 37723 w 1189811"/>
              <a:gd name="csY11" fmla="*/ 46669 h 83678"/>
              <a:gd name="csX12" fmla="*/ 36566 w 1189811"/>
              <a:gd name="csY12" fmla="*/ 37610 h 83678"/>
              <a:gd name="csX13" fmla="*/ 32424 w 1189811"/>
              <a:gd name="csY13" fmla="*/ 32807 h 83678"/>
              <a:gd name="csX14" fmla="*/ 25523 w 1189811"/>
              <a:gd name="csY14" fmla="*/ 30988 h 83678"/>
              <a:gd name="csX15" fmla="*/ 14524 w 1189811"/>
              <a:gd name="csY15" fmla="*/ 35017 h 83678"/>
              <a:gd name="csX16" fmla="*/ 9946 w 1189811"/>
              <a:gd name="csY16" fmla="*/ 50315 h 83678"/>
              <a:gd name="csX17" fmla="*/ 9946 w 1189811"/>
              <a:gd name="csY17" fmla="*/ 82356 h 83678"/>
              <a:gd name="csX18" fmla="*/ 0 w 1189811"/>
              <a:gd name="csY18" fmla="*/ 82356 h 83678"/>
              <a:gd name="csX19" fmla="*/ 59270 w 1189811"/>
              <a:gd name="csY19" fmla="*/ 53022 h 83678"/>
              <a:gd name="csX20" fmla="*/ 68329 w 1189811"/>
              <a:gd name="csY20" fmla="*/ 28882 h 83678"/>
              <a:gd name="csX21" fmla="*/ 86777 w 1189811"/>
              <a:gd name="csY21" fmla="*/ 22364 h 83678"/>
              <a:gd name="csX22" fmla="*/ 106556 w 1189811"/>
              <a:gd name="csY22" fmla="*/ 30326 h 83678"/>
              <a:gd name="csX23" fmla="*/ 114232 w 1189811"/>
              <a:gd name="csY23" fmla="*/ 52195 h 83678"/>
              <a:gd name="csX24" fmla="*/ 110803 w 1189811"/>
              <a:gd name="csY24" fmla="*/ 70034 h 83678"/>
              <a:gd name="csX25" fmla="*/ 100918 w 1189811"/>
              <a:gd name="csY25" fmla="*/ 80093 h 83678"/>
              <a:gd name="csX26" fmla="*/ 86777 w 1189811"/>
              <a:gd name="csY26" fmla="*/ 83678 h 83678"/>
              <a:gd name="csX27" fmla="*/ 66840 w 1189811"/>
              <a:gd name="csY27" fmla="*/ 75786 h 83678"/>
              <a:gd name="csX28" fmla="*/ 59270 w 1189811"/>
              <a:gd name="csY28" fmla="*/ 53022 h 83678"/>
              <a:gd name="csX29" fmla="*/ 69486 w 1189811"/>
              <a:gd name="csY29" fmla="*/ 53022 h 83678"/>
              <a:gd name="csX30" fmla="*/ 74403 w 1189811"/>
              <a:gd name="csY30" fmla="*/ 69930 h 83678"/>
              <a:gd name="csX31" fmla="*/ 86777 w 1189811"/>
              <a:gd name="csY31" fmla="*/ 75508 h 83678"/>
              <a:gd name="csX32" fmla="*/ 99099 w 1189811"/>
              <a:gd name="csY32" fmla="*/ 69869 h 83678"/>
              <a:gd name="csX33" fmla="*/ 104015 w 1189811"/>
              <a:gd name="csY33" fmla="*/ 52691 h 83678"/>
              <a:gd name="csX34" fmla="*/ 99038 w 1189811"/>
              <a:gd name="csY34" fmla="*/ 36235 h 83678"/>
              <a:gd name="csX35" fmla="*/ 86777 w 1189811"/>
              <a:gd name="csY35" fmla="*/ 30596 h 83678"/>
              <a:gd name="csX36" fmla="*/ 74403 w 1189811"/>
              <a:gd name="csY36" fmla="*/ 36174 h 83678"/>
              <a:gd name="csX37" fmla="*/ 69486 w 1189811"/>
              <a:gd name="csY37" fmla="*/ 53022 h 83678"/>
              <a:gd name="csX38" fmla="*/ 125944 w 1189811"/>
              <a:gd name="csY38" fmla="*/ 82356 h 83678"/>
              <a:gd name="csX39" fmla="*/ 125944 w 1189811"/>
              <a:gd name="csY39" fmla="*/ 23695 h 83678"/>
              <a:gd name="csX40" fmla="*/ 134890 w 1189811"/>
              <a:gd name="csY40" fmla="*/ 23695 h 83678"/>
              <a:gd name="csX41" fmla="*/ 134890 w 1189811"/>
              <a:gd name="csY41" fmla="*/ 32032 h 83678"/>
              <a:gd name="csX42" fmla="*/ 153556 w 1189811"/>
              <a:gd name="csY42" fmla="*/ 22364 h 83678"/>
              <a:gd name="csX43" fmla="*/ 163285 w 1189811"/>
              <a:gd name="csY43" fmla="*/ 24304 h 83678"/>
              <a:gd name="csX44" fmla="*/ 169968 w 1189811"/>
              <a:gd name="csY44" fmla="*/ 29274 h 83678"/>
              <a:gd name="csX45" fmla="*/ 173057 w 1189811"/>
              <a:gd name="csY45" fmla="*/ 36618 h 83678"/>
              <a:gd name="csX46" fmla="*/ 173614 w 1189811"/>
              <a:gd name="csY46" fmla="*/ 46286 h 83678"/>
              <a:gd name="csX47" fmla="*/ 173614 w 1189811"/>
              <a:gd name="csY47" fmla="*/ 82356 h 83678"/>
              <a:gd name="csX48" fmla="*/ 163668 w 1189811"/>
              <a:gd name="csY48" fmla="*/ 82356 h 83678"/>
              <a:gd name="csX49" fmla="*/ 163668 w 1189811"/>
              <a:gd name="csY49" fmla="*/ 46669 h 83678"/>
              <a:gd name="csX50" fmla="*/ 162511 w 1189811"/>
              <a:gd name="csY50" fmla="*/ 37610 h 83678"/>
              <a:gd name="csX51" fmla="*/ 158368 w 1189811"/>
              <a:gd name="csY51" fmla="*/ 32807 h 83678"/>
              <a:gd name="csX52" fmla="*/ 151459 w 1189811"/>
              <a:gd name="csY52" fmla="*/ 30988 h 83678"/>
              <a:gd name="csX53" fmla="*/ 140468 w 1189811"/>
              <a:gd name="csY53" fmla="*/ 35017 h 83678"/>
              <a:gd name="csX54" fmla="*/ 135882 w 1189811"/>
              <a:gd name="csY54" fmla="*/ 50315 h 83678"/>
              <a:gd name="csX55" fmla="*/ 135882 w 1189811"/>
              <a:gd name="csY55" fmla="*/ 82356 h 83678"/>
              <a:gd name="csX56" fmla="*/ 125944 w 1189811"/>
              <a:gd name="csY56" fmla="*/ 82356 h 83678"/>
              <a:gd name="csX57" fmla="*/ 185049 w 1189811"/>
              <a:gd name="csY57" fmla="*/ 58051 h 83678"/>
              <a:gd name="csX58" fmla="*/ 185049 w 1189811"/>
              <a:gd name="csY58" fmla="*/ 48052 h 83678"/>
              <a:gd name="csX59" fmla="*/ 215593 w 1189811"/>
              <a:gd name="csY59" fmla="*/ 48052 h 83678"/>
              <a:gd name="csX60" fmla="*/ 215593 w 1189811"/>
              <a:gd name="csY60" fmla="*/ 58051 h 83678"/>
              <a:gd name="csX61" fmla="*/ 185049 w 1189811"/>
              <a:gd name="csY61" fmla="*/ 58051 h 83678"/>
              <a:gd name="csX62" fmla="*/ 248295 w 1189811"/>
              <a:gd name="csY62" fmla="*/ 73463 h 83678"/>
              <a:gd name="csX63" fmla="*/ 249731 w 1189811"/>
              <a:gd name="csY63" fmla="*/ 82243 h 83678"/>
              <a:gd name="csX64" fmla="*/ 242212 w 1189811"/>
              <a:gd name="csY64" fmla="*/ 83130 h 83678"/>
              <a:gd name="csX65" fmla="*/ 233824 w 1189811"/>
              <a:gd name="csY65" fmla="*/ 81416 h 83678"/>
              <a:gd name="csX66" fmla="*/ 229620 w 1189811"/>
              <a:gd name="csY66" fmla="*/ 76943 h 83678"/>
              <a:gd name="csX67" fmla="*/ 228402 w 1189811"/>
              <a:gd name="csY67" fmla="*/ 65178 h 83678"/>
              <a:gd name="csX68" fmla="*/ 228402 w 1189811"/>
              <a:gd name="csY68" fmla="*/ 31423 h 83678"/>
              <a:gd name="csX69" fmla="*/ 221119 w 1189811"/>
              <a:gd name="csY69" fmla="*/ 31423 h 83678"/>
              <a:gd name="csX70" fmla="*/ 221119 w 1189811"/>
              <a:gd name="csY70" fmla="*/ 23695 h 83678"/>
              <a:gd name="csX71" fmla="*/ 228402 w 1189811"/>
              <a:gd name="csY71" fmla="*/ 23695 h 83678"/>
              <a:gd name="csX72" fmla="*/ 228402 w 1189811"/>
              <a:gd name="csY72" fmla="*/ 9163 h 83678"/>
              <a:gd name="csX73" fmla="*/ 238296 w 1189811"/>
              <a:gd name="csY73" fmla="*/ 3202 h 83678"/>
              <a:gd name="csX74" fmla="*/ 238296 w 1189811"/>
              <a:gd name="csY74" fmla="*/ 23695 h 83678"/>
              <a:gd name="csX75" fmla="*/ 248295 w 1189811"/>
              <a:gd name="csY75" fmla="*/ 23695 h 83678"/>
              <a:gd name="csX76" fmla="*/ 248295 w 1189811"/>
              <a:gd name="csY76" fmla="*/ 31423 h 83678"/>
              <a:gd name="csX77" fmla="*/ 238296 w 1189811"/>
              <a:gd name="csY77" fmla="*/ 31423 h 83678"/>
              <a:gd name="csX78" fmla="*/ 238296 w 1189811"/>
              <a:gd name="csY78" fmla="*/ 65726 h 83678"/>
              <a:gd name="csX79" fmla="*/ 238792 w 1189811"/>
              <a:gd name="csY79" fmla="*/ 71200 h 83678"/>
              <a:gd name="csX80" fmla="*/ 240507 w 1189811"/>
              <a:gd name="csY80" fmla="*/ 73132 h 83678"/>
              <a:gd name="csX81" fmla="*/ 243927 w 1189811"/>
              <a:gd name="csY81" fmla="*/ 73845 h 83678"/>
              <a:gd name="csX82" fmla="*/ 248295 w 1189811"/>
              <a:gd name="csY82" fmla="*/ 73463 h 83678"/>
              <a:gd name="csX83" fmla="*/ 257954 w 1189811"/>
              <a:gd name="csY83" fmla="*/ 82356 h 83678"/>
              <a:gd name="csX84" fmla="*/ 257954 w 1189811"/>
              <a:gd name="csY84" fmla="*/ 23695 h 83678"/>
              <a:gd name="csX85" fmla="*/ 266909 w 1189811"/>
              <a:gd name="csY85" fmla="*/ 23695 h 83678"/>
              <a:gd name="csX86" fmla="*/ 266909 w 1189811"/>
              <a:gd name="csY86" fmla="*/ 32589 h 83678"/>
              <a:gd name="csX87" fmla="*/ 273200 w 1189811"/>
              <a:gd name="csY87" fmla="*/ 24357 h 83678"/>
              <a:gd name="csX88" fmla="*/ 279614 w 1189811"/>
              <a:gd name="csY88" fmla="*/ 22364 h 83678"/>
              <a:gd name="csX89" fmla="*/ 289830 w 1189811"/>
              <a:gd name="csY89" fmla="*/ 25575 h 83678"/>
              <a:gd name="csX90" fmla="*/ 286410 w 1189811"/>
              <a:gd name="csY90" fmla="*/ 34799 h 83678"/>
              <a:gd name="csX91" fmla="*/ 279118 w 1189811"/>
              <a:gd name="csY91" fmla="*/ 32641 h 83678"/>
              <a:gd name="csX92" fmla="*/ 273261 w 1189811"/>
              <a:gd name="csY92" fmla="*/ 34634 h 83678"/>
              <a:gd name="csX93" fmla="*/ 269554 w 1189811"/>
              <a:gd name="csY93" fmla="*/ 40047 h 83678"/>
              <a:gd name="csX94" fmla="*/ 267901 w 1189811"/>
              <a:gd name="csY94" fmla="*/ 51647 h 83678"/>
              <a:gd name="csX95" fmla="*/ 267901 w 1189811"/>
              <a:gd name="csY95" fmla="*/ 82356 h 83678"/>
              <a:gd name="csX96" fmla="*/ 257954 w 1189811"/>
              <a:gd name="csY96" fmla="*/ 82356 h 83678"/>
              <a:gd name="csX97" fmla="*/ 334019 w 1189811"/>
              <a:gd name="csY97" fmla="*/ 75116 h 83678"/>
              <a:gd name="csX98" fmla="*/ 323359 w 1189811"/>
              <a:gd name="csY98" fmla="*/ 81747 h 83678"/>
              <a:gd name="csX99" fmla="*/ 312420 w 1189811"/>
              <a:gd name="csY99" fmla="*/ 83678 h 83678"/>
              <a:gd name="csX100" fmla="*/ 297566 w 1189811"/>
              <a:gd name="csY100" fmla="*/ 78988 h 83678"/>
              <a:gd name="csX101" fmla="*/ 292371 w 1189811"/>
              <a:gd name="csY101" fmla="*/ 66893 h 83678"/>
              <a:gd name="csX102" fmla="*/ 294303 w 1189811"/>
              <a:gd name="csY102" fmla="*/ 59043 h 83678"/>
              <a:gd name="csX103" fmla="*/ 299446 w 1189811"/>
              <a:gd name="csY103" fmla="*/ 53300 h 83678"/>
              <a:gd name="csX104" fmla="*/ 306625 w 1189811"/>
              <a:gd name="csY104" fmla="*/ 50045 h 83678"/>
              <a:gd name="csX105" fmla="*/ 315457 w 1189811"/>
              <a:gd name="csY105" fmla="*/ 48548 h 83678"/>
              <a:gd name="csX106" fmla="*/ 333192 w 1189811"/>
              <a:gd name="csY106" fmla="*/ 45129 h 83678"/>
              <a:gd name="csX107" fmla="*/ 333244 w 1189811"/>
              <a:gd name="csY107" fmla="*/ 42526 h 83678"/>
              <a:gd name="csX108" fmla="*/ 330434 w 1189811"/>
              <a:gd name="csY108" fmla="*/ 33964 h 83678"/>
              <a:gd name="csX109" fmla="*/ 319104 w 1189811"/>
              <a:gd name="csY109" fmla="*/ 30596 h 83678"/>
              <a:gd name="csX110" fmla="*/ 308722 w 1189811"/>
              <a:gd name="csY110" fmla="*/ 33085 h 83678"/>
              <a:gd name="csX111" fmla="*/ 303805 w 1189811"/>
              <a:gd name="csY111" fmla="*/ 41752 h 83678"/>
              <a:gd name="csX112" fmla="*/ 294085 w 1189811"/>
              <a:gd name="csY112" fmla="*/ 40430 h 83678"/>
              <a:gd name="csX113" fmla="*/ 298445 w 1189811"/>
              <a:gd name="csY113" fmla="*/ 30378 h 83678"/>
              <a:gd name="csX114" fmla="*/ 307234 w 1189811"/>
              <a:gd name="csY114" fmla="*/ 24470 h 83678"/>
              <a:gd name="csX115" fmla="*/ 320539 w 1189811"/>
              <a:gd name="csY115" fmla="*/ 22364 h 83678"/>
              <a:gd name="csX116" fmla="*/ 332748 w 1189811"/>
              <a:gd name="csY116" fmla="*/ 24139 h 83678"/>
              <a:gd name="csX117" fmla="*/ 339658 w 1189811"/>
              <a:gd name="csY117" fmla="*/ 28612 h 83678"/>
              <a:gd name="csX118" fmla="*/ 342747 w 1189811"/>
              <a:gd name="csY118" fmla="*/ 35348 h 83678"/>
              <a:gd name="csX119" fmla="*/ 343243 w 1189811"/>
              <a:gd name="csY119" fmla="*/ 44519 h 83678"/>
              <a:gd name="csX120" fmla="*/ 343243 w 1189811"/>
              <a:gd name="csY120" fmla="*/ 57773 h 83678"/>
              <a:gd name="csX121" fmla="*/ 343852 w 1189811"/>
              <a:gd name="csY121" fmla="*/ 75342 h 83678"/>
              <a:gd name="csX122" fmla="*/ 346393 w 1189811"/>
              <a:gd name="csY122" fmla="*/ 82356 h 83678"/>
              <a:gd name="csX123" fmla="*/ 336012 w 1189811"/>
              <a:gd name="csY123" fmla="*/ 82356 h 83678"/>
              <a:gd name="csX124" fmla="*/ 334019 w 1189811"/>
              <a:gd name="csY124" fmla="*/ 75116 h 83678"/>
              <a:gd name="csX125" fmla="*/ 333192 w 1189811"/>
              <a:gd name="csY125" fmla="*/ 52917 h 83678"/>
              <a:gd name="csX126" fmla="*/ 316954 w 1189811"/>
              <a:gd name="csY126" fmla="*/ 56667 h 83678"/>
              <a:gd name="csX127" fmla="*/ 308278 w 1189811"/>
              <a:gd name="csY127" fmla="*/ 58660 h 83678"/>
              <a:gd name="csX128" fmla="*/ 304362 w 1189811"/>
              <a:gd name="csY128" fmla="*/ 61915 h 83678"/>
              <a:gd name="csX129" fmla="*/ 302979 w 1189811"/>
              <a:gd name="csY129" fmla="*/ 66614 h 83678"/>
              <a:gd name="csX130" fmla="*/ 305963 w 1189811"/>
              <a:gd name="csY130" fmla="*/ 73245 h 83678"/>
              <a:gd name="csX131" fmla="*/ 314796 w 1189811"/>
              <a:gd name="csY131" fmla="*/ 75890 h 83678"/>
              <a:gd name="csX132" fmla="*/ 325021 w 1189811"/>
              <a:gd name="csY132" fmla="*/ 73410 h 83678"/>
              <a:gd name="csX133" fmla="*/ 331591 w 1189811"/>
              <a:gd name="csY133" fmla="*/ 66501 h 83678"/>
              <a:gd name="csX134" fmla="*/ 333192 w 1189811"/>
              <a:gd name="csY134" fmla="*/ 56563 h 83678"/>
              <a:gd name="csX135" fmla="*/ 333192 w 1189811"/>
              <a:gd name="csY135" fmla="*/ 52917 h 83678"/>
              <a:gd name="csX136" fmla="*/ 358715 w 1189811"/>
              <a:gd name="csY136" fmla="*/ 82356 h 83678"/>
              <a:gd name="csX137" fmla="*/ 358715 w 1189811"/>
              <a:gd name="csY137" fmla="*/ 23695 h 83678"/>
              <a:gd name="csX138" fmla="*/ 367661 w 1189811"/>
              <a:gd name="csY138" fmla="*/ 23695 h 83678"/>
              <a:gd name="csX139" fmla="*/ 367661 w 1189811"/>
              <a:gd name="csY139" fmla="*/ 32032 h 83678"/>
              <a:gd name="csX140" fmla="*/ 386327 w 1189811"/>
              <a:gd name="csY140" fmla="*/ 22364 h 83678"/>
              <a:gd name="csX141" fmla="*/ 396056 w 1189811"/>
              <a:gd name="csY141" fmla="*/ 24304 h 83678"/>
              <a:gd name="csX142" fmla="*/ 402739 w 1189811"/>
              <a:gd name="csY142" fmla="*/ 29274 h 83678"/>
              <a:gd name="csX143" fmla="*/ 405828 w 1189811"/>
              <a:gd name="csY143" fmla="*/ 36618 h 83678"/>
              <a:gd name="csX144" fmla="*/ 406385 w 1189811"/>
              <a:gd name="csY144" fmla="*/ 46286 h 83678"/>
              <a:gd name="csX145" fmla="*/ 406385 w 1189811"/>
              <a:gd name="csY145" fmla="*/ 82356 h 83678"/>
              <a:gd name="csX146" fmla="*/ 396438 w 1189811"/>
              <a:gd name="csY146" fmla="*/ 82356 h 83678"/>
              <a:gd name="csX147" fmla="*/ 396438 w 1189811"/>
              <a:gd name="csY147" fmla="*/ 46669 h 83678"/>
              <a:gd name="csX148" fmla="*/ 395281 w 1189811"/>
              <a:gd name="csY148" fmla="*/ 37610 h 83678"/>
              <a:gd name="csX149" fmla="*/ 391139 w 1189811"/>
              <a:gd name="csY149" fmla="*/ 32807 h 83678"/>
              <a:gd name="csX150" fmla="*/ 384229 w 1189811"/>
              <a:gd name="csY150" fmla="*/ 30988 h 83678"/>
              <a:gd name="csX151" fmla="*/ 373239 w 1189811"/>
              <a:gd name="csY151" fmla="*/ 35017 h 83678"/>
              <a:gd name="csX152" fmla="*/ 368653 w 1189811"/>
              <a:gd name="csY152" fmla="*/ 50315 h 83678"/>
              <a:gd name="csX153" fmla="*/ 368653 w 1189811"/>
              <a:gd name="csY153" fmla="*/ 82356 h 83678"/>
              <a:gd name="csX154" fmla="*/ 358715 w 1189811"/>
              <a:gd name="csY154" fmla="*/ 82356 h 83678"/>
              <a:gd name="csX155" fmla="*/ 417706 w 1189811"/>
              <a:gd name="csY155" fmla="*/ 64847 h 83678"/>
              <a:gd name="csX156" fmla="*/ 427540 w 1189811"/>
              <a:gd name="csY156" fmla="*/ 63298 h 83678"/>
              <a:gd name="csX157" fmla="*/ 432126 w 1189811"/>
              <a:gd name="csY157" fmla="*/ 72357 h 83678"/>
              <a:gd name="csX158" fmla="*/ 442725 w 1189811"/>
              <a:gd name="csY158" fmla="*/ 75508 h 83678"/>
              <a:gd name="csX159" fmla="*/ 452889 w 1189811"/>
              <a:gd name="csY159" fmla="*/ 72749 h 83678"/>
              <a:gd name="csX160" fmla="*/ 456204 w 1189811"/>
              <a:gd name="csY160" fmla="*/ 66170 h 83678"/>
              <a:gd name="csX161" fmla="*/ 453280 w 1189811"/>
              <a:gd name="csY161" fmla="*/ 60871 h 83678"/>
              <a:gd name="csX162" fmla="*/ 443116 w 1189811"/>
              <a:gd name="csY162" fmla="*/ 57503 h 83678"/>
              <a:gd name="csX163" fmla="*/ 427923 w 1189811"/>
              <a:gd name="csY163" fmla="*/ 52752 h 83678"/>
              <a:gd name="csX164" fmla="*/ 421518 w 1189811"/>
              <a:gd name="csY164" fmla="*/ 47173 h 83678"/>
              <a:gd name="csX165" fmla="*/ 419360 w 1189811"/>
              <a:gd name="csY165" fmla="*/ 39272 h 83678"/>
              <a:gd name="csX166" fmla="*/ 421126 w 1189811"/>
              <a:gd name="csY166" fmla="*/ 32032 h 83678"/>
              <a:gd name="csX167" fmla="*/ 426043 w 1189811"/>
              <a:gd name="csY167" fmla="*/ 26454 h 83678"/>
              <a:gd name="csX168" fmla="*/ 432343 w 1189811"/>
              <a:gd name="csY168" fmla="*/ 23582 h 83678"/>
              <a:gd name="csX169" fmla="*/ 440958 w 1189811"/>
              <a:gd name="csY169" fmla="*/ 22364 h 83678"/>
              <a:gd name="csX170" fmla="*/ 453054 w 1189811"/>
              <a:gd name="csY170" fmla="*/ 24357 h 83678"/>
              <a:gd name="csX171" fmla="*/ 460790 w 1189811"/>
              <a:gd name="csY171" fmla="*/ 29769 h 83678"/>
              <a:gd name="csX172" fmla="*/ 464219 w 1189811"/>
              <a:gd name="csY172" fmla="*/ 38828 h 83678"/>
              <a:gd name="csX173" fmla="*/ 454490 w 1189811"/>
              <a:gd name="csY173" fmla="*/ 40151 h 83678"/>
              <a:gd name="csX174" fmla="*/ 450626 w 1189811"/>
              <a:gd name="csY174" fmla="*/ 33085 h 83678"/>
              <a:gd name="csX175" fmla="*/ 441680 w 1189811"/>
              <a:gd name="csY175" fmla="*/ 30544 h 83678"/>
              <a:gd name="csX176" fmla="*/ 431899 w 1189811"/>
              <a:gd name="csY176" fmla="*/ 32807 h 83678"/>
              <a:gd name="csX177" fmla="*/ 428975 w 1189811"/>
              <a:gd name="csY177" fmla="*/ 38115 h 83678"/>
              <a:gd name="csX178" fmla="*/ 430185 w 1189811"/>
              <a:gd name="csY178" fmla="*/ 41587 h 83678"/>
              <a:gd name="csX179" fmla="*/ 433997 w 1189811"/>
              <a:gd name="csY179" fmla="*/ 44241 h 83678"/>
              <a:gd name="csX180" fmla="*/ 442785 w 1189811"/>
              <a:gd name="csY180" fmla="*/ 46782 h 83678"/>
              <a:gd name="csX181" fmla="*/ 457475 w 1189811"/>
              <a:gd name="csY181" fmla="*/ 51420 h 83678"/>
              <a:gd name="csX182" fmla="*/ 464053 w 1189811"/>
              <a:gd name="csY182" fmla="*/ 56615 h 83678"/>
              <a:gd name="csX183" fmla="*/ 466429 w 1189811"/>
              <a:gd name="csY183" fmla="*/ 65126 h 83678"/>
              <a:gd name="csX184" fmla="*/ 463496 w 1189811"/>
              <a:gd name="csY184" fmla="*/ 74515 h 83678"/>
              <a:gd name="csX185" fmla="*/ 455160 w 1189811"/>
              <a:gd name="csY185" fmla="*/ 81303 h 83678"/>
              <a:gd name="csX186" fmla="*/ 442785 w 1189811"/>
              <a:gd name="csY186" fmla="*/ 83678 h 83678"/>
              <a:gd name="csX187" fmla="*/ 425329 w 1189811"/>
              <a:gd name="csY187" fmla="*/ 78927 h 83678"/>
              <a:gd name="csX188" fmla="*/ 417706 w 1189811"/>
              <a:gd name="csY188" fmla="*/ 64847 h 83678"/>
              <a:gd name="csX189" fmla="*/ 480622 w 1189811"/>
              <a:gd name="csY189" fmla="*/ 82356 h 83678"/>
              <a:gd name="csX190" fmla="*/ 480622 w 1189811"/>
              <a:gd name="csY190" fmla="*/ 31423 h 83678"/>
              <a:gd name="csX191" fmla="*/ 471842 w 1189811"/>
              <a:gd name="csY191" fmla="*/ 31423 h 83678"/>
              <a:gd name="csX192" fmla="*/ 471842 w 1189811"/>
              <a:gd name="csY192" fmla="*/ 23695 h 83678"/>
              <a:gd name="csX193" fmla="*/ 480622 w 1189811"/>
              <a:gd name="csY193" fmla="*/ 23695 h 83678"/>
              <a:gd name="csX194" fmla="*/ 480622 w 1189811"/>
              <a:gd name="csY194" fmla="*/ 17456 h 83678"/>
              <a:gd name="csX195" fmla="*/ 481666 w 1189811"/>
              <a:gd name="csY195" fmla="*/ 8667 h 83678"/>
              <a:gd name="csX196" fmla="*/ 486696 w 1189811"/>
              <a:gd name="csY196" fmla="*/ 2428 h 83678"/>
              <a:gd name="csX197" fmla="*/ 496860 w 1189811"/>
              <a:gd name="csY197" fmla="*/ 0 h 83678"/>
              <a:gd name="csX198" fmla="*/ 506145 w 1189811"/>
              <a:gd name="csY198" fmla="*/ 992 h 83678"/>
              <a:gd name="csX199" fmla="*/ 504648 w 1189811"/>
              <a:gd name="csY199" fmla="*/ 9659 h 83678"/>
              <a:gd name="csX200" fmla="*/ 498792 w 1189811"/>
              <a:gd name="csY200" fmla="*/ 9111 h 83678"/>
              <a:gd name="csX201" fmla="*/ 492387 w 1189811"/>
              <a:gd name="csY201" fmla="*/ 11043 h 83678"/>
              <a:gd name="csX202" fmla="*/ 490507 w 1189811"/>
              <a:gd name="csY202" fmla="*/ 18283 h 83678"/>
              <a:gd name="csX203" fmla="*/ 490507 w 1189811"/>
              <a:gd name="csY203" fmla="*/ 23695 h 83678"/>
              <a:gd name="csX204" fmla="*/ 501942 w 1189811"/>
              <a:gd name="csY204" fmla="*/ 23695 h 83678"/>
              <a:gd name="csX205" fmla="*/ 501942 w 1189811"/>
              <a:gd name="csY205" fmla="*/ 31423 h 83678"/>
              <a:gd name="csX206" fmla="*/ 490507 w 1189811"/>
              <a:gd name="csY206" fmla="*/ 31423 h 83678"/>
              <a:gd name="csX207" fmla="*/ 490507 w 1189811"/>
              <a:gd name="csY207" fmla="*/ 82356 h 83678"/>
              <a:gd name="csX208" fmla="*/ 480622 w 1189811"/>
              <a:gd name="csY208" fmla="*/ 82356 h 83678"/>
              <a:gd name="csX209" fmla="*/ 506032 w 1189811"/>
              <a:gd name="csY209" fmla="*/ 53022 h 83678"/>
              <a:gd name="csX210" fmla="*/ 515091 w 1189811"/>
              <a:gd name="csY210" fmla="*/ 28882 h 83678"/>
              <a:gd name="csX211" fmla="*/ 533539 w 1189811"/>
              <a:gd name="csY211" fmla="*/ 22364 h 83678"/>
              <a:gd name="csX212" fmla="*/ 553310 w 1189811"/>
              <a:gd name="csY212" fmla="*/ 30326 h 83678"/>
              <a:gd name="csX213" fmla="*/ 560994 w 1189811"/>
              <a:gd name="csY213" fmla="*/ 52195 h 83678"/>
              <a:gd name="csX214" fmla="*/ 557565 w 1189811"/>
              <a:gd name="csY214" fmla="*/ 70034 h 83678"/>
              <a:gd name="csX215" fmla="*/ 547680 w 1189811"/>
              <a:gd name="csY215" fmla="*/ 80093 h 83678"/>
              <a:gd name="csX216" fmla="*/ 533539 w 1189811"/>
              <a:gd name="csY216" fmla="*/ 83678 h 83678"/>
              <a:gd name="csX217" fmla="*/ 513594 w 1189811"/>
              <a:gd name="csY217" fmla="*/ 75786 h 83678"/>
              <a:gd name="csX218" fmla="*/ 506032 w 1189811"/>
              <a:gd name="csY218" fmla="*/ 53022 h 83678"/>
              <a:gd name="csX219" fmla="*/ 516248 w 1189811"/>
              <a:gd name="csY219" fmla="*/ 53022 h 83678"/>
              <a:gd name="csX220" fmla="*/ 521165 w 1189811"/>
              <a:gd name="csY220" fmla="*/ 69930 h 83678"/>
              <a:gd name="csX221" fmla="*/ 533539 w 1189811"/>
              <a:gd name="csY221" fmla="*/ 75508 h 83678"/>
              <a:gd name="csX222" fmla="*/ 545852 w 1189811"/>
              <a:gd name="csY222" fmla="*/ 69869 h 83678"/>
              <a:gd name="csX223" fmla="*/ 550769 w 1189811"/>
              <a:gd name="csY223" fmla="*/ 52691 h 83678"/>
              <a:gd name="csX224" fmla="*/ 545800 w 1189811"/>
              <a:gd name="csY224" fmla="*/ 36235 h 83678"/>
              <a:gd name="csX225" fmla="*/ 533539 w 1189811"/>
              <a:gd name="csY225" fmla="*/ 30596 h 83678"/>
              <a:gd name="csX226" fmla="*/ 521165 w 1189811"/>
              <a:gd name="csY226" fmla="*/ 36174 h 83678"/>
              <a:gd name="csX227" fmla="*/ 516248 w 1189811"/>
              <a:gd name="csY227" fmla="*/ 53022 h 83678"/>
              <a:gd name="csX228" fmla="*/ 572594 w 1189811"/>
              <a:gd name="csY228" fmla="*/ 82356 h 83678"/>
              <a:gd name="csX229" fmla="*/ 572594 w 1189811"/>
              <a:gd name="csY229" fmla="*/ 23695 h 83678"/>
              <a:gd name="csX230" fmla="*/ 581539 w 1189811"/>
              <a:gd name="csY230" fmla="*/ 23695 h 83678"/>
              <a:gd name="csX231" fmla="*/ 581539 w 1189811"/>
              <a:gd name="csY231" fmla="*/ 32589 h 83678"/>
              <a:gd name="csX232" fmla="*/ 587840 w 1189811"/>
              <a:gd name="csY232" fmla="*/ 24357 h 83678"/>
              <a:gd name="csX233" fmla="*/ 594244 w 1189811"/>
              <a:gd name="csY233" fmla="*/ 22364 h 83678"/>
              <a:gd name="csX234" fmla="*/ 604460 w 1189811"/>
              <a:gd name="csY234" fmla="*/ 25575 h 83678"/>
              <a:gd name="csX235" fmla="*/ 601041 w 1189811"/>
              <a:gd name="csY235" fmla="*/ 34799 h 83678"/>
              <a:gd name="csX236" fmla="*/ 593748 w 1189811"/>
              <a:gd name="csY236" fmla="*/ 32641 h 83678"/>
              <a:gd name="csX237" fmla="*/ 587892 w 1189811"/>
              <a:gd name="csY237" fmla="*/ 34634 h 83678"/>
              <a:gd name="csX238" fmla="*/ 584193 w 1189811"/>
              <a:gd name="csY238" fmla="*/ 40047 h 83678"/>
              <a:gd name="csX239" fmla="*/ 582531 w 1189811"/>
              <a:gd name="csY239" fmla="*/ 51647 h 83678"/>
              <a:gd name="csX240" fmla="*/ 582531 w 1189811"/>
              <a:gd name="csY240" fmla="*/ 82356 h 83678"/>
              <a:gd name="csX241" fmla="*/ 572594 w 1189811"/>
              <a:gd name="csY241" fmla="*/ 82356 h 83678"/>
              <a:gd name="csX242" fmla="*/ 610378 w 1189811"/>
              <a:gd name="csY242" fmla="*/ 82356 h 83678"/>
              <a:gd name="csX243" fmla="*/ 610378 w 1189811"/>
              <a:gd name="csY243" fmla="*/ 23695 h 83678"/>
              <a:gd name="csX244" fmla="*/ 619271 w 1189811"/>
              <a:gd name="csY244" fmla="*/ 23695 h 83678"/>
              <a:gd name="csX245" fmla="*/ 619271 w 1189811"/>
              <a:gd name="csY245" fmla="*/ 31928 h 83678"/>
              <a:gd name="csX246" fmla="*/ 626616 w 1189811"/>
              <a:gd name="csY246" fmla="*/ 25018 h 83678"/>
              <a:gd name="csX247" fmla="*/ 637050 w 1189811"/>
              <a:gd name="csY247" fmla="*/ 22364 h 83678"/>
              <a:gd name="csX248" fmla="*/ 647718 w 1189811"/>
              <a:gd name="csY248" fmla="*/ 25070 h 83678"/>
              <a:gd name="csX249" fmla="*/ 653627 w 1189811"/>
              <a:gd name="csY249" fmla="*/ 32641 h 83678"/>
              <a:gd name="csX250" fmla="*/ 671745 w 1189811"/>
              <a:gd name="csY250" fmla="*/ 22364 h 83678"/>
              <a:gd name="csX251" fmla="*/ 685163 w 1189811"/>
              <a:gd name="csY251" fmla="*/ 27228 h 83678"/>
              <a:gd name="csX252" fmla="*/ 689862 w 1189811"/>
              <a:gd name="csY252" fmla="*/ 42092 h 83678"/>
              <a:gd name="csX253" fmla="*/ 689862 w 1189811"/>
              <a:gd name="csY253" fmla="*/ 82356 h 83678"/>
              <a:gd name="csX254" fmla="*/ 679977 w 1189811"/>
              <a:gd name="csY254" fmla="*/ 82356 h 83678"/>
              <a:gd name="csX255" fmla="*/ 679977 w 1189811"/>
              <a:gd name="csY255" fmla="*/ 45398 h 83678"/>
              <a:gd name="csX256" fmla="*/ 678976 w 1189811"/>
              <a:gd name="csY256" fmla="*/ 36844 h 83678"/>
              <a:gd name="csX257" fmla="*/ 675495 w 1189811"/>
              <a:gd name="csY257" fmla="*/ 32589 h 83678"/>
              <a:gd name="csX258" fmla="*/ 669534 w 1189811"/>
              <a:gd name="csY258" fmla="*/ 30988 h 83678"/>
              <a:gd name="csX259" fmla="*/ 659257 w 1189811"/>
              <a:gd name="csY259" fmla="*/ 35130 h 83678"/>
              <a:gd name="csX260" fmla="*/ 655167 w 1189811"/>
              <a:gd name="csY260" fmla="*/ 48270 h 83678"/>
              <a:gd name="csX261" fmla="*/ 655167 w 1189811"/>
              <a:gd name="csY261" fmla="*/ 82356 h 83678"/>
              <a:gd name="csX262" fmla="*/ 645229 w 1189811"/>
              <a:gd name="csY262" fmla="*/ 82356 h 83678"/>
              <a:gd name="csX263" fmla="*/ 645229 w 1189811"/>
              <a:gd name="csY263" fmla="*/ 44241 h 83678"/>
              <a:gd name="csX264" fmla="*/ 642802 w 1189811"/>
              <a:gd name="csY264" fmla="*/ 34304 h 83678"/>
              <a:gd name="csX265" fmla="*/ 634848 w 1189811"/>
              <a:gd name="csY265" fmla="*/ 30988 h 83678"/>
              <a:gd name="csX266" fmla="*/ 627060 w 1189811"/>
              <a:gd name="csY266" fmla="*/ 33198 h 83678"/>
              <a:gd name="csX267" fmla="*/ 621917 w 1189811"/>
              <a:gd name="csY267" fmla="*/ 39655 h 83678"/>
              <a:gd name="csX268" fmla="*/ 620316 w 1189811"/>
              <a:gd name="csY268" fmla="*/ 51916 h 83678"/>
              <a:gd name="csX269" fmla="*/ 620316 w 1189811"/>
              <a:gd name="csY269" fmla="*/ 82356 h 83678"/>
              <a:gd name="csX270" fmla="*/ 610378 w 1189811"/>
              <a:gd name="csY270" fmla="*/ 82356 h 83678"/>
              <a:gd name="csX271" fmla="*/ 744763 w 1189811"/>
              <a:gd name="csY271" fmla="*/ 63464 h 83678"/>
              <a:gd name="csX272" fmla="*/ 755040 w 1189811"/>
              <a:gd name="csY272" fmla="*/ 64734 h 83678"/>
              <a:gd name="csX273" fmla="*/ 746034 w 1189811"/>
              <a:gd name="csY273" fmla="*/ 78710 h 83678"/>
              <a:gd name="csX274" fmla="*/ 729248 w 1189811"/>
              <a:gd name="csY274" fmla="*/ 83678 h 83678"/>
              <a:gd name="csX275" fmla="*/ 708807 w 1189811"/>
              <a:gd name="csY275" fmla="*/ 75786 h 83678"/>
              <a:gd name="csX276" fmla="*/ 701297 w 1189811"/>
              <a:gd name="csY276" fmla="*/ 53526 h 83678"/>
              <a:gd name="csX277" fmla="*/ 708920 w 1189811"/>
              <a:gd name="csY277" fmla="*/ 30544 h 83678"/>
              <a:gd name="csX278" fmla="*/ 728691 w 1189811"/>
              <a:gd name="csY278" fmla="*/ 22364 h 83678"/>
              <a:gd name="csX279" fmla="*/ 747913 w 1189811"/>
              <a:gd name="csY279" fmla="*/ 30378 h 83678"/>
              <a:gd name="csX280" fmla="*/ 755371 w 1189811"/>
              <a:gd name="csY280" fmla="*/ 52917 h 83678"/>
              <a:gd name="csX281" fmla="*/ 755319 w 1189811"/>
              <a:gd name="csY281" fmla="*/ 55563 h 83678"/>
              <a:gd name="csX282" fmla="*/ 711565 w 1189811"/>
              <a:gd name="csY282" fmla="*/ 55563 h 83678"/>
              <a:gd name="csX283" fmla="*/ 717039 w 1189811"/>
              <a:gd name="csY283" fmla="*/ 70373 h 83678"/>
              <a:gd name="csX284" fmla="*/ 729300 w 1189811"/>
              <a:gd name="csY284" fmla="*/ 75508 h 83678"/>
              <a:gd name="csX285" fmla="*/ 738637 w 1189811"/>
              <a:gd name="csY285" fmla="*/ 72636 h 83678"/>
              <a:gd name="csX286" fmla="*/ 744763 w 1189811"/>
              <a:gd name="csY286" fmla="*/ 63464 h 83678"/>
              <a:gd name="csX287" fmla="*/ 712122 w 1189811"/>
              <a:gd name="csY287" fmla="*/ 47391 h 83678"/>
              <a:gd name="csX288" fmla="*/ 744876 w 1189811"/>
              <a:gd name="csY288" fmla="*/ 47391 h 83678"/>
              <a:gd name="csX289" fmla="*/ 741117 w 1189811"/>
              <a:gd name="csY289" fmla="*/ 36287 h 83678"/>
              <a:gd name="csX290" fmla="*/ 728804 w 1189811"/>
              <a:gd name="csY290" fmla="*/ 30544 h 83678"/>
              <a:gd name="csX291" fmla="*/ 717256 w 1189811"/>
              <a:gd name="csY291" fmla="*/ 35130 h 83678"/>
              <a:gd name="csX292" fmla="*/ 712122 w 1189811"/>
              <a:gd name="csY292" fmla="*/ 47391 h 83678"/>
              <a:gd name="csX293" fmla="*/ 767467 w 1189811"/>
              <a:gd name="csY293" fmla="*/ 82356 h 83678"/>
              <a:gd name="csX294" fmla="*/ 767467 w 1189811"/>
              <a:gd name="csY294" fmla="*/ 23695 h 83678"/>
              <a:gd name="csX295" fmla="*/ 776421 w 1189811"/>
              <a:gd name="csY295" fmla="*/ 23695 h 83678"/>
              <a:gd name="csX296" fmla="*/ 776421 w 1189811"/>
              <a:gd name="csY296" fmla="*/ 32589 h 83678"/>
              <a:gd name="csX297" fmla="*/ 782713 w 1189811"/>
              <a:gd name="csY297" fmla="*/ 24357 h 83678"/>
              <a:gd name="csX298" fmla="*/ 789126 w 1189811"/>
              <a:gd name="csY298" fmla="*/ 22364 h 83678"/>
              <a:gd name="csX299" fmla="*/ 799342 w 1189811"/>
              <a:gd name="csY299" fmla="*/ 25575 h 83678"/>
              <a:gd name="csX300" fmla="*/ 795914 w 1189811"/>
              <a:gd name="csY300" fmla="*/ 34799 h 83678"/>
              <a:gd name="csX301" fmla="*/ 788622 w 1189811"/>
              <a:gd name="csY301" fmla="*/ 32641 h 83678"/>
              <a:gd name="csX302" fmla="*/ 782774 w 1189811"/>
              <a:gd name="csY302" fmla="*/ 34634 h 83678"/>
              <a:gd name="csX303" fmla="*/ 779067 w 1189811"/>
              <a:gd name="csY303" fmla="*/ 40047 h 83678"/>
              <a:gd name="csX304" fmla="*/ 777413 w 1189811"/>
              <a:gd name="csY304" fmla="*/ 51647 h 83678"/>
              <a:gd name="csX305" fmla="*/ 777413 w 1189811"/>
              <a:gd name="csY305" fmla="*/ 82356 h 83678"/>
              <a:gd name="csX306" fmla="*/ 767467 w 1189811"/>
              <a:gd name="csY306" fmla="*/ 82356 h 83678"/>
              <a:gd name="csX307" fmla="*/ 836735 w 1189811"/>
              <a:gd name="csY307" fmla="*/ 82356 h 83678"/>
              <a:gd name="csX308" fmla="*/ 836735 w 1189811"/>
              <a:gd name="csY308" fmla="*/ 23695 h 83678"/>
              <a:gd name="csX309" fmla="*/ 845628 w 1189811"/>
              <a:gd name="csY309" fmla="*/ 23695 h 83678"/>
              <a:gd name="csX310" fmla="*/ 845628 w 1189811"/>
              <a:gd name="csY310" fmla="*/ 31928 h 83678"/>
              <a:gd name="csX311" fmla="*/ 852973 w 1189811"/>
              <a:gd name="csY311" fmla="*/ 25018 h 83678"/>
              <a:gd name="csX312" fmla="*/ 863415 w 1189811"/>
              <a:gd name="csY312" fmla="*/ 22364 h 83678"/>
              <a:gd name="csX313" fmla="*/ 874075 w 1189811"/>
              <a:gd name="csY313" fmla="*/ 25070 h 83678"/>
              <a:gd name="csX314" fmla="*/ 879984 w 1189811"/>
              <a:gd name="csY314" fmla="*/ 32641 h 83678"/>
              <a:gd name="csX315" fmla="*/ 898102 w 1189811"/>
              <a:gd name="csY315" fmla="*/ 22364 h 83678"/>
              <a:gd name="csX316" fmla="*/ 911529 w 1189811"/>
              <a:gd name="csY316" fmla="*/ 27228 h 83678"/>
              <a:gd name="csX317" fmla="*/ 916228 w 1189811"/>
              <a:gd name="csY317" fmla="*/ 42092 h 83678"/>
              <a:gd name="csX318" fmla="*/ 916228 w 1189811"/>
              <a:gd name="csY318" fmla="*/ 82356 h 83678"/>
              <a:gd name="csX319" fmla="*/ 906334 w 1189811"/>
              <a:gd name="csY319" fmla="*/ 82356 h 83678"/>
              <a:gd name="csX320" fmla="*/ 906334 w 1189811"/>
              <a:gd name="csY320" fmla="*/ 45398 h 83678"/>
              <a:gd name="csX321" fmla="*/ 905342 w 1189811"/>
              <a:gd name="csY321" fmla="*/ 36844 h 83678"/>
              <a:gd name="csX322" fmla="*/ 901861 w 1189811"/>
              <a:gd name="csY322" fmla="*/ 32589 h 83678"/>
              <a:gd name="csX323" fmla="*/ 895900 w 1189811"/>
              <a:gd name="csY323" fmla="*/ 30988 h 83678"/>
              <a:gd name="csX324" fmla="*/ 885623 w 1189811"/>
              <a:gd name="csY324" fmla="*/ 35130 h 83678"/>
              <a:gd name="csX325" fmla="*/ 881533 w 1189811"/>
              <a:gd name="csY325" fmla="*/ 48270 h 83678"/>
              <a:gd name="csX326" fmla="*/ 881533 w 1189811"/>
              <a:gd name="csY326" fmla="*/ 82356 h 83678"/>
              <a:gd name="csX327" fmla="*/ 871595 w 1189811"/>
              <a:gd name="csY327" fmla="*/ 82356 h 83678"/>
              <a:gd name="csX328" fmla="*/ 871595 w 1189811"/>
              <a:gd name="csY328" fmla="*/ 44241 h 83678"/>
              <a:gd name="csX329" fmla="*/ 869159 w 1189811"/>
              <a:gd name="csY329" fmla="*/ 34304 h 83678"/>
              <a:gd name="csX330" fmla="*/ 861205 w 1189811"/>
              <a:gd name="csY330" fmla="*/ 30988 h 83678"/>
              <a:gd name="csX331" fmla="*/ 853417 w 1189811"/>
              <a:gd name="csY331" fmla="*/ 33198 h 83678"/>
              <a:gd name="csX332" fmla="*/ 848283 w 1189811"/>
              <a:gd name="csY332" fmla="*/ 39655 h 83678"/>
              <a:gd name="csX333" fmla="*/ 846681 w 1189811"/>
              <a:gd name="csY333" fmla="*/ 51916 h 83678"/>
              <a:gd name="csX334" fmla="*/ 846681 w 1189811"/>
              <a:gd name="csY334" fmla="*/ 82356 h 83678"/>
              <a:gd name="csX335" fmla="*/ 836735 w 1189811"/>
              <a:gd name="csY335" fmla="*/ 82356 h 83678"/>
              <a:gd name="csX336" fmla="*/ 927271 w 1189811"/>
              <a:gd name="csY336" fmla="*/ 53022 h 83678"/>
              <a:gd name="csX337" fmla="*/ 936330 w 1189811"/>
              <a:gd name="csY337" fmla="*/ 28882 h 83678"/>
              <a:gd name="csX338" fmla="*/ 954778 w 1189811"/>
              <a:gd name="csY338" fmla="*/ 22364 h 83678"/>
              <a:gd name="csX339" fmla="*/ 974558 w 1189811"/>
              <a:gd name="csY339" fmla="*/ 30326 h 83678"/>
              <a:gd name="csX340" fmla="*/ 982233 w 1189811"/>
              <a:gd name="csY340" fmla="*/ 52195 h 83678"/>
              <a:gd name="csX341" fmla="*/ 978804 w 1189811"/>
              <a:gd name="csY341" fmla="*/ 70034 h 83678"/>
              <a:gd name="csX342" fmla="*/ 968919 w 1189811"/>
              <a:gd name="csY342" fmla="*/ 80093 h 83678"/>
              <a:gd name="csX343" fmla="*/ 954778 w 1189811"/>
              <a:gd name="csY343" fmla="*/ 83678 h 83678"/>
              <a:gd name="csX344" fmla="*/ 934842 w 1189811"/>
              <a:gd name="csY344" fmla="*/ 75786 h 83678"/>
              <a:gd name="csX345" fmla="*/ 927271 w 1189811"/>
              <a:gd name="csY345" fmla="*/ 53022 h 83678"/>
              <a:gd name="csX346" fmla="*/ 937487 w 1189811"/>
              <a:gd name="csY346" fmla="*/ 53022 h 83678"/>
              <a:gd name="csX347" fmla="*/ 942404 w 1189811"/>
              <a:gd name="csY347" fmla="*/ 69930 h 83678"/>
              <a:gd name="csX348" fmla="*/ 954778 w 1189811"/>
              <a:gd name="csY348" fmla="*/ 75508 h 83678"/>
              <a:gd name="csX349" fmla="*/ 967100 w 1189811"/>
              <a:gd name="csY349" fmla="*/ 69869 h 83678"/>
              <a:gd name="csX350" fmla="*/ 972017 w 1189811"/>
              <a:gd name="csY350" fmla="*/ 52691 h 83678"/>
              <a:gd name="csX351" fmla="*/ 967039 w 1189811"/>
              <a:gd name="csY351" fmla="*/ 36235 h 83678"/>
              <a:gd name="csX352" fmla="*/ 954778 w 1189811"/>
              <a:gd name="csY352" fmla="*/ 30596 h 83678"/>
              <a:gd name="csX353" fmla="*/ 942404 w 1189811"/>
              <a:gd name="csY353" fmla="*/ 36174 h 83678"/>
              <a:gd name="csX354" fmla="*/ 937487 w 1189811"/>
              <a:gd name="csY354" fmla="*/ 53022 h 83678"/>
              <a:gd name="csX355" fmla="*/ 1032000 w 1189811"/>
              <a:gd name="csY355" fmla="*/ 82356 h 83678"/>
              <a:gd name="csX356" fmla="*/ 1032000 w 1189811"/>
              <a:gd name="csY356" fmla="*/ 74950 h 83678"/>
              <a:gd name="csX357" fmla="*/ 1015597 w 1189811"/>
              <a:gd name="csY357" fmla="*/ 83678 h 83678"/>
              <a:gd name="csX358" fmla="*/ 1002674 w 1189811"/>
              <a:gd name="csY358" fmla="*/ 79815 h 83678"/>
              <a:gd name="csX359" fmla="*/ 993554 w 1189811"/>
              <a:gd name="csY359" fmla="*/ 69042 h 83678"/>
              <a:gd name="csX360" fmla="*/ 990352 w 1189811"/>
              <a:gd name="csY360" fmla="*/ 53082 h 83678"/>
              <a:gd name="csX361" fmla="*/ 993276 w 1189811"/>
              <a:gd name="csY361" fmla="*/ 37175 h 83678"/>
              <a:gd name="csX362" fmla="*/ 1002065 w 1189811"/>
              <a:gd name="csY362" fmla="*/ 26176 h 83678"/>
              <a:gd name="csX363" fmla="*/ 1015153 w 1189811"/>
              <a:gd name="csY363" fmla="*/ 22364 h 83678"/>
              <a:gd name="csX364" fmla="*/ 1024603 w 1189811"/>
              <a:gd name="csY364" fmla="*/ 24635 h 83678"/>
              <a:gd name="csX365" fmla="*/ 1031339 w 1189811"/>
              <a:gd name="csY365" fmla="*/ 30431 h 83678"/>
              <a:gd name="csX366" fmla="*/ 1031339 w 1189811"/>
              <a:gd name="csY366" fmla="*/ 1375 h 83678"/>
              <a:gd name="csX367" fmla="*/ 1041224 w 1189811"/>
              <a:gd name="csY367" fmla="*/ 1375 h 83678"/>
              <a:gd name="csX368" fmla="*/ 1041224 w 1189811"/>
              <a:gd name="csY368" fmla="*/ 82356 h 83678"/>
              <a:gd name="csX369" fmla="*/ 1032000 w 1189811"/>
              <a:gd name="csY369" fmla="*/ 82356 h 83678"/>
              <a:gd name="csX370" fmla="*/ 1000568 w 1189811"/>
              <a:gd name="csY370" fmla="*/ 53082 h 83678"/>
              <a:gd name="csX371" fmla="*/ 1005320 w 1189811"/>
              <a:gd name="csY371" fmla="*/ 69930 h 83678"/>
              <a:gd name="csX372" fmla="*/ 1016536 w 1189811"/>
              <a:gd name="csY372" fmla="*/ 75508 h 83678"/>
              <a:gd name="csX373" fmla="*/ 1027579 w 1189811"/>
              <a:gd name="csY373" fmla="*/ 70208 h 83678"/>
              <a:gd name="csX374" fmla="*/ 1032165 w 1189811"/>
              <a:gd name="csY374" fmla="*/ 53909 h 83678"/>
              <a:gd name="csX375" fmla="*/ 1027527 w 1189811"/>
              <a:gd name="csY375" fmla="*/ 36235 h 83678"/>
              <a:gd name="csX376" fmla="*/ 1016093 w 1189811"/>
              <a:gd name="csY376" fmla="*/ 30596 h 83678"/>
              <a:gd name="csX377" fmla="*/ 1004989 w 1189811"/>
              <a:gd name="csY377" fmla="*/ 36009 h 83678"/>
              <a:gd name="csX378" fmla="*/ 1000568 w 1189811"/>
              <a:gd name="csY378" fmla="*/ 53082 h 83678"/>
              <a:gd name="csX379" fmla="*/ 1097074 w 1189811"/>
              <a:gd name="csY379" fmla="*/ 63464 h 83678"/>
              <a:gd name="csX380" fmla="*/ 1107342 w 1189811"/>
              <a:gd name="csY380" fmla="*/ 64734 h 83678"/>
              <a:gd name="csX381" fmla="*/ 1098344 w 1189811"/>
              <a:gd name="csY381" fmla="*/ 78710 h 83678"/>
              <a:gd name="csX382" fmla="*/ 1081549 w 1189811"/>
              <a:gd name="csY382" fmla="*/ 83678 h 83678"/>
              <a:gd name="csX383" fmla="*/ 1061108 w 1189811"/>
              <a:gd name="csY383" fmla="*/ 75786 h 83678"/>
              <a:gd name="csX384" fmla="*/ 1053598 w 1189811"/>
              <a:gd name="csY384" fmla="*/ 53526 h 83678"/>
              <a:gd name="csX385" fmla="*/ 1061221 w 1189811"/>
              <a:gd name="csY385" fmla="*/ 30544 h 83678"/>
              <a:gd name="csX386" fmla="*/ 1081001 w 1189811"/>
              <a:gd name="csY386" fmla="*/ 22364 h 83678"/>
              <a:gd name="csX387" fmla="*/ 1100224 w 1189811"/>
              <a:gd name="csY387" fmla="*/ 30378 h 83678"/>
              <a:gd name="csX388" fmla="*/ 1107673 w 1189811"/>
              <a:gd name="csY388" fmla="*/ 52917 h 83678"/>
              <a:gd name="csX389" fmla="*/ 1107621 w 1189811"/>
              <a:gd name="csY389" fmla="*/ 55563 h 83678"/>
              <a:gd name="csX390" fmla="*/ 1063876 w 1189811"/>
              <a:gd name="csY390" fmla="*/ 55563 h 83678"/>
              <a:gd name="csX391" fmla="*/ 1069340 w 1189811"/>
              <a:gd name="csY391" fmla="*/ 70373 h 83678"/>
              <a:gd name="csX392" fmla="*/ 1081601 w 1189811"/>
              <a:gd name="csY392" fmla="*/ 75508 h 83678"/>
              <a:gd name="csX393" fmla="*/ 1090939 w 1189811"/>
              <a:gd name="csY393" fmla="*/ 72636 h 83678"/>
              <a:gd name="csX394" fmla="*/ 1097074 w 1189811"/>
              <a:gd name="csY394" fmla="*/ 63464 h 83678"/>
              <a:gd name="csX395" fmla="*/ 1064424 w 1189811"/>
              <a:gd name="csY395" fmla="*/ 47391 h 83678"/>
              <a:gd name="csX396" fmla="*/ 1097178 w 1189811"/>
              <a:gd name="csY396" fmla="*/ 47391 h 83678"/>
              <a:gd name="csX397" fmla="*/ 1093428 w 1189811"/>
              <a:gd name="csY397" fmla="*/ 36287 h 83678"/>
              <a:gd name="csX398" fmla="*/ 1081105 w 1189811"/>
              <a:gd name="csY398" fmla="*/ 30544 h 83678"/>
              <a:gd name="csX399" fmla="*/ 1069567 w 1189811"/>
              <a:gd name="csY399" fmla="*/ 35130 h 83678"/>
              <a:gd name="csX400" fmla="*/ 1064424 w 1189811"/>
              <a:gd name="csY400" fmla="*/ 47391 h 83678"/>
              <a:gd name="csX401" fmla="*/ 1119664 w 1189811"/>
              <a:gd name="csY401" fmla="*/ 82356 h 83678"/>
              <a:gd name="csX402" fmla="*/ 1119664 w 1189811"/>
              <a:gd name="csY402" fmla="*/ 1375 h 83678"/>
              <a:gd name="csX403" fmla="*/ 1129611 w 1189811"/>
              <a:gd name="csY403" fmla="*/ 1375 h 83678"/>
              <a:gd name="csX404" fmla="*/ 1129611 w 1189811"/>
              <a:gd name="csY404" fmla="*/ 82356 h 83678"/>
              <a:gd name="csX405" fmla="*/ 1119664 w 1189811"/>
              <a:gd name="csY405" fmla="*/ 82356 h 83678"/>
              <a:gd name="csX406" fmla="*/ 1141097 w 1189811"/>
              <a:gd name="csY406" fmla="*/ 64847 h 83678"/>
              <a:gd name="csX407" fmla="*/ 1150931 w 1189811"/>
              <a:gd name="csY407" fmla="*/ 63298 h 83678"/>
              <a:gd name="csX408" fmla="*/ 1155517 w 1189811"/>
              <a:gd name="csY408" fmla="*/ 72357 h 83678"/>
              <a:gd name="csX409" fmla="*/ 1166116 w 1189811"/>
              <a:gd name="csY409" fmla="*/ 75508 h 83678"/>
              <a:gd name="csX410" fmla="*/ 1176280 w 1189811"/>
              <a:gd name="csY410" fmla="*/ 72749 h 83678"/>
              <a:gd name="csX411" fmla="*/ 1179595 w 1189811"/>
              <a:gd name="csY411" fmla="*/ 66170 h 83678"/>
              <a:gd name="csX412" fmla="*/ 1176671 w 1189811"/>
              <a:gd name="csY412" fmla="*/ 60871 h 83678"/>
              <a:gd name="csX413" fmla="*/ 1166507 w 1189811"/>
              <a:gd name="csY413" fmla="*/ 57503 h 83678"/>
              <a:gd name="csX414" fmla="*/ 1151314 w 1189811"/>
              <a:gd name="csY414" fmla="*/ 52752 h 83678"/>
              <a:gd name="csX415" fmla="*/ 1144909 w 1189811"/>
              <a:gd name="csY415" fmla="*/ 47173 h 83678"/>
              <a:gd name="csX416" fmla="*/ 1142751 w 1189811"/>
              <a:gd name="csY416" fmla="*/ 39272 h 83678"/>
              <a:gd name="csX417" fmla="*/ 1144517 w 1189811"/>
              <a:gd name="csY417" fmla="*/ 32032 h 83678"/>
              <a:gd name="csX418" fmla="*/ 1149434 w 1189811"/>
              <a:gd name="csY418" fmla="*/ 26454 h 83678"/>
              <a:gd name="csX419" fmla="*/ 1155734 w 1189811"/>
              <a:gd name="csY419" fmla="*/ 23582 h 83678"/>
              <a:gd name="csX420" fmla="*/ 1164349 w 1189811"/>
              <a:gd name="csY420" fmla="*/ 22364 h 83678"/>
              <a:gd name="csX421" fmla="*/ 1176445 w 1189811"/>
              <a:gd name="csY421" fmla="*/ 24357 h 83678"/>
              <a:gd name="csX422" fmla="*/ 1184181 w 1189811"/>
              <a:gd name="csY422" fmla="*/ 29769 h 83678"/>
              <a:gd name="csX423" fmla="*/ 1187610 w 1189811"/>
              <a:gd name="csY423" fmla="*/ 38828 h 83678"/>
              <a:gd name="csX424" fmla="*/ 1177881 w 1189811"/>
              <a:gd name="csY424" fmla="*/ 40151 h 83678"/>
              <a:gd name="csX425" fmla="*/ 1174017 w 1189811"/>
              <a:gd name="csY425" fmla="*/ 33085 h 83678"/>
              <a:gd name="csX426" fmla="*/ 1165071 w 1189811"/>
              <a:gd name="csY426" fmla="*/ 30544 h 83678"/>
              <a:gd name="csX427" fmla="*/ 1155290 w 1189811"/>
              <a:gd name="csY427" fmla="*/ 32807 h 83678"/>
              <a:gd name="csX428" fmla="*/ 1152367 w 1189811"/>
              <a:gd name="csY428" fmla="*/ 38115 h 83678"/>
              <a:gd name="csX429" fmla="*/ 1153576 w 1189811"/>
              <a:gd name="csY429" fmla="*/ 41587 h 83678"/>
              <a:gd name="csX430" fmla="*/ 1157388 w 1189811"/>
              <a:gd name="csY430" fmla="*/ 44241 h 83678"/>
              <a:gd name="csX431" fmla="*/ 1166176 w 1189811"/>
              <a:gd name="csY431" fmla="*/ 46782 h 83678"/>
              <a:gd name="csX432" fmla="*/ 1180866 w 1189811"/>
              <a:gd name="csY432" fmla="*/ 51420 h 83678"/>
              <a:gd name="csX433" fmla="*/ 1187436 w 1189811"/>
              <a:gd name="csY433" fmla="*/ 56615 h 83678"/>
              <a:gd name="csX434" fmla="*/ 1189811 w 1189811"/>
              <a:gd name="csY434" fmla="*/ 65126 h 83678"/>
              <a:gd name="csX435" fmla="*/ 1186887 w 1189811"/>
              <a:gd name="csY435" fmla="*/ 74515 h 83678"/>
              <a:gd name="csX436" fmla="*/ 1178551 w 1189811"/>
              <a:gd name="csY436" fmla="*/ 81303 h 83678"/>
              <a:gd name="csX437" fmla="*/ 1166176 w 1189811"/>
              <a:gd name="csY437" fmla="*/ 83678 h 83678"/>
              <a:gd name="csX438" fmla="*/ 1148720 w 1189811"/>
              <a:gd name="csY438" fmla="*/ 78927 h 83678"/>
              <a:gd name="csX439" fmla="*/ 1141097 w 1189811"/>
              <a:gd name="csY439" fmla="*/ 64847 h 836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</a:cxnLst>
            <a:rect l="l" t="t" r="r" b="b"/>
            <a:pathLst>
              <a:path w="1189811" h="83678">
                <a:moveTo>
                  <a:pt x="0" y="82356"/>
                </a:moveTo>
                <a:lnTo>
                  <a:pt x="0" y="23695"/>
                </a:lnTo>
                <a:lnTo>
                  <a:pt x="8946" y="23695"/>
                </a:lnTo>
                <a:lnTo>
                  <a:pt x="8946" y="32032"/>
                </a:lnTo>
                <a:cubicBezTo>
                  <a:pt x="13253" y="25592"/>
                  <a:pt x="19484" y="22364"/>
                  <a:pt x="27620" y="22364"/>
                </a:cubicBezTo>
                <a:cubicBezTo>
                  <a:pt x="31153" y="22364"/>
                  <a:pt x="34390" y="23017"/>
                  <a:pt x="37341" y="24304"/>
                </a:cubicBezTo>
                <a:cubicBezTo>
                  <a:pt x="40325" y="25549"/>
                  <a:pt x="42553" y="27211"/>
                  <a:pt x="44023" y="29274"/>
                </a:cubicBezTo>
                <a:cubicBezTo>
                  <a:pt x="45494" y="31336"/>
                  <a:pt x="46530" y="33781"/>
                  <a:pt x="47113" y="36618"/>
                </a:cubicBezTo>
                <a:cubicBezTo>
                  <a:pt x="47487" y="38463"/>
                  <a:pt x="47670" y="41683"/>
                  <a:pt x="47670" y="46286"/>
                </a:cubicBezTo>
                <a:lnTo>
                  <a:pt x="47670" y="82356"/>
                </a:lnTo>
                <a:lnTo>
                  <a:pt x="37723" y="82356"/>
                </a:lnTo>
                <a:lnTo>
                  <a:pt x="37723" y="46669"/>
                </a:lnTo>
                <a:cubicBezTo>
                  <a:pt x="37723" y="42623"/>
                  <a:pt x="37341" y="39603"/>
                  <a:pt x="36566" y="37610"/>
                </a:cubicBezTo>
                <a:cubicBezTo>
                  <a:pt x="35792" y="35591"/>
                  <a:pt x="34417" y="33990"/>
                  <a:pt x="32424" y="32807"/>
                </a:cubicBezTo>
                <a:cubicBezTo>
                  <a:pt x="30475" y="31597"/>
                  <a:pt x="28168" y="30988"/>
                  <a:pt x="25523" y="30988"/>
                </a:cubicBezTo>
                <a:cubicBezTo>
                  <a:pt x="21285" y="30988"/>
                  <a:pt x="17622" y="32328"/>
                  <a:pt x="14524" y="35017"/>
                </a:cubicBezTo>
                <a:cubicBezTo>
                  <a:pt x="11469" y="37706"/>
                  <a:pt x="9946" y="42805"/>
                  <a:pt x="9946" y="50315"/>
                </a:cubicBezTo>
                <a:lnTo>
                  <a:pt x="9946" y="82356"/>
                </a:lnTo>
                <a:lnTo>
                  <a:pt x="0" y="82356"/>
                </a:lnTo>
                <a:close/>
                <a:moveTo>
                  <a:pt x="59270" y="53022"/>
                </a:moveTo>
                <a:cubicBezTo>
                  <a:pt x="59270" y="42161"/>
                  <a:pt x="62289" y="34112"/>
                  <a:pt x="68329" y="28882"/>
                </a:cubicBezTo>
                <a:cubicBezTo>
                  <a:pt x="73376" y="24540"/>
                  <a:pt x="79519" y="22364"/>
                  <a:pt x="86777" y="22364"/>
                </a:cubicBezTo>
                <a:cubicBezTo>
                  <a:pt x="94844" y="22364"/>
                  <a:pt x="101431" y="25018"/>
                  <a:pt x="106556" y="30326"/>
                </a:cubicBezTo>
                <a:cubicBezTo>
                  <a:pt x="111673" y="35591"/>
                  <a:pt x="114232" y="42883"/>
                  <a:pt x="114232" y="52195"/>
                </a:cubicBezTo>
                <a:cubicBezTo>
                  <a:pt x="114232" y="59748"/>
                  <a:pt x="113092" y="65692"/>
                  <a:pt x="110803" y="70034"/>
                </a:cubicBezTo>
                <a:cubicBezTo>
                  <a:pt x="108558" y="74350"/>
                  <a:pt x="105260" y="77701"/>
                  <a:pt x="100918" y="80093"/>
                </a:cubicBezTo>
                <a:cubicBezTo>
                  <a:pt x="96610" y="82487"/>
                  <a:pt x="91893" y="83678"/>
                  <a:pt x="86777" y="83678"/>
                </a:cubicBezTo>
                <a:cubicBezTo>
                  <a:pt x="78562" y="83678"/>
                  <a:pt x="71922" y="81050"/>
                  <a:pt x="66840" y="75786"/>
                </a:cubicBezTo>
                <a:cubicBezTo>
                  <a:pt x="61793" y="70512"/>
                  <a:pt x="59270" y="62933"/>
                  <a:pt x="59270" y="53022"/>
                </a:cubicBezTo>
                <a:close/>
                <a:moveTo>
                  <a:pt x="69486" y="53022"/>
                </a:moveTo>
                <a:cubicBezTo>
                  <a:pt x="69486" y="60540"/>
                  <a:pt x="71130" y="66170"/>
                  <a:pt x="74403" y="69930"/>
                </a:cubicBezTo>
                <a:cubicBezTo>
                  <a:pt x="77683" y="73645"/>
                  <a:pt x="81808" y="75508"/>
                  <a:pt x="86777" y="75508"/>
                </a:cubicBezTo>
                <a:cubicBezTo>
                  <a:pt x="91711" y="75508"/>
                  <a:pt x="95818" y="73628"/>
                  <a:pt x="99099" y="69869"/>
                </a:cubicBezTo>
                <a:cubicBezTo>
                  <a:pt x="102371" y="66118"/>
                  <a:pt x="104015" y="60392"/>
                  <a:pt x="104015" y="52691"/>
                </a:cubicBezTo>
                <a:cubicBezTo>
                  <a:pt x="104015" y="45442"/>
                  <a:pt x="102353" y="39951"/>
                  <a:pt x="99038" y="36235"/>
                </a:cubicBezTo>
                <a:cubicBezTo>
                  <a:pt x="95766" y="32476"/>
                  <a:pt x="91676" y="30596"/>
                  <a:pt x="86777" y="30596"/>
                </a:cubicBezTo>
                <a:cubicBezTo>
                  <a:pt x="81808" y="30596"/>
                  <a:pt x="77683" y="32458"/>
                  <a:pt x="74403" y="36174"/>
                </a:cubicBezTo>
                <a:cubicBezTo>
                  <a:pt x="71130" y="39898"/>
                  <a:pt x="69486" y="45511"/>
                  <a:pt x="69486" y="53022"/>
                </a:cubicBezTo>
                <a:close/>
                <a:moveTo>
                  <a:pt x="125944" y="82356"/>
                </a:moveTo>
                <a:lnTo>
                  <a:pt x="125944" y="23695"/>
                </a:lnTo>
                <a:lnTo>
                  <a:pt x="134890" y="23695"/>
                </a:lnTo>
                <a:lnTo>
                  <a:pt x="134890" y="32032"/>
                </a:lnTo>
                <a:cubicBezTo>
                  <a:pt x="139198" y="25592"/>
                  <a:pt x="145420" y="22364"/>
                  <a:pt x="153556" y="22364"/>
                </a:cubicBezTo>
                <a:cubicBezTo>
                  <a:pt x="157098" y="22364"/>
                  <a:pt x="160335" y="23017"/>
                  <a:pt x="163285" y="24304"/>
                </a:cubicBezTo>
                <a:cubicBezTo>
                  <a:pt x="166261" y="25549"/>
                  <a:pt x="168489" y="27211"/>
                  <a:pt x="169968" y="29274"/>
                </a:cubicBezTo>
                <a:cubicBezTo>
                  <a:pt x="171439" y="31336"/>
                  <a:pt x="172466" y="33781"/>
                  <a:pt x="173057" y="36618"/>
                </a:cubicBezTo>
                <a:cubicBezTo>
                  <a:pt x="173423" y="38463"/>
                  <a:pt x="173614" y="41683"/>
                  <a:pt x="173614" y="46286"/>
                </a:cubicBezTo>
                <a:lnTo>
                  <a:pt x="173614" y="82356"/>
                </a:lnTo>
                <a:lnTo>
                  <a:pt x="163668" y="82356"/>
                </a:lnTo>
                <a:lnTo>
                  <a:pt x="163668" y="46669"/>
                </a:lnTo>
                <a:cubicBezTo>
                  <a:pt x="163668" y="42623"/>
                  <a:pt x="163285" y="39603"/>
                  <a:pt x="162511" y="37610"/>
                </a:cubicBezTo>
                <a:cubicBezTo>
                  <a:pt x="161736" y="35591"/>
                  <a:pt x="160352" y="33990"/>
                  <a:pt x="158368" y="32807"/>
                </a:cubicBezTo>
                <a:cubicBezTo>
                  <a:pt x="156410" y="31597"/>
                  <a:pt x="154113" y="30988"/>
                  <a:pt x="151459" y="30988"/>
                </a:cubicBezTo>
                <a:cubicBezTo>
                  <a:pt x="147230" y="30988"/>
                  <a:pt x="143557" y="32328"/>
                  <a:pt x="140468" y="35017"/>
                </a:cubicBezTo>
                <a:cubicBezTo>
                  <a:pt x="137414" y="37706"/>
                  <a:pt x="135882" y="42805"/>
                  <a:pt x="135882" y="50315"/>
                </a:cubicBezTo>
                <a:lnTo>
                  <a:pt x="135882" y="82356"/>
                </a:lnTo>
                <a:lnTo>
                  <a:pt x="125944" y="82356"/>
                </a:lnTo>
                <a:close/>
                <a:moveTo>
                  <a:pt x="185049" y="58051"/>
                </a:moveTo>
                <a:lnTo>
                  <a:pt x="185049" y="48052"/>
                </a:lnTo>
                <a:lnTo>
                  <a:pt x="215593" y="48052"/>
                </a:lnTo>
                <a:lnTo>
                  <a:pt x="215593" y="58051"/>
                </a:lnTo>
                <a:lnTo>
                  <a:pt x="185049" y="58051"/>
                </a:lnTo>
                <a:close/>
                <a:moveTo>
                  <a:pt x="248295" y="73463"/>
                </a:moveTo>
                <a:lnTo>
                  <a:pt x="249731" y="82243"/>
                </a:lnTo>
                <a:cubicBezTo>
                  <a:pt x="246929" y="82834"/>
                  <a:pt x="244423" y="83130"/>
                  <a:pt x="242212" y="83130"/>
                </a:cubicBezTo>
                <a:cubicBezTo>
                  <a:pt x="238610" y="83130"/>
                  <a:pt x="235808" y="82556"/>
                  <a:pt x="233824" y="81416"/>
                </a:cubicBezTo>
                <a:cubicBezTo>
                  <a:pt x="231831" y="80276"/>
                  <a:pt x="230430" y="78788"/>
                  <a:pt x="229620" y="76943"/>
                </a:cubicBezTo>
                <a:cubicBezTo>
                  <a:pt x="228811" y="75064"/>
                  <a:pt x="228402" y="71139"/>
                  <a:pt x="228402" y="65178"/>
                </a:cubicBezTo>
                <a:lnTo>
                  <a:pt x="228402" y="31423"/>
                </a:lnTo>
                <a:lnTo>
                  <a:pt x="221119" y="31423"/>
                </a:lnTo>
                <a:lnTo>
                  <a:pt x="221119" y="23695"/>
                </a:lnTo>
                <a:lnTo>
                  <a:pt x="228402" y="23695"/>
                </a:lnTo>
                <a:lnTo>
                  <a:pt x="228402" y="9163"/>
                </a:lnTo>
                <a:lnTo>
                  <a:pt x="238296" y="3202"/>
                </a:lnTo>
                <a:lnTo>
                  <a:pt x="238296" y="23695"/>
                </a:lnTo>
                <a:lnTo>
                  <a:pt x="248295" y="23695"/>
                </a:lnTo>
                <a:lnTo>
                  <a:pt x="248295" y="31423"/>
                </a:lnTo>
                <a:lnTo>
                  <a:pt x="238296" y="31423"/>
                </a:lnTo>
                <a:lnTo>
                  <a:pt x="238296" y="65726"/>
                </a:lnTo>
                <a:cubicBezTo>
                  <a:pt x="238296" y="68563"/>
                  <a:pt x="238462" y="70391"/>
                  <a:pt x="238792" y="71200"/>
                </a:cubicBezTo>
                <a:cubicBezTo>
                  <a:pt x="239158" y="72009"/>
                  <a:pt x="239732" y="72653"/>
                  <a:pt x="240507" y="73132"/>
                </a:cubicBezTo>
                <a:cubicBezTo>
                  <a:pt x="241316" y="73610"/>
                  <a:pt x="242456" y="73845"/>
                  <a:pt x="243927" y="73845"/>
                </a:cubicBezTo>
                <a:cubicBezTo>
                  <a:pt x="245032" y="73845"/>
                  <a:pt x="246485" y="73723"/>
                  <a:pt x="248295" y="73463"/>
                </a:cubicBezTo>
                <a:close/>
                <a:moveTo>
                  <a:pt x="257954" y="82356"/>
                </a:moveTo>
                <a:lnTo>
                  <a:pt x="257954" y="23695"/>
                </a:lnTo>
                <a:lnTo>
                  <a:pt x="266909" y="23695"/>
                </a:lnTo>
                <a:lnTo>
                  <a:pt x="266909" y="32589"/>
                </a:lnTo>
                <a:cubicBezTo>
                  <a:pt x="269189" y="28429"/>
                  <a:pt x="271286" y="25680"/>
                  <a:pt x="273200" y="24357"/>
                </a:cubicBezTo>
                <a:cubicBezTo>
                  <a:pt x="275158" y="23034"/>
                  <a:pt x="277290" y="22364"/>
                  <a:pt x="279614" y="22364"/>
                </a:cubicBezTo>
                <a:cubicBezTo>
                  <a:pt x="282964" y="22364"/>
                  <a:pt x="286367" y="23435"/>
                  <a:pt x="289830" y="25575"/>
                </a:cubicBezTo>
                <a:lnTo>
                  <a:pt x="286410" y="34799"/>
                </a:lnTo>
                <a:cubicBezTo>
                  <a:pt x="283973" y="33363"/>
                  <a:pt x="281546" y="32641"/>
                  <a:pt x="279118" y="32641"/>
                </a:cubicBezTo>
                <a:cubicBezTo>
                  <a:pt x="276942" y="32641"/>
                  <a:pt x="274993" y="33302"/>
                  <a:pt x="273261" y="34634"/>
                </a:cubicBezTo>
                <a:cubicBezTo>
                  <a:pt x="271529" y="35922"/>
                  <a:pt x="270294" y="37723"/>
                  <a:pt x="269554" y="40047"/>
                </a:cubicBezTo>
                <a:cubicBezTo>
                  <a:pt x="268458" y="43580"/>
                  <a:pt x="267901" y="47443"/>
                  <a:pt x="267901" y="51647"/>
                </a:cubicBezTo>
                <a:lnTo>
                  <a:pt x="267901" y="82356"/>
                </a:lnTo>
                <a:lnTo>
                  <a:pt x="257954" y="82356"/>
                </a:lnTo>
                <a:close/>
                <a:moveTo>
                  <a:pt x="334019" y="75116"/>
                </a:moveTo>
                <a:cubicBezTo>
                  <a:pt x="330338" y="78249"/>
                  <a:pt x="326787" y="80459"/>
                  <a:pt x="323359" y="81747"/>
                </a:cubicBezTo>
                <a:cubicBezTo>
                  <a:pt x="319974" y="83035"/>
                  <a:pt x="316328" y="83678"/>
                  <a:pt x="312420" y="83678"/>
                </a:cubicBezTo>
                <a:cubicBezTo>
                  <a:pt x="305981" y="83678"/>
                  <a:pt x="301029" y="82112"/>
                  <a:pt x="297566" y="78988"/>
                </a:cubicBezTo>
                <a:cubicBezTo>
                  <a:pt x="294102" y="75821"/>
                  <a:pt x="292371" y="71783"/>
                  <a:pt x="292371" y="66893"/>
                </a:cubicBezTo>
                <a:cubicBezTo>
                  <a:pt x="292371" y="64021"/>
                  <a:pt x="293015" y="61401"/>
                  <a:pt x="294303" y="59043"/>
                </a:cubicBezTo>
                <a:cubicBezTo>
                  <a:pt x="295634" y="56650"/>
                  <a:pt x="297340" y="54736"/>
                  <a:pt x="299446" y="53300"/>
                </a:cubicBezTo>
                <a:cubicBezTo>
                  <a:pt x="301578" y="51864"/>
                  <a:pt x="303971" y="50776"/>
                  <a:pt x="306625" y="50045"/>
                </a:cubicBezTo>
                <a:cubicBezTo>
                  <a:pt x="308574" y="49523"/>
                  <a:pt x="311524" y="49027"/>
                  <a:pt x="315457" y="48548"/>
                </a:cubicBezTo>
                <a:cubicBezTo>
                  <a:pt x="323489" y="47591"/>
                  <a:pt x="329398" y="46452"/>
                  <a:pt x="333192" y="45129"/>
                </a:cubicBezTo>
                <a:cubicBezTo>
                  <a:pt x="333227" y="43762"/>
                  <a:pt x="333244" y="42901"/>
                  <a:pt x="333244" y="42526"/>
                </a:cubicBezTo>
                <a:cubicBezTo>
                  <a:pt x="333244" y="38480"/>
                  <a:pt x="332305" y="35626"/>
                  <a:pt x="330434" y="33964"/>
                </a:cubicBezTo>
                <a:cubicBezTo>
                  <a:pt x="327892" y="31719"/>
                  <a:pt x="324116" y="30596"/>
                  <a:pt x="319104" y="30596"/>
                </a:cubicBezTo>
                <a:cubicBezTo>
                  <a:pt x="314430" y="30596"/>
                  <a:pt x="310967" y="31423"/>
                  <a:pt x="308722" y="33085"/>
                </a:cubicBezTo>
                <a:cubicBezTo>
                  <a:pt x="306512" y="34703"/>
                  <a:pt x="304876" y="37593"/>
                  <a:pt x="303805" y="41752"/>
                </a:cubicBezTo>
                <a:lnTo>
                  <a:pt x="294085" y="40430"/>
                </a:lnTo>
                <a:cubicBezTo>
                  <a:pt x="294964" y="36270"/>
                  <a:pt x="296426" y="32919"/>
                  <a:pt x="298445" y="30378"/>
                </a:cubicBezTo>
                <a:cubicBezTo>
                  <a:pt x="300472" y="27803"/>
                  <a:pt x="303396" y="25828"/>
                  <a:pt x="307234" y="24470"/>
                </a:cubicBezTo>
                <a:cubicBezTo>
                  <a:pt x="311063" y="23069"/>
                  <a:pt x="315501" y="22364"/>
                  <a:pt x="320539" y="22364"/>
                </a:cubicBezTo>
                <a:cubicBezTo>
                  <a:pt x="325552" y="22364"/>
                  <a:pt x="329624" y="22956"/>
                  <a:pt x="332748" y="24139"/>
                </a:cubicBezTo>
                <a:cubicBezTo>
                  <a:pt x="335881" y="25314"/>
                  <a:pt x="338178" y="26802"/>
                  <a:pt x="339658" y="28612"/>
                </a:cubicBezTo>
                <a:cubicBezTo>
                  <a:pt x="341128" y="30378"/>
                  <a:pt x="342155" y="32624"/>
                  <a:pt x="342747" y="35348"/>
                </a:cubicBezTo>
                <a:cubicBezTo>
                  <a:pt x="343078" y="37045"/>
                  <a:pt x="343243" y="40099"/>
                  <a:pt x="343243" y="44519"/>
                </a:cubicBezTo>
                <a:lnTo>
                  <a:pt x="343243" y="57773"/>
                </a:lnTo>
                <a:cubicBezTo>
                  <a:pt x="343243" y="67014"/>
                  <a:pt x="343452" y="72870"/>
                  <a:pt x="343852" y="75342"/>
                </a:cubicBezTo>
                <a:cubicBezTo>
                  <a:pt x="344296" y="77770"/>
                  <a:pt x="345140" y="80111"/>
                  <a:pt x="346393" y="82356"/>
                </a:cubicBezTo>
                <a:lnTo>
                  <a:pt x="336012" y="82356"/>
                </a:lnTo>
                <a:cubicBezTo>
                  <a:pt x="334976" y="80294"/>
                  <a:pt x="334315" y="77883"/>
                  <a:pt x="334019" y="75116"/>
                </a:cubicBezTo>
                <a:close/>
                <a:moveTo>
                  <a:pt x="333192" y="52917"/>
                </a:moveTo>
                <a:cubicBezTo>
                  <a:pt x="329581" y="54388"/>
                  <a:pt x="324168" y="55641"/>
                  <a:pt x="316954" y="56667"/>
                </a:cubicBezTo>
                <a:cubicBezTo>
                  <a:pt x="312864" y="57260"/>
                  <a:pt x="309975" y="57921"/>
                  <a:pt x="308278" y="58660"/>
                </a:cubicBezTo>
                <a:cubicBezTo>
                  <a:pt x="306590" y="59391"/>
                  <a:pt x="305276" y="60479"/>
                  <a:pt x="304362" y="61915"/>
                </a:cubicBezTo>
                <a:cubicBezTo>
                  <a:pt x="303440" y="63316"/>
                  <a:pt x="302979" y="64882"/>
                  <a:pt x="302979" y="66614"/>
                </a:cubicBezTo>
                <a:cubicBezTo>
                  <a:pt x="302979" y="69268"/>
                  <a:pt x="303971" y="71478"/>
                  <a:pt x="305963" y="73245"/>
                </a:cubicBezTo>
                <a:cubicBezTo>
                  <a:pt x="307982" y="75011"/>
                  <a:pt x="310932" y="75890"/>
                  <a:pt x="314796" y="75890"/>
                </a:cubicBezTo>
                <a:cubicBezTo>
                  <a:pt x="318625" y="75890"/>
                  <a:pt x="322036" y="75064"/>
                  <a:pt x="325021" y="73410"/>
                </a:cubicBezTo>
                <a:cubicBezTo>
                  <a:pt x="327997" y="71713"/>
                  <a:pt x="330190" y="69416"/>
                  <a:pt x="331591" y="66501"/>
                </a:cubicBezTo>
                <a:cubicBezTo>
                  <a:pt x="332661" y="64256"/>
                  <a:pt x="333192" y="60940"/>
                  <a:pt x="333192" y="56563"/>
                </a:cubicBezTo>
                <a:lnTo>
                  <a:pt x="333192" y="52917"/>
                </a:lnTo>
                <a:close/>
                <a:moveTo>
                  <a:pt x="358715" y="82356"/>
                </a:moveTo>
                <a:lnTo>
                  <a:pt x="358715" y="23695"/>
                </a:lnTo>
                <a:lnTo>
                  <a:pt x="367661" y="23695"/>
                </a:lnTo>
                <a:lnTo>
                  <a:pt x="367661" y="32032"/>
                </a:lnTo>
                <a:cubicBezTo>
                  <a:pt x="371968" y="25592"/>
                  <a:pt x="378190" y="22364"/>
                  <a:pt x="386327" y="22364"/>
                </a:cubicBezTo>
                <a:cubicBezTo>
                  <a:pt x="389868" y="22364"/>
                  <a:pt x="393106" y="23017"/>
                  <a:pt x="396056" y="24304"/>
                </a:cubicBezTo>
                <a:cubicBezTo>
                  <a:pt x="399032" y="25549"/>
                  <a:pt x="401259" y="27211"/>
                  <a:pt x="402739" y="29274"/>
                </a:cubicBezTo>
                <a:cubicBezTo>
                  <a:pt x="404209" y="31336"/>
                  <a:pt x="405236" y="33781"/>
                  <a:pt x="405828" y="36618"/>
                </a:cubicBezTo>
                <a:cubicBezTo>
                  <a:pt x="406193" y="38463"/>
                  <a:pt x="406385" y="41683"/>
                  <a:pt x="406385" y="46286"/>
                </a:cubicBezTo>
                <a:lnTo>
                  <a:pt x="406385" y="82356"/>
                </a:lnTo>
                <a:lnTo>
                  <a:pt x="396438" y="82356"/>
                </a:lnTo>
                <a:lnTo>
                  <a:pt x="396438" y="46669"/>
                </a:lnTo>
                <a:cubicBezTo>
                  <a:pt x="396438" y="42623"/>
                  <a:pt x="396056" y="39603"/>
                  <a:pt x="395281" y="37610"/>
                </a:cubicBezTo>
                <a:cubicBezTo>
                  <a:pt x="394506" y="35591"/>
                  <a:pt x="393123" y="33990"/>
                  <a:pt x="391139" y="32807"/>
                </a:cubicBezTo>
                <a:cubicBezTo>
                  <a:pt x="389181" y="31597"/>
                  <a:pt x="386884" y="30988"/>
                  <a:pt x="384229" y="30988"/>
                </a:cubicBezTo>
                <a:cubicBezTo>
                  <a:pt x="380000" y="30988"/>
                  <a:pt x="376337" y="32328"/>
                  <a:pt x="373239" y="35017"/>
                </a:cubicBezTo>
                <a:cubicBezTo>
                  <a:pt x="370184" y="37706"/>
                  <a:pt x="368653" y="42805"/>
                  <a:pt x="368653" y="50315"/>
                </a:cubicBezTo>
                <a:lnTo>
                  <a:pt x="368653" y="82356"/>
                </a:lnTo>
                <a:lnTo>
                  <a:pt x="358715" y="82356"/>
                </a:lnTo>
                <a:close/>
                <a:moveTo>
                  <a:pt x="417706" y="64847"/>
                </a:moveTo>
                <a:lnTo>
                  <a:pt x="427540" y="63298"/>
                </a:lnTo>
                <a:cubicBezTo>
                  <a:pt x="428088" y="67241"/>
                  <a:pt x="429619" y="70260"/>
                  <a:pt x="432126" y="72357"/>
                </a:cubicBezTo>
                <a:cubicBezTo>
                  <a:pt x="434667" y="74454"/>
                  <a:pt x="438200" y="75508"/>
                  <a:pt x="442725" y="75508"/>
                </a:cubicBezTo>
                <a:cubicBezTo>
                  <a:pt x="447293" y="75508"/>
                  <a:pt x="450678" y="74585"/>
                  <a:pt x="452889" y="72749"/>
                </a:cubicBezTo>
                <a:cubicBezTo>
                  <a:pt x="455099" y="70869"/>
                  <a:pt x="456204" y="68676"/>
                  <a:pt x="456204" y="66170"/>
                </a:cubicBezTo>
                <a:cubicBezTo>
                  <a:pt x="456204" y="63925"/>
                  <a:pt x="455229" y="62159"/>
                  <a:pt x="453280" y="60871"/>
                </a:cubicBezTo>
                <a:cubicBezTo>
                  <a:pt x="451914" y="59983"/>
                  <a:pt x="448529" y="58860"/>
                  <a:pt x="443116" y="57503"/>
                </a:cubicBezTo>
                <a:cubicBezTo>
                  <a:pt x="435824" y="55658"/>
                  <a:pt x="430759" y="54074"/>
                  <a:pt x="427923" y="52752"/>
                </a:cubicBezTo>
                <a:cubicBezTo>
                  <a:pt x="425129" y="51385"/>
                  <a:pt x="422988" y="49523"/>
                  <a:pt x="421518" y="47173"/>
                </a:cubicBezTo>
                <a:cubicBezTo>
                  <a:pt x="420082" y="44772"/>
                  <a:pt x="419360" y="42144"/>
                  <a:pt x="419360" y="39272"/>
                </a:cubicBezTo>
                <a:cubicBezTo>
                  <a:pt x="419360" y="36653"/>
                  <a:pt x="419951" y="34242"/>
                  <a:pt x="421126" y="32032"/>
                </a:cubicBezTo>
                <a:cubicBezTo>
                  <a:pt x="422344" y="29787"/>
                  <a:pt x="423980" y="27925"/>
                  <a:pt x="426043" y="26454"/>
                </a:cubicBezTo>
                <a:cubicBezTo>
                  <a:pt x="427592" y="25314"/>
                  <a:pt x="429689" y="24357"/>
                  <a:pt x="432343" y="23582"/>
                </a:cubicBezTo>
                <a:cubicBezTo>
                  <a:pt x="435032" y="22773"/>
                  <a:pt x="437903" y="22364"/>
                  <a:pt x="440958" y="22364"/>
                </a:cubicBezTo>
                <a:cubicBezTo>
                  <a:pt x="445561" y="22364"/>
                  <a:pt x="449599" y="23034"/>
                  <a:pt x="453054" y="24357"/>
                </a:cubicBezTo>
                <a:cubicBezTo>
                  <a:pt x="456552" y="25680"/>
                  <a:pt x="459136" y="27490"/>
                  <a:pt x="460790" y="29769"/>
                </a:cubicBezTo>
                <a:cubicBezTo>
                  <a:pt x="462452" y="32015"/>
                  <a:pt x="463592" y="35034"/>
                  <a:pt x="464219" y="38828"/>
                </a:cubicBezTo>
                <a:lnTo>
                  <a:pt x="454490" y="40151"/>
                </a:lnTo>
                <a:cubicBezTo>
                  <a:pt x="454055" y="37131"/>
                  <a:pt x="452767" y="34782"/>
                  <a:pt x="450626" y="33085"/>
                </a:cubicBezTo>
                <a:cubicBezTo>
                  <a:pt x="448529" y="31388"/>
                  <a:pt x="445544" y="30544"/>
                  <a:pt x="441680" y="30544"/>
                </a:cubicBezTo>
                <a:cubicBezTo>
                  <a:pt x="437112" y="30544"/>
                  <a:pt x="433857" y="31301"/>
                  <a:pt x="431899" y="32807"/>
                </a:cubicBezTo>
                <a:cubicBezTo>
                  <a:pt x="429950" y="34321"/>
                  <a:pt x="428975" y="36087"/>
                  <a:pt x="428975" y="38115"/>
                </a:cubicBezTo>
                <a:cubicBezTo>
                  <a:pt x="428975" y="39403"/>
                  <a:pt x="429376" y="40560"/>
                  <a:pt x="430185" y="41587"/>
                </a:cubicBezTo>
                <a:cubicBezTo>
                  <a:pt x="431003" y="42657"/>
                  <a:pt x="432274" y="43545"/>
                  <a:pt x="433997" y="44241"/>
                </a:cubicBezTo>
                <a:cubicBezTo>
                  <a:pt x="434997" y="44606"/>
                  <a:pt x="437921" y="45459"/>
                  <a:pt x="442785" y="46782"/>
                </a:cubicBezTo>
                <a:cubicBezTo>
                  <a:pt x="449817" y="48662"/>
                  <a:pt x="454716" y="50211"/>
                  <a:pt x="457475" y="51420"/>
                </a:cubicBezTo>
                <a:cubicBezTo>
                  <a:pt x="460277" y="52604"/>
                  <a:pt x="462470" y="54336"/>
                  <a:pt x="464053" y="56615"/>
                </a:cubicBezTo>
                <a:cubicBezTo>
                  <a:pt x="465637" y="58895"/>
                  <a:pt x="466429" y="61732"/>
                  <a:pt x="466429" y="65126"/>
                </a:cubicBezTo>
                <a:cubicBezTo>
                  <a:pt x="466429" y="68433"/>
                  <a:pt x="465445" y="71565"/>
                  <a:pt x="463496" y="74515"/>
                </a:cubicBezTo>
                <a:cubicBezTo>
                  <a:pt x="461582" y="77422"/>
                  <a:pt x="458806" y="79684"/>
                  <a:pt x="455160" y="81303"/>
                </a:cubicBezTo>
                <a:cubicBezTo>
                  <a:pt x="451514" y="82887"/>
                  <a:pt x="447389" y="83678"/>
                  <a:pt x="442785" y="83678"/>
                </a:cubicBezTo>
                <a:cubicBezTo>
                  <a:pt x="435163" y="83678"/>
                  <a:pt x="429341" y="82095"/>
                  <a:pt x="425329" y="78927"/>
                </a:cubicBezTo>
                <a:cubicBezTo>
                  <a:pt x="421352" y="75768"/>
                  <a:pt x="418811" y="71069"/>
                  <a:pt x="417706" y="64847"/>
                </a:cubicBezTo>
                <a:close/>
                <a:moveTo>
                  <a:pt x="480622" y="82356"/>
                </a:moveTo>
                <a:lnTo>
                  <a:pt x="480622" y="31423"/>
                </a:lnTo>
                <a:lnTo>
                  <a:pt x="471842" y="31423"/>
                </a:lnTo>
                <a:lnTo>
                  <a:pt x="471842" y="23695"/>
                </a:lnTo>
                <a:lnTo>
                  <a:pt x="480622" y="23695"/>
                </a:lnTo>
                <a:lnTo>
                  <a:pt x="480622" y="17456"/>
                </a:lnTo>
                <a:cubicBezTo>
                  <a:pt x="480622" y="13514"/>
                  <a:pt x="480970" y="10582"/>
                  <a:pt x="481666" y="8667"/>
                </a:cubicBezTo>
                <a:cubicBezTo>
                  <a:pt x="482632" y="6092"/>
                  <a:pt x="484303" y="4012"/>
                  <a:pt x="486696" y="2428"/>
                </a:cubicBezTo>
                <a:cubicBezTo>
                  <a:pt x="489124" y="809"/>
                  <a:pt x="492517" y="0"/>
                  <a:pt x="496860" y="0"/>
                </a:cubicBezTo>
                <a:cubicBezTo>
                  <a:pt x="499662" y="0"/>
                  <a:pt x="502751" y="330"/>
                  <a:pt x="506145" y="992"/>
                </a:cubicBezTo>
                <a:lnTo>
                  <a:pt x="504648" y="9659"/>
                </a:lnTo>
                <a:cubicBezTo>
                  <a:pt x="502586" y="9294"/>
                  <a:pt x="500637" y="9111"/>
                  <a:pt x="498792" y="9111"/>
                </a:cubicBezTo>
                <a:cubicBezTo>
                  <a:pt x="495772" y="9111"/>
                  <a:pt x="493640" y="9755"/>
                  <a:pt x="492387" y="11043"/>
                </a:cubicBezTo>
                <a:cubicBezTo>
                  <a:pt x="491134" y="12331"/>
                  <a:pt x="490507" y="14741"/>
                  <a:pt x="490507" y="18283"/>
                </a:cubicBezTo>
                <a:lnTo>
                  <a:pt x="490507" y="23695"/>
                </a:lnTo>
                <a:lnTo>
                  <a:pt x="501942" y="23695"/>
                </a:lnTo>
                <a:lnTo>
                  <a:pt x="501942" y="31423"/>
                </a:lnTo>
                <a:lnTo>
                  <a:pt x="490507" y="31423"/>
                </a:lnTo>
                <a:lnTo>
                  <a:pt x="490507" y="82356"/>
                </a:lnTo>
                <a:lnTo>
                  <a:pt x="480622" y="82356"/>
                </a:lnTo>
                <a:close/>
                <a:moveTo>
                  <a:pt x="506032" y="53022"/>
                </a:moveTo>
                <a:cubicBezTo>
                  <a:pt x="506032" y="42161"/>
                  <a:pt x="509052" y="34112"/>
                  <a:pt x="515091" y="28882"/>
                </a:cubicBezTo>
                <a:cubicBezTo>
                  <a:pt x="520138" y="24540"/>
                  <a:pt x="526281" y="22364"/>
                  <a:pt x="533539" y="22364"/>
                </a:cubicBezTo>
                <a:cubicBezTo>
                  <a:pt x="541606" y="22364"/>
                  <a:pt x="548193" y="25018"/>
                  <a:pt x="553310" y="30326"/>
                </a:cubicBezTo>
                <a:cubicBezTo>
                  <a:pt x="558435" y="35591"/>
                  <a:pt x="560994" y="42883"/>
                  <a:pt x="560994" y="52195"/>
                </a:cubicBezTo>
                <a:cubicBezTo>
                  <a:pt x="560994" y="59748"/>
                  <a:pt x="559854" y="65692"/>
                  <a:pt x="557565" y="70034"/>
                </a:cubicBezTo>
                <a:cubicBezTo>
                  <a:pt x="555320" y="74350"/>
                  <a:pt x="552022" y="77701"/>
                  <a:pt x="547680" y="80093"/>
                </a:cubicBezTo>
                <a:cubicBezTo>
                  <a:pt x="543372" y="82487"/>
                  <a:pt x="538656" y="83678"/>
                  <a:pt x="533539" y="83678"/>
                </a:cubicBezTo>
                <a:cubicBezTo>
                  <a:pt x="525324" y="83678"/>
                  <a:pt x="518676" y="81050"/>
                  <a:pt x="513594" y="75786"/>
                </a:cubicBezTo>
                <a:cubicBezTo>
                  <a:pt x="508555" y="70512"/>
                  <a:pt x="506032" y="62933"/>
                  <a:pt x="506032" y="53022"/>
                </a:cubicBezTo>
                <a:close/>
                <a:moveTo>
                  <a:pt x="516248" y="53022"/>
                </a:moveTo>
                <a:cubicBezTo>
                  <a:pt x="516248" y="60540"/>
                  <a:pt x="517884" y="66170"/>
                  <a:pt x="521165" y="69930"/>
                </a:cubicBezTo>
                <a:cubicBezTo>
                  <a:pt x="524445" y="73645"/>
                  <a:pt x="528570" y="75508"/>
                  <a:pt x="533539" y="75508"/>
                </a:cubicBezTo>
                <a:cubicBezTo>
                  <a:pt x="538473" y="75508"/>
                  <a:pt x="542580" y="73628"/>
                  <a:pt x="545852" y="69869"/>
                </a:cubicBezTo>
                <a:cubicBezTo>
                  <a:pt x="549133" y="66118"/>
                  <a:pt x="550769" y="60392"/>
                  <a:pt x="550769" y="52691"/>
                </a:cubicBezTo>
                <a:cubicBezTo>
                  <a:pt x="550769" y="45442"/>
                  <a:pt x="549116" y="39951"/>
                  <a:pt x="545800" y="36235"/>
                </a:cubicBezTo>
                <a:cubicBezTo>
                  <a:pt x="542519" y="32476"/>
                  <a:pt x="538438" y="30596"/>
                  <a:pt x="533539" y="30596"/>
                </a:cubicBezTo>
                <a:cubicBezTo>
                  <a:pt x="528570" y="30596"/>
                  <a:pt x="524445" y="32458"/>
                  <a:pt x="521165" y="36174"/>
                </a:cubicBezTo>
                <a:cubicBezTo>
                  <a:pt x="517884" y="39898"/>
                  <a:pt x="516248" y="45511"/>
                  <a:pt x="516248" y="53022"/>
                </a:cubicBezTo>
                <a:close/>
                <a:moveTo>
                  <a:pt x="572594" y="82356"/>
                </a:moveTo>
                <a:lnTo>
                  <a:pt x="572594" y="23695"/>
                </a:lnTo>
                <a:lnTo>
                  <a:pt x="581539" y="23695"/>
                </a:lnTo>
                <a:lnTo>
                  <a:pt x="581539" y="32589"/>
                </a:lnTo>
                <a:cubicBezTo>
                  <a:pt x="583819" y="28429"/>
                  <a:pt x="585925" y="25680"/>
                  <a:pt x="587840" y="24357"/>
                </a:cubicBezTo>
                <a:cubicBezTo>
                  <a:pt x="589789" y="23034"/>
                  <a:pt x="591921" y="22364"/>
                  <a:pt x="594244" y="22364"/>
                </a:cubicBezTo>
                <a:cubicBezTo>
                  <a:pt x="597595" y="22364"/>
                  <a:pt x="601006" y="23435"/>
                  <a:pt x="604460" y="25575"/>
                </a:cubicBezTo>
                <a:lnTo>
                  <a:pt x="601041" y="34799"/>
                </a:lnTo>
                <a:cubicBezTo>
                  <a:pt x="598604" y="33363"/>
                  <a:pt x="596176" y="32641"/>
                  <a:pt x="593748" y="32641"/>
                </a:cubicBezTo>
                <a:cubicBezTo>
                  <a:pt x="591573" y="32641"/>
                  <a:pt x="589624" y="33302"/>
                  <a:pt x="587892" y="34634"/>
                </a:cubicBezTo>
                <a:cubicBezTo>
                  <a:pt x="586160" y="35922"/>
                  <a:pt x="584924" y="37723"/>
                  <a:pt x="584193" y="40047"/>
                </a:cubicBezTo>
                <a:cubicBezTo>
                  <a:pt x="583088" y="43580"/>
                  <a:pt x="582531" y="47443"/>
                  <a:pt x="582531" y="51647"/>
                </a:cubicBezTo>
                <a:lnTo>
                  <a:pt x="582531" y="82356"/>
                </a:lnTo>
                <a:lnTo>
                  <a:pt x="572594" y="82356"/>
                </a:lnTo>
                <a:close/>
                <a:moveTo>
                  <a:pt x="610378" y="82356"/>
                </a:moveTo>
                <a:lnTo>
                  <a:pt x="610378" y="23695"/>
                </a:lnTo>
                <a:lnTo>
                  <a:pt x="619271" y="23695"/>
                </a:lnTo>
                <a:lnTo>
                  <a:pt x="619271" y="31928"/>
                </a:lnTo>
                <a:cubicBezTo>
                  <a:pt x="621107" y="29056"/>
                  <a:pt x="623562" y="26750"/>
                  <a:pt x="626616" y="25018"/>
                </a:cubicBezTo>
                <a:cubicBezTo>
                  <a:pt x="629670" y="23252"/>
                  <a:pt x="633151" y="22364"/>
                  <a:pt x="637050" y="22364"/>
                </a:cubicBezTo>
                <a:cubicBezTo>
                  <a:pt x="641401" y="22364"/>
                  <a:pt x="644951" y="23269"/>
                  <a:pt x="647718" y="25070"/>
                </a:cubicBezTo>
                <a:cubicBezTo>
                  <a:pt x="650512" y="26880"/>
                  <a:pt x="652487" y="29404"/>
                  <a:pt x="653627" y="32641"/>
                </a:cubicBezTo>
                <a:cubicBezTo>
                  <a:pt x="658265" y="25793"/>
                  <a:pt x="664304" y="22364"/>
                  <a:pt x="671745" y="22364"/>
                </a:cubicBezTo>
                <a:cubicBezTo>
                  <a:pt x="677557" y="22364"/>
                  <a:pt x="682039" y="23992"/>
                  <a:pt x="685163" y="27228"/>
                </a:cubicBezTo>
                <a:cubicBezTo>
                  <a:pt x="688296" y="30431"/>
                  <a:pt x="689862" y="35382"/>
                  <a:pt x="689862" y="42092"/>
                </a:cubicBezTo>
                <a:lnTo>
                  <a:pt x="689862" y="82356"/>
                </a:lnTo>
                <a:lnTo>
                  <a:pt x="679977" y="82356"/>
                </a:lnTo>
                <a:lnTo>
                  <a:pt x="679977" y="45398"/>
                </a:lnTo>
                <a:cubicBezTo>
                  <a:pt x="679977" y="41422"/>
                  <a:pt x="679637" y="38567"/>
                  <a:pt x="678976" y="36844"/>
                </a:cubicBezTo>
                <a:cubicBezTo>
                  <a:pt x="678349" y="35069"/>
                  <a:pt x="677192" y="33651"/>
                  <a:pt x="675495" y="32589"/>
                </a:cubicBezTo>
                <a:cubicBezTo>
                  <a:pt x="673807" y="31519"/>
                  <a:pt x="671814" y="30988"/>
                  <a:pt x="669534" y="30988"/>
                </a:cubicBezTo>
                <a:cubicBezTo>
                  <a:pt x="665409" y="30988"/>
                  <a:pt x="661981" y="32363"/>
                  <a:pt x="659257" y="35130"/>
                </a:cubicBezTo>
                <a:cubicBezTo>
                  <a:pt x="656534" y="37854"/>
                  <a:pt x="655167" y="42231"/>
                  <a:pt x="655167" y="48270"/>
                </a:cubicBezTo>
                <a:lnTo>
                  <a:pt x="655167" y="82356"/>
                </a:lnTo>
                <a:lnTo>
                  <a:pt x="645229" y="82356"/>
                </a:lnTo>
                <a:lnTo>
                  <a:pt x="645229" y="44241"/>
                </a:lnTo>
                <a:cubicBezTo>
                  <a:pt x="645229" y="39820"/>
                  <a:pt x="644420" y="36505"/>
                  <a:pt x="642802" y="34304"/>
                </a:cubicBezTo>
                <a:cubicBezTo>
                  <a:pt x="641174" y="32093"/>
                  <a:pt x="638529" y="30988"/>
                  <a:pt x="634848" y="30988"/>
                </a:cubicBezTo>
                <a:cubicBezTo>
                  <a:pt x="632046" y="30988"/>
                  <a:pt x="629453" y="31719"/>
                  <a:pt x="627060" y="33198"/>
                </a:cubicBezTo>
                <a:cubicBezTo>
                  <a:pt x="624701" y="34669"/>
                  <a:pt x="622987" y="36818"/>
                  <a:pt x="621917" y="39655"/>
                </a:cubicBezTo>
                <a:cubicBezTo>
                  <a:pt x="620846" y="42492"/>
                  <a:pt x="620316" y="46582"/>
                  <a:pt x="620316" y="51916"/>
                </a:cubicBezTo>
                <a:lnTo>
                  <a:pt x="620316" y="82356"/>
                </a:lnTo>
                <a:lnTo>
                  <a:pt x="610378" y="82356"/>
                </a:lnTo>
                <a:close/>
                <a:moveTo>
                  <a:pt x="744763" y="63464"/>
                </a:moveTo>
                <a:lnTo>
                  <a:pt x="755040" y="64734"/>
                </a:lnTo>
                <a:cubicBezTo>
                  <a:pt x="753422" y="70739"/>
                  <a:pt x="750420" y="75394"/>
                  <a:pt x="746034" y="78710"/>
                </a:cubicBezTo>
                <a:cubicBezTo>
                  <a:pt x="741657" y="82025"/>
                  <a:pt x="736061" y="83678"/>
                  <a:pt x="729248" y="83678"/>
                </a:cubicBezTo>
                <a:cubicBezTo>
                  <a:pt x="720667" y="83678"/>
                  <a:pt x="713854" y="81050"/>
                  <a:pt x="708807" y="75786"/>
                </a:cubicBezTo>
                <a:cubicBezTo>
                  <a:pt x="703803" y="70478"/>
                  <a:pt x="701297" y="63064"/>
                  <a:pt x="701297" y="53526"/>
                </a:cubicBezTo>
                <a:cubicBezTo>
                  <a:pt x="701297" y="43649"/>
                  <a:pt x="703838" y="35991"/>
                  <a:pt x="708920" y="30544"/>
                </a:cubicBezTo>
                <a:cubicBezTo>
                  <a:pt x="714002" y="25096"/>
                  <a:pt x="720589" y="22364"/>
                  <a:pt x="728691" y="22364"/>
                </a:cubicBezTo>
                <a:cubicBezTo>
                  <a:pt x="736540" y="22364"/>
                  <a:pt x="742945" y="25036"/>
                  <a:pt x="747913" y="30378"/>
                </a:cubicBezTo>
                <a:cubicBezTo>
                  <a:pt x="752882" y="35713"/>
                  <a:pt x="755371" y="43232"/>
                  <a:pt x="755371" y="52917"/>
                </a:cubicBezTo>
                <a:cubicBezTo>
                  <a:pt x="755371" y="53500"/>
                  <a:pt x="755354" y="54388"/>
                  <a:pt x="755319" y="55563"/>
                </a:cubicBezTo>
                <a:lnTo>
                  <a:pt x="711565" y="55563"/>
                </a:lnTo>
                <a:cubicBezTo>
                  <a:pt x="711939" y="62010"/>
                  <a:pt x="713758" y="66945"/>
                  <a:pt x="717039" y="70373"/>
                </a:cubicBezTo>
                <a:cubicBezTo>
                  <a:pt x="720311" y="73793"/>
                  <a:pt x="724400" y="75508"/>
                  <a:pt x="729300" y="75508"/>
                </a:cubicBezTo>
                <a:cubicBezTo>
                  <a:pt x="732946" y="75508"/>
                  <a:pt x="736061" y="74550"/>
                  <a:pt x="738637" y="72636"/>
                </a:cubicBezTo>
                <a:cubicBezTo>
                  <a:pt x="741213" y="70722"/>
                  <a:pt x="743258" y="67667"/>
                  <a:pt x="744763" y="63464"/>
                </a:cubicBezTo>
                <a:close/>
                <a:moveTo>
                  <a:pt x="712122" y="47391"/>
                </a:moveTo>
                <a:lnTo>
                  <a:pt x="744876" y="47391"/>
                </a:lnTo>
                <a:cubicBezTo>
                  <a:pt x="744433" y="42457"/>
                  <a:pt x="743180" y="38759"/>
                  <a:pt x="741117" y="36287"/>
                </a:cubicBezTo>
                <a:cubicBezTo>
                  <a:pt x="737958" y="32458"/>
                  <a:pt x="733851" y="30544"/>
                  <a:pt x="728804" y="30544"/>
                </a:cubicBezTo>
                <a:cubicBezTo>
                  <a:pt x="724235" y="30544"/>
                  <a:pt x="720389" y="32075"/>
                  <a:pt x="717256" y="35130"/>
                </a:cubicBezTo>
                <a:cubicBezTo>
                  <a:pt x="714167" y="38185"/>
                  <a:pt x="712453" y="42274"/>
                  <a:pt x="712122" y="47391"/>
                </a:cubicBezTo>
                <a:close/>
                <a:moveTo>
                  <a:pt x="767467" y="82356"/>
                </a:moveTo>
                <a:lnTo>
                  <a:pt x="767467" y="23695"/>
                </a:lnTo>
                <a:lnTo>
                  <a:pt x="776421" y="23695"/>
                </a:lnTo>
                <a:lnTo>
                  <a:pt x="776421" y="32589"/>
                </a:lnTo>
                <a:cubicBezTo>
                  <a:pt x="778701" y="28429"/>
                  <a:pt x="780798" y="25680"/>
                  <a:pt x="782713" y="24357"/>
                </a:cubicBezTo>
                <a:cubicBezTo>
                  <a:pt x="784671" y="23034"/>
                  <a:pt x="786803" y="22364"/>
                  <a:pt x="789126" y="22364"/>
                </a:cubicBezTo>
                <a:cubicBezTo>
                  <a:pt x="792476" y="22364"/>
                  <a:pt x="795879" y="23435"/>
                  <a:pt x="799342" y="25575"/>
                </a:cubicBezTo>
                <a:lnTo>
                  <a:pt x="795914" y="34799"/>
                </a:lnTo>
                <a:cubicBezTo>
                  <a:pt x="793486" y="33363"/>
                  <a:pt x="791058" y="32641"/>
                  <a:pt x="788622" y="32641"/>
                </a:cubicBezTo>
                <a:cubicBezTo>
                  <a:pt x="786455" y="32641"/>
                  <a:pt x="784497" y="33302"/>
                  <a:pt x="782774" y="34634"/>
                </a:cubicBezTo>
                <a:cubicBezTo>
                  <a:pt x="781042" y="35922"/>
                  <a:pt x="779806" y="37723"/>
                  <a:pt x="779067" y="40047"/>
                </a:cubicBezTo>
                <a:cubicBezTo>
                  <a:pt x="777961" y="43580"/>
                  <a:pt x="777413" y="47443"/>
                  <a:pt x="777413" y="51647"/>
                </a:cubicBezTo>
                <a:lnTo>
                  <a:pt x="777413" y="82356"/>
                </a:lnTo>
                <a:lnTo>
                  <a:pt x="767467" y="82356"/>
                </a:lnTo>
                <a:close/>
                <a:moveTo>
                  <a:pt x="836735" y="82356"/>
                </a:moveTo>
                <a:lnTo>
                  <a:pt x="836735" y="23695"/>
                </a:lnTo>
                <a:lnTo>
                  <a:pt x="845628" y="23695"/>
                </a:lnTo>
                <a:lnTo>
                  <a:pt x="845628" y="31928"/>
                </a:lnTo>
                <a:cubicBezTo>
                  <a:pt x="847473" y="29056"/>
                  <a:pt x="849919" y="26750"/>
                  <a:pt x="852973" y="25018"/>
                </a:cubicBezTo>
                <a:cubicBezTo>
                  <a:pt x="856036" y="23252"/>
                  <a:pt x="859517" y="22364"/>
                  <a:pt x="863415" y="22364"/>
                </a:cubicBezTo>
                <a:cubicBezTo>
                  <a:pt x="867758" y="22364"/>
                  <a:pt x="871317" y="23269"/>
                  <a:pt x="874075" y="25070"/>
                </a:cubicBezTo>
                <a:cubicBezTo>
                  <a:pt x="876877" y="26880"/>
                  <a:pt x="878844" y="29404"/>
                  <a:pt x="879984" y="32641"/>
                </a:cubicBezTo>
                <a:cubicBezTo>
                  <a:pt x="884631" y="25793"/>
                  <a:pt x="890670" y="22364"/>
                  <a:pt x="898102" y="22364"/>
                </a:cubicBezTo>
                <a:cubicBezTo>
                  <a:pt x="903923" y="22364"/>
                  <a:pt x="908396" y="23992"/>
                  <a:pt x="911529" y="27228"/>
                </a:cubicBezTo>
                <a:cubicBezTo>
                  <a:pt x="914662" y="30431"/>
                  <a:pt x="916228" y="35382"/>
                  <a:pt x="916228" y="42092"/>
                </a:cubicBezTo>
                <a:lnTo>
                  <a:pt x="916228" y="82356"/>
                </a:lnTo>
                <a:lnTo>
                  <a:pt x="906334" y="82356"/>
                </a:lnTo>
                <a:lnTo>
                  <a:pt x="906334" y="45398"/>
                </a:lnTo>
                <a:cubicBezTo>
                  <a:pt x="906334" y="41422"/>
                  <a:pt x="906003" y="38567"/>
                  <a:pt x="905342" y="36844"/>
                </a:cubicBezTo>
                <a:cubicBezTo>
                  <a:pt x="904715" y="35069"/>
                  <a:pt x="903558" y="33651"/>
                  <a:pt x="901861" y="32589"/>
                </a:cubicBezTo>
                <a:cubicBezTo>
                  <a:pt x="900164" y="31519"/>
                  <a:pt x="898180" y="30988"/>
                  <a:pt x="895900" y="30988"/>
                </a:cubicBezTo>
                <a:cubicBezTo>
                  <a:pt x="891775" y="30988"/>
                  <a:pt x="888347" y="32363"/>
                  <a:pt x="885623" y="35130"/>
                </a:cubicBezTo>
                <a:cubicBezTo>
                  <a:pt x="882899" y="37854"/>
                  <a:pt x="881533" y="42231"/>
                  <a:pt x="881533" y="48270"/>
                </a:cubicBezTo>
                <a:lnTo>
                  <a:pt x="881533" y="82356"/>
                </a:lnTo>
                <a:lnTo>
                  <a:pt x="871595" y="82356"/>
                </a:lnTo>
                <a:lnTo>
                  <a:pt x="871595" y="44241"/>
                </a:lnTo>
                <a:cubicBezTo>
                  <a:pt x="871595" y="39820"/>
                  <a:pt x="870786" y="36505"/>
                  <a:pt x="869159" y="34304"/>
                </a:cubicBezTo>
                <a:cubicBezTo>
                  <a:pt x="867540" y="32093"/>
                  <a:pt x="864886" y="30988"/>
                  <a:pt x="861205" y="30988"/>
                </a:cubicBezTo>
                <a:cubicBezTo>
                  <a:pt x="858412" y="30988"/>
                  <a:pt x="855810" y="31719"/>
                  <a:pt x="853417" y="33198"/>
                </a:cubicBezTo>
                <a:cubicBezTo>
                  <a:pt x="851059" y="34669"/>
                  <a:pt x="849353" y="36818"/>
                  <a:pt x="848283" y="39655"/>
                </a:cubicBezTo>
                <a:cubicBezTo>
                  <a:pt x="847212" y="42492"/>
                  <a:pt x="846681" y="46582"/>
                  <a:pt x="846681" y="51916"/>
                </a:cubicBezTo>
                <a:lnTo>
                  <a:pt x="846681" y="82356"/>
                </a:lnTo>
                <a:lnTo>
                  <a:pt x="836735" y="82356"/>
                </a:lnTo>
                <a:close/>
                <a:moveTo>
                  <a:pt x="927271" y="53022"/>
                </a:moveTo>
                <a:cubicBezTo>
                  <a:pt x="927271" y="42161"/>
                  <a:pt x="930291" y="34112"/>
                  <a:pt x="936330" y="28882"/>
                </a:cubicBezTo>
                <a:cubicBezTo>
                  <a:pt x="941377" y="24540"/>
                  <a:pt x="947529" y="22364"/>
                  <a:pt x="954778" y="22364"/>
                </a:cubicBezTo>
                <a:cubicBezTo>
                  <a:pt x="962845" y="22364"/>
                  <a:pt x="969432" y="25018"/>
                  <a:pt x="974558" y="30326"/>
                </a:cubicBezTo>
                <a:cubicBezTo>
                  <a:pt x="979675" y="35591"/>
                  <a:pt x="982233" y="42883"/>
                  <a:pt x="982233" y="52195"/>
                </a:cubicBezTo>
                <a:cubicBezTo>
                  <a:pt x="982233" y="59748"/>
                  <a:pt x="981093" y="65692"/>
                  <a:pt x="978804" y="70034"/>
                </a:cubicBezTo>
                <a:cubicBezTo>
                  <a:pt x="976559" y="74350"/>
                  <a:pt x="973270" y="77701"/>
                  <a:pt x="968919" y="80093"/>
                </a:cubicBezTo>
                <a:cubicBezTo>
                  <a:pt x="964611" y="82487"/>
                  <a:pt x="959895" y="83678"/>
                  <a:pt x="954778" y="83678"/>
                </a:cubicBezTo>
                <a:cubicBezTo>
                  <a:pt x="946563" y="83678"/>
                  <a:pt x="939924" y="81050"/>
                  <a:pt x="934842" y="75786"/>
                </a:cubicBezTo>
                <a:cubicBezTo>
                  <a:pt x="929794" y="70512"/>
                  <a:pt x="927271" y="62933"/>
                  <a:pt x="927271" y="53022"/>
                </a:cubicBezTo>
                <a:close/>
                <a:moveTo>
                  <a:pt x="937487" y="53022"/>
                </a:moveTo>
                <a:cubicBezTo>
                  <a:pt x="937487" y="60540"/>
                  <a:pt x="939132" y="66170"/>
                  <a:pt x="942404" y="69930"/>
                </a:cubicBezTo>
                <a:cubicBezTo>
                  <a:pt x="945685" y="73645"/>
                  <a:pt x="949809" y="75508"/>
                  <a:pt x="954778" y="75508"/>
                </a:cubicBezTo>
                <a:cubicBezTo>
                  <a:pt x="959712" y="75508"/>
                  <a:pt x="963819" y="73628"/>
                  <a:pt x="967100" y="69869"/>
                </a:cubicBezTo>
                <a:cubicBezTo>
                  <a:pt x="970372" y="66118"/>
                  <a:pt x="972017" y="60392"/>
                  <a:pt x="972017" y="52691"/>
                </a:cubicBezTo>
                <a:cubicBezTo>
                  <a:pt x="972017" y="45442"/>
                  <a:pt x="970355" y="39951"/>
                  <a:pt x="967039" y="36235"/>
                </a:cubicBezTo>
                <a:cubicBezTo>
                  <a:pt x="963767" y="32476"/>
                  <a:pt x="959677" y="30596"/>
                  <a:pt x="954778" y="30596"/>
                </a:cubicBezTo>
                <a:cubicBezTo>
                  <a:pt x="949809" y="30596"/>
                  <a:pt x="945685" y="32458"/>
                  <a:pt x="942404" y="36174"/>
                </a:cubicBezTo>
                <a:cubicBezTo>
                  <a:pt x="939132" y="39898"/>
                  <a:pt x="937487" y="45511"/>
                  <a:pt x="937487" y="53022"/>
                </a:cubicBezTo>
                <a:close/>
                <a:moveTo>
                  <a:pt x="1032000" y="82356"/>
                </a:moveTo>
                <a:lnTo>
                  <a:pt x="1032000" y="74950"/>
                </a:lnTo>
                <a:cubicBezTo>
                  <a:pt x="1028284" y="80772"/>
                  <a:pt x="1022811" y="83678"/>
                  <a:pt x="1015597" y="83678"/>
                </a:cubicBezTo>
                <a:cubicBezTo>
                  <a:pt x="1010924" y="83678"/>
                  <a:pt x="1006608" y="82391"/>
                  <a:pt x="1002674" y="79815"/>
                </a:cubicBezTo>
                <a:cubicBezTo>
                  <a:pt x="998767" y="77239"/>
                  <a:pt x="995730" y="73645"/>
                  <a:pt x="993554" y="69042"/>
                </a:cubicBezTo>
                <a:cubicBezTo>
                  <a:pt x="991422" y="64404"/>
                  <a:pt x="990352" y="59087"/>
                  <a:pt x="990352" y="53082"/>
                </a:cubicBezTo>
                <a:cubicBezTo>
                  <a:pt x="990352" y="47226"/>
                  <a:pt x="991327" y="41926"/>
                  <a:pt x="993276" y="37175"/>
                </a:cubicBezTo>
                <a:cubicBezTo>
                  <a:pt x="995234" y="32380"/>
                  <a:pt x="998158" y="28717"/>
                  <a:pt x="1002065" y="26176"/>
                </a:cubicBezTo>
                <a:cubicBezTo>
                  <a:pt x="1005964" y="23635"/>
                  <a:pt x="1010332" y="22364"/>
                  <a:pt x="1015153" y="22364"/>
                </a:cubicBezTo>
                <a:cubicBezTo>
                  <a:pt x="1018686" y="22364"/>
                  <a:pt x="1021836" y="23121"/>
                  <a:pt x="1024603" y="24635"/>
                </a:cubicBezTo>
                <a:cubicBezTo>
                  <a:pt x="1027362" y="26106"/>
                  <a:pt x="1029607" y="28038"/>
                  <a:pt x="1031339" y="30431"/>
                </a:cubicBezTo>
                <a:lnTo>
                  <a:pt x="1031339" y="1375"/>
                </a:lnTo>
                <a:lnTo>
                  <a:pt x="1041224" y="1375"/>
                </a:lnTo>
                <a:lnTo>
                  <a:pt x="1041224" y="82356"/>
                </a:lnTo>
                <a:lnTo>
                  <a:pt x="1032000" y="82356"/>
                </a:lnTo>
                <a:close/>
                <a:moveTo>
                  <a:pt x="1000568" y="53082"/>
                </a:moveTo>
                <a:cubicBezTo>
                  <a:pt x="1000568" y="60592"/>
                  <a:pt x="1002152" y="66205"/>
                  <a:pt x="1005320" y="69930"/>
                </a:cubicBezTo>
                <a:cubicBezTo>
                  <a:pt x="1008487" y="73645"/>
                  <a:pt x="1012229" y="75508"/>
                  <a:pt x="1016536" y="75508"/>
                </a:cubicBezTo>
                <a:cubicBezTo>
                  <a:pt x="1020879" y="75508"/>
                  <a:pt x="1024560" y="73741"/>
                  <a:pt x="1027579" y="70208"/>
                </a:cubicBezTo>
                <a:cubicBezTo>
                  <a:pt x="1030642" y="66631"/>
                  <a:pt x="1032165" y="61201"/>
                  <a:pt x="1032165" y="53909"/>
                </a:cubicBezTo>
                <a:cubicBezTo>
                  <a:pt x="1032165" y="45877"/>
                  <a:pt x="1030625" y="39986"/>
                  <a:pt x="1027527" y="36235"/>
                </a:cubicBezTo>
                <a:cubicBezTo>
                  <a:pt x="1024438" y="32476"/>
                  <a:pt x="1020626" y="30596"/>
                  <a:pt x="1016093" y="30596"/>
                </a:cubicBezTo>
                <a:cubicBezTo>
                  <a:pt x="1011672" y="30596"/>
                  <a:pt x="1007974" y="32406"/>
                  <a:pt x="1004989" y="36009"/>
                </a:cubicBezTo>
                <a:cubicBezTo>
                  <a:pt x="1002047" y="39620"/>
                  <a:pt x="1000568" y="45311"/>
                  <a:pt x="1000568" y="53082"/>
                </a:cubicBezTo>
                <a:close/>
                <a:moveTo>
                  <a:pt x="1097074" y="63464"/>
                </a:moveTo>
                <a:lnTo>
                  <a:pt x="1107342" y="64734"/>
                </a:lnTo>
                <a:cubicBezTo>
                  <a:pt x="1105724" y="70739"/>
                  <a:pt x="1102721" y="75394"/>
                  <a:pt x="1098344" y="78710"/>
                </a:cubicBezTo>
                <a:cubicBezTo>
                  <a:pt x="1093958" y="82025"/>
                  <a:pt x="1088363" y="83678"/>
                  <a:pt x="1081549" y="83678"/>
                </a:cubicBezTo>
                <a:cubicBezTo>
                  <a:pt x="1072969" y="83678"/>
                  <a:pt x="1066155" y="81050"/>
                  <a:pt x="1061108" y="75786"/>
                </a:cubicBezTo>
                <a:cubicBezTo>
                  <a:pt x="1056105" y="70478"/>
                  <a:pt x="1053598" y="63064"/>
                  <a:pt x="1053598" y="53526"/>
                </a:cubicBezTo>
                <a:cubicBezTo>
                  <a:pt x="1053598" y="43649"/>
                  <a:pt x="1056139" y="35991"/>
                  <a:pt x="1061221" y="30544"/>
                </a:cubicBezTo>
                <a:cubicBezTo>
                  <a:pt x="1066303" y="25096"/>
                  <a:pt x="1072899" y="22364"/>
                  <a:pt x="1081001" y="22364"/>
                </a:cubicBezTo>
                <a:cubicBezTo>
                  <a:pt x="1088842" y="22364"/>
                  <a:pt x="1095246" y="25036"/>
                  <a:pt x="1100224" y="30378"/>
                </a:cubicBezTo>
                <a:cubicBezTo>
                  <a:pt x="1105193" y="35713"/>
                  <a:pt x="1107673" y="43232"/>
                  <a:pt x="1107673" y="52917"/>
                </a:cubicBezTo>
                <a:cubicBezTo>
                  <a:pt x="1107673" y="53500"/>
                  <a:pt x="1107656" y="54388"/>
                  <a:pt x="1107621" y="55563"/>
                </a:cubicBezTo>
                <a:lnTo>
                  <a:pt x="1063876" y="55563"/>
                </a:lnTo>
                <a:cubicBezTo>
                  <a:pt x="1064241" y="62010"/>
                  <a:pt x="1066068" y="66945"/>
                  <a:pt x="1069340" y="70373"/>
                </a:cubicBezTo>
                <a:cubicBezTo>
                  <a:pt x="1072621" y="73793"/>
                  <a:pt x="1076711" y="75508"/>
                  <a:pt x="1081601" y="75508"/>
                </a:cubicBezTo>
                <a:cubicBezTo>
                  <a:pt x="1085248" y="75508"/>
                  <a:pt x="1088363" y="74550"/>
                  <a:pt x="1090939" y="72636"/>
                </a:cubicBezTo>
                <a:cubicBezTo>
                  <a:pt x="1093515" y="70722"/>
                  <a:pt x="1095560" y="67667"/>
                  <a:pt x="1097074" y="63464"/>
                </a:cubicBezTo>
                <a:close/>
                <a:moveTo>
                  <a:pt x="1064424" y="47391"/>
                </a:moveTo>
                <a:lnTo>
                  <a:pt x="1097178" y="47391"/>
                </a:lnTo>
                <a:cubicBezTo>
                  <a:pt x="1096743" y="42457"/>
                  <a:pt x="1095490" y="38759"/>
                  <a:pt x="1093428" y="36287"/>
                </a:cubicBezTo>
                <a:cubicBezTo>
                  <a:pt x="1090260" y="32458"/>
                  <a:pt x="1086153" y="30544"/>
                  <a:pt x="1081105" y="30544"/>
                </a:cubicBezTo>
                <a:cubicBezTo>
                  <a:pt x="1076546" y="30544"/>
                  <a:pt x="1072691" y="32075"/>
                  <a:pt x="1069567" y="35130"/>
                </a:cubicBezTo>
                <a:cubicBezTo>
                  <a:pt x="1066469" y="38185"/>
                  <a:pt x="1064754" y="42274"/>
                  <a:pt x="1064424" y="47391"/>
                </a:cubicBezTo>
                <a:close/>
                <a:moveTo>
                  <a:pt x="1119664" y="82356"/>
                </a:moveTo>
                <a:lnTo>
                  <a:pt x="1119664" y="1375"/>
                </a:lnTo>
                <a:lnTo>
                  <a:pt x="1129611" y="1375"/>
                </a:lnTo>
                <a:lnTo>
                  <a:pt x="1129611" y="82356"/>
                </a:lnTo>
                <a:lnTo>
                  <a:pt x="1119664" y="82356"/>
                </a:lnTo>
                <a:close/>
                <a:moveTo>
                  <a:pt x="1141097" y="64847"/>
                </a:moveTo>
                <a:lnTo>
                  <a:pt x="1150931" y="63298"/>
                </a:lnTo>
                <a:cubicBezTo>
                  <a:pt x="1151479" y="67241"/>
                  <a:pt x="1153010" y="70260"/>
                  <a:pt x="1155517" y="72357"/>
                </a:cubicBezTo>
                <a:cubicBezTo>
                  <a:pt x="1158058" y="74454"/>
                  <a:pt x="1161591" y="75508"/>
                  <a:pt x="1166116" y="75508"/>
                </a:cubicBezTo>
                <a:cubicBezTo>
                  <a:pt x="1170684" y="75508"/>
                  <a:pt x="1174069" y="74585"/>
                  <a:pt x="1176280" y="72749"/>
                </a:cubicBezTo>
                <a:cubicBezTo>
                  <a:pt x="1178490" y="70869"/>
                  <a:pt x="1179595" y="68676"/>
                  <a:pt x="1179595" y="66170"/>
                </a:cubicBezTo>
                <a:cubicBezTo>
                  <a:pt x="1179595" y="63925"/>
                  <a:pt x="1178621" y="62159"/>
                  <a:pt x="1176671" y="60871"/>
                </a:cubicBezTo>
                <a:cubicBezTo>
                  <a:pt x="1175305" y="59983"/>
                  <a:pt x="1171920" y="58860"/>
                  <a:pt x="1166507" y="57503"/>
                </a:cubicBezTo>
                <a:cubicBezTo>
                  <a:pt x="1159215" y="55658"/>
                  <a:pt x="1154150" y="54074"/>
                  <a:pt x="1151314" y="52752"/>
                </a:cubicBezTo>
                <a:cubicBezTo>
                  <a:pt x="1148520" y="51385"/>
                  <a:pt x="1146379" y="49523"/>
                  <a:pt x="1144909" y="47173"/>
                </a:cubicBezTo>
                <a:cubicBezTo>
                  <a:pt x="1143473" y="44772"/>
                  <a:pt x="1142751" y="42144"/>
                  <a:pt x="1142751" y="39272"/>
                </a:cubicBezTo>
                <a:cubicBezTo>
                  <a:pt x="1142751" y="36653"/>
                  <a:pt x="1143342" y="34242"/>
                  <a:pt x="1144517" y="32032"/>
                </a:cubicBezTo>
                <a:cubicBezTo>
                  <a:pt x="1145735" y="29787"/>
                  <a:pt x="1147372" y="27925"/>
                  <a:pt x="1149434" y="26454"/>
                </a:cubicBezTo>
                <a:cubicBezTo>
                  <a:pt x="1150983" y="25314"/>
                  <a:pt x="1153080" y="24357"/>
                  <a:pt x="1155734" y="23582"/>
                </a:cubicBezTo>
                <a:cubicBezTo>
                  <a:pt x="1158423" y="22773"/>
                  <a:pt x="1161295" y="22364"/>
                  <a:pt x="1164349" y="22364"/>
                </a:cubicBezTo>
                <a:cubicBezTo>
                  <a:pt x="1168952" y="22364"/>
                  <a:pt x="1172990" y="23034"/>
                  <a:pt x="1176445" y="24357"/>
                </a:cubicBezTo>
                <a:cubicBezTo>
                  <a:pt x="1179943" y="25680"/>
                  <a:pt x="1182528" y="27490"/>
                  <a:pt x="1184181" y="29769"/>
                </a:cubicBezTo>
                <a:cubicBezTo>
                  <a:pt x="1185834" y="32015"/>
                  <a:pt x="1186983" y="35034"/>
                  <a:pt x="1187610" y="38828"/>
                </a:cubicBezTo>
                <a:lnTo>
                  <a:pt x="1177881" y="40151"/>
                </a:lnTo>
                <a:cubicBezTo>
                  <a:pt x="1177446" y="37131"/>
                  <a:pt x="1176149" y="34782"/>
                  <a:pt x="1174017" y="33085"/>
                </a:cubicBezTo>
                <a:cubicBezTo>
                  <a:pt x="1171920" y="31388"/>
                  <a:pt x="1168935" y="30544"/>
                  <a:pt x="1165071" y="30544"/>
                </a:cubicBezTo>
                <a:cubicBezTo>
                  <a:pt x="1160503" y="30544"/>
                  <a:pt x="1157240" y="31301"/>
                  <a:pt x="1155290" y="32807"/>
                </a:cubicBezTo>
                <a:cubicBezTo>
                  <a:pt x="1153341" y="34321"/>
                  <a:pt x="1152367" y="36087"/>
                  <a:pt x="1152367" y="38115"/>
                </a:cubicBezTo>
                <a:cubicBezTo>
                  <a:pt x="1152367" y="39403"/>
                  <a:pt x="1152767" y="40560"/>
                  <a:pt x="1153576" y="41587"/>
                </a:cubicBezTo>
                <a:cubicBezTo>
                  <a:pt x="1154385" y="42657"/>
                  <a:pt x="1155656" y="43545"/>
                  <a:pt x="1157388" y="44241"/>
                </a:cubicBezTo>
                <a:cubicBezTo>
                  <a:pt x="1158388" y="44606"/>
                  <a:pt x="1161312" y="45459"/>
                  <a:pt x="1166176" y="46782"/>
                </a:cubicBezTo>
                <a:cubicBezTo>
                  <a:pt x="1173208" y="48662"/>
                  <a:pt x="1178107" y="50211"/>
                  <a:pt x="1180866" y="51420"/>
                </a:cubicBezTo>
                <a:cubicBezTo>
                  <a:pt x="1183668" y="52604"/>
                  <a:pt x="1185861" y="54336"/>
                  <a:pt x="1187436" y="56615"/>
                </a:cubicBezTo>
                <a:cubicBezTo>
                  <a:pt x="1189019" y="58895"/>
                  <a:pt x="1189811" y="61732"/>
                  <a:pt x="1189811" y="65126"/>
                </a:cubicBezTo>
                <a:cubicBezTo>
                  <a:pt x="1189811" y="68433"/>
                  <a:pt x="1188837" y="71565"/>
                  <a:pt x="1186887" y="74515"/>
                </a:cubicBezTo>
                <a:cubicBezTo>
                  <a:pt x="1184973" y="77422"/>
                  <a:pt x="1182188" y="79684"/>
                  <a:pt x="1178551" y="81303"/>
                </a:cubicBezTo>
                <a:cubicBezTo>
                  <a:pt x="1174905" y="82887"/>
                  <a:pt x="1170780" y="83678"/>
                  <a:pt x="1166176" y="83678"/>
                </a:cubicBezTo>
                <a:cubicBezTo>
                  <a:pt x="1158554" y="83678"/>
                  <a:pt x="1152732" y="82095"/>
                  <a:pt x="1148720" y="78927"/>
                </a:cubicBezTo>
                <a:cubicBezTo>
                  <a:pt x="1144744" y="75768"/>
                  <a:pt x="1142203" y="71069"/>
                  <a:pt x="1141097" y="64847"/>
                </a:cubicBezTo>
                <a:close/>
              </a:path>
            </a:pathLst>
          </a:custGeom>
          <a:solidFill>
            <a:srgbClr val="333333"/>
          </a:solidFill>
          <a:ln w="8702" cap="flat">
            <a:noFill/>
            <a:prstDash val="solid"/>
            <a:miter/>
          </a:ln>
        </p:spPr>
      </p: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54F3545-55B2-7067-F1C2-033DF1E8150B}"/>
              </a:ext>
            </a:extLst>
          </p:cNvPr>
          <p:cNvGrpSpPr/>
          <p:nvPr/>
        </p:nvGrpSpPr>
        <p:grpSpPr>
          <a:xfrm>
            <a:off x="879361" y="5739635"/>
            <a:ext cx="931926" cy="174040"/>
            <a:chOff x="879361" y="5739635"/>
            <a:chExt cx="931926" cy="174040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8FEAB1F-14D7-478D-D6F6-B7A63BC0F33E}"/>
                </a:ext>
              </a:extLst>
            </p:cNvPr>
            <p:cNvSpPr/>
            <p:nvPr/>
          </p:nvSpPr>
          <p:spPr>
            <a:xfrm>
              <a:off x="879361" y="5739635"/>
              <a:ext cx="174040" cy="174040"/>
            </a:xfrm>
            <a:custGeom>
              <a:avLst/>
              <a:gdLst>
                <a:gd name="csX0" fmla="*/ 147935 w 174040"/>
                <a:gd name="csY0" fmla="*/ 0 h 174040"/>
                <a:gd name="csX1" fmla="*/ 26106 w 174040"/>
                <a:gd name="csY1" fmla="*/ 0 h 174040"/>
                <a:gd name="csX2" fmla="*/ 0 w 174040"/>
                <a:gd name="csY2" fmla="*/ 26106 h 174040"/>
                <a:gd name="csX3" fmla="*/ 0 w 174040"/>
                <a:gd name="csY3" fmla="*/ 147935 h 174040"/>
                <a:gd name="csX4" fmla="*/ 26106 w 174040"/>
                <a:gd name="csY4" fmla="*/ 174041 h 174040"/>
                <a:gd name="csX5" fmla="*/ 147935 w 174040"/>
                <a:gd name="csY5" fmla="*/ 174041 h 174040"/>
                <a:gd name="csX6" fmla="*/ 174041 w 174040"/>
                <a:gd name="csY6" fmla="*/ 147935 h 174040"/>
                <a:gd name="csX7" fmla="*/ 174041 w 174040"/>
                <a:gd name="csY7" fmla="*/ 26106 h 174040"/>
                <a:gd name="csX8" fmla="*/ 147935 w 174040"/>
                <a:gd name="csY8" fmla="*/ 0 h 17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040" h="174040">
                  <a:moveTo>
                    <a:pt x="147935" y="0"/>
                  </a:moveTo>
                  <a:lnTo>
                    <a:pt x="26106" y="0"/>
                  </a:lnTo>
                  <a:cubicBezTo>
                    <a:pt x="11687" y="0"/>
                    <a:pt x="0" y="11687"/>
                    <a:pt x="0" y="26106"/>
                  </a:cubicBezTo>
                  <a:lnTo>
                    <a:pt x="0" y="147935"/>
                  </a:lnTo>
                  <a:cubicBezTo>
                    <a:pt x="0" y="162354"/>
                    <a:pt x="11687" y="174041"/>
                    <a:pt x="26106" y="174041"/>
                  </a:cubicBezTo>
                  <a:lnTo>
                    <a:pt x="147935" y="174041"/>
                  </a:lnTo>
                  <a:cubicBezTo>
                    <a:pt x="162354" y="174041"/>
                    <a:pt x="174041" y="162354"/>
                    <a:pt x="174041" y="147935"/>
                  </a:cubicBezTo>
                  <a:lnTo>
                    <a:pt x="174041" y="26106"/>
                  </a:lnTo>
                  <a:cubicBezTo>
                    <a:pt x="174041" y="11687"/>
                    <a:pt x="162354" y="0"/>
                    <a:pt x="147935" y="0"/>
                  </a:cubicBezTo>
                  <a:close/>
                </a:path>
              </a:pathLst>
            </a:custGeom>
            <a:solidFill>
              <a:srgbClr val="5070B0"/>
            </a:solidFill>
            <a:ln w="17404" cap="flat">
              <a:solidFill>
                <a:srgbClr val="5070B0"/>
              </a:solidFill>
              <a:prstDash val="solid"/>
              <a:miter/>
            </a:ln>
          </p:spPr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C4F2AC9-BC84-89DF-6B1A-1F235F054BAB}"/>
                </a:ext>
              </a:extLst>
            </p:cNvPr>
            <p:cNvSpPr/>
            <p:nvPr/>
          </p:nvSpPr>
          <p:spPr>
            <a:xfrm>
              <a:off x="1161968" y="5780482"/>
              <a:ext cx="649319" cy="104790"/>
            </a:xfrm>
            <a:custGeom>
              <a:avLst/>
              <a:gdLst>
                <a:gd name="csX0" fmla="*/ 43475 w 649319"/>
                <a:gd name="csY0" fmla="*/ 62089 h 104790"/>
                <a:gd name="csX1" fmla="*/ 53744 w 649319"/>
                <a:gd name="csY1" fmla="*/ 63360 h 104790"/>
                <a:gd name="csX2" fmla="*/ 44746 w 649319"/>
                <a:gd name="csY2" fmla="*/ 77335 h 104790"/>
                <a:gd name="csX3" fmla="*/ 27951 w 649319"/>
                <a:gd name="csY3" fmla="*/ 82304 h 104790"/>
                <a:gd name="csX4" fmla="*/ 7510 w 649319"/>
                <a:gd name="csY4" fmla="*/ 74411 h 104790"/>
                <a:gd name="csX5" fmla="*/ 0 w 649319"/>
                <a:gd name="csY5" fmla="*/ 52152 h 104790"/>
                <a:gd name="csX6" fmla="*/ 7623 w 649319"/>
                <a:gd name="csY6" fmla="*/ 29170 h 104790"/>
                <a:gd name="csX7" fmla="*/ 27403 w 649319"/>
                <a:gd name="csY7" fmla="*/ 20990 h 104790"/>
                <a:gd name="csX8" fmla="*/ 46617 w 649319"/>
                <a:gd name="csY8" fmla="*/ 29004 h 104790"/>
                <a:gd name="csX9" fmla="*/ 54074 w 649319"/>
                <a:gd name="csY9" fmla="*/ 51542 h 104790"/>
                <a:gd name="csX10" fmla="*/ 54022 w 649319"/>
                <a:gd name="csY10" fmla="*/ 54188 h 104790"/>
                <a:gd name="csX11" fmla="*/ 10277 w 649319"/>
                <a:gd name="csY11" fmla="*/ 54188 h 104790"/>
                <a:gd name="csX12" fmla="*/ 15742 w 649319"/>
                <a:gd name="csY12" fmla="*/ 68999 h 104790"/>
                <a:gd name="csX13" fmla="*/ 28003 w 649319"/>
                <a:gd name="csY13" fmla="*/ 74133 h 104790"/>
                <a:gd name="csX14" fmla="*/ 37340 w 649319"/>
                <a:gd name="csY14" fmla="*/ 71261 h 104790"/>
                <a:gd name="csX15" fmla="*/ 43475 w 649319"/>
                <a:gd name="csY15" fmla="*/ 62089 h 104790"/>
                <a:gd name="csX16" fmla="*/ 10825 w 649319"/>
                <a:gd name="csY16" fmla="*/ 46017 h 104790"/>
                <a:gd name="csX17" fmla="*/ 43580 w 649319"/>
                <a:gd name="csY17" fmla="*/ 46017 h 104790"/>
                <a:gd name="csX18" fmla="*/ 39829 w 649319"/>
                <a:gd name="csY18" fmla="*/ 34913 h 104790"/>
                <a:gd name="csX19" fmla="*/ 27507 w 649319"/>
                <a:gd name="csY19" fmla="*/ 29170 h 104790"/>
                <a:gd name="csX20" fmla="*/ 15968 w 649319"/>
                <a:gd name="csY20" fmla="*/ 33755 h 104790"/>
                <a:gd name="csX21" fmla="*/ 10825 w 649319"/>
                <a:gd name="csY21" fmla="*/ 46017 h 104790"/>
                <a:gd name="csX22" fmla="*/ 66283 w 649319"/>
                <a:gd name="csY22" fmla="*/ 80981 h 104790"/>
                <a:gd name="csX23" fmla="*/ 66283 w 649319"/>
                <a:gd name="csY23" fmla="*/ 22321 h 104790"/>
                <a:gd name="csX24" fmla="*/ 75238 w 649319"/>
                <a:gd name="csY24" fmla="*/ 22321 h 104790"/>
                <a:gd name="csX25" fmla="*/ 75238 w 649319"/>
                <a:gd name="csY25" fmla="*/ 30657 h 104790"/>
                <a:gd name="csX26" fmla="*/ 93904 w 649319"/>
                <a:gd name="csY26" fmla="*/ 20990 h 104790"/>
                <a:gd name="csX27" fmla="*/ 103624 w 649319"/>
                <a:gd name="csY27" fmla="*/ 22930 h 104790"/>
                <a:gd name="csX28" fmla="*/ 110307 w 649319"/>
                <a:gd name="csY28" fmla="*/ 27899 h 104790"/>
                <a:gd name="csX29" fmla="*/ 113405 w 649319"/>
                <a:gd name="csY29" fmla="*/ 35244 h 104790"/>
                <a:gd name="csX30" fmla="*/ 113953 w 649319"/>
                <a:gd name="csY30" fmla="*/ 44911 h 104790"/>
                <a:gd name="csX31" fmla="*/ 113953 w 649319"/>
                <a:gd name="csY31" fmla="*/ 80981 h 104790"/>
                <a:gd name="csX32" fmla="*/ 104015 w 649319"/>
                <a:gd name="csY32" fmla="*/ 80981 h 104790"/>
                <a:gd name="csX33" fmla="*/ 104015 w 649319"/>
                <a:gd name="csY33" fmla="*/ 45294 h 104790"/>
                <a:gd name="csX34" fmla="*/ 102849 w 649319"/>
                <a:gd name="csY34" fmla="*/ 36235 h 104790"/>
                <a:gd name="csX35" fmla="*/ 98707 w 649319"/>
                <a:gd name="csY35" fmla="*/ 31432 h 104790"/>
                <a:gd name="csX36" fmla="*/ 91806 w 649319"/>
                <a:gd name="csY36" fmla="*/ 29613 h 104790"/>
                <a:gd name="csX37" fmla="*/ 80816 w 649319"/>
                <a:gd name="csY37" fmla="*/ 33642 h 104790"/>
                <a:gd name="csX38" fmla="*/ 76230 w 649319"/>
                <a:gd name="csY38" fmla="*/ 48940 h 104790"/>
                <a:gd name="csX39" fmla="*/ 76230 w 649319"/>
                <a:gd name="csY39" fmla="*/ 80981 h 104790"/>
                <a:gd name="csX40" fmla="*/ 66283 w 649319"/>
                <a:gd name="csY40" fmla="*/ 80981 h 104790"/>
                <a:gd name="csX41" fmla="*/ 167540 w 649319"/>
                <a:gd name="csY41" fmla="*/ 59496 h 104790"/>
                <a:gd name="csX42" fmla="*/ 177313 w 649319"/>
                <a:gd name="csY42" fmla="*/ 60767 h 104790"/>
                <a:gd name="csX43" fmla="*/ 169081 w 649319"/>
                <a:gd name="csY43" fmla="*/ 76622 h 104790"/>
                <a:gd name="csX44" fmla="*/ 152895 w 649319"/>
                <a:gd name="csY44" fmla="*/ 82304 h 104790"/>
                <a:gd name="csX45" fmla="*/ 133507 w 649319"/>
                <a:gd name="csY45" fmla="*/ 74463 h 104790"/>
                <a:gd name="csX46" fmla="*/ 126214 w 649319"/>
                <a:gd name="csY46" fmla="*/ 51873 h 104790"/>
                <a:gd name="csX47" fmla="*/ 129364 w 649319"/>
                <a:gd name="csY47" fmla="*/ 35244 h 104790"/>
                <a:gd name="csX48" fmla="*/ 138919 w 649319"/>
                <a:gd name="csY48" fmla="*/ 24583 h 104790"/>
                <a:gd name="csX49" fmla="*/ 152956 w 649319"/>
                <a:gd name="csY49" fmla="*/ 20990 h 104790"/>
                <a:gd name="csX50" fmla="*/ 168584 w 649319"/>
                <a:gd name="csY50" fmla="*/ 25854 h 104790"/>
                <a:gd name="csX51" fmla="*/ 176373 w 649319"/>
                <a:gd name="csY51" fmla="*/ 39551 h 104790"/>
                <a:gd name="csX52" fmla="*/ 166705 w 649319"/>
                <a:gd name="csY52" fmla="*/ 41048 h 104790"/>
                <a:gd name="csX53" fmla="*/ 161788 w 649319"/>
                <a:gd name="csY53" fmla="*/ 32154 h 104790"/>
                <a:gd name="csX54" fmla="*/ 153338 w 649319"/>
                <a:gd name="csY54" fmla="*/ 29170 h 104790"/>
                <a:gd name="csX55" fmla="*/ 141130 w 649319"/>
                <a:gd name="csY55" fmla="*/ 34582 h 104790"/>
                <a:gd name="csX56" fmla="*/ 136439 w 649319"/>
                <a:gd name="csY56" fmla="*/ 51594 h 104790"/>
                <a:gd name="csX57" fmla="*/ 140964 w 649319"/>
                <a:gd name="csY57" fmla="*/ 68772 h 104790"/>
                <a:gd name="csX58" fmla="*/ 152790 w 649319"/>
                <a:gd name="csY58" fmla="*/ 74133 h 104790"/>
                <a:gd name="csX59" fmla="*/ 162563 w 649319"/>
                <a:gd name="csY59" fmla="*/ 70539 h 104790"/>
                <a:gd name="csX60" fmla="*/ 167540 w 649319"/>
                <a:gd name="csY60" fmla="*/ 59496 h 104790"/>
                <a:gd name="csX61" fmla="*/ 182116 w 649319"/>
                <a:gd name="csY61" fmla="*/ 51647 h 104790"/>
                <a:gd name="csX62" fmla="*/ 191175 w 649319"/>
                <a:gd name="csY62" fmla="*/ 27507 h 104790"/>
                <a:gd name="csX63" fmla="*/ 209623 w 649319"/>
                <a:gd name="csY63" fmla="*/ 20990 h 104790"/>
                <a:gd name="csX64" fmla="*/ 229403 w 649319"/>
                <a:gd name="csY64" fmla="*/ 28952 h 104790"/>
                <a:gd name="csX65" fmla="*/ 237078 w 649319"/>
                <a:gd name="csY65" fmla="*/ 50820 h 104790"/>
                <a:gd name="csX66" fmla="*/ 233658 w 649319"/>
                <a:gd name="csY66" fmla="*/ 68659 h 104790"/>
                <a:gd name="csX67" fmla="*/ 223764 w 649319"/>
                <a:gd name="csY67" fmla="*/ 78719 h 104790"/>
                <a:gd name="csX68" fmla="*/ 209623 w 649319"/>
                <a:gd name="csY68" fmla="*/ 82304 h 104790"/>
                <a:gd name="csX69" fmla="*/ 189687 w 649319"/>
                <a:gd name="csY69" fmla="*/ 74411 h 104790"/>
                <a:gd name="csX70" fmla="*/ 182116 w 649319"/>
                <a:gd name="csY70" fmla="*/ 51647 h 104790"/>
                <a:gd name="csX71" fmla="*/ 192341 w 649319"/>
                <a:gd name="csY71" fmla="*/ 51647 h 104790"/>
                <a:gd name="csX72" fmla="*/ 197258 w 649319"/>
                <a:gd name="csY72" fmla="*/ 68555 h 104790"/>
                <a:gd name="csX73" fmla="*/ 209623 w 649319"/>
                <a:gd name="csY73" fmla="*/ 74133 h 104790"/>
                <a:gd name="csX74" fmla="*/ 221945 w 649319"/>
                <a:gd name="csY74" fmla="*/ 68494 h 104790"/>
                <a:gd name="csX75" fmla="*/ 226862 w 649319"/>
                <a:gd name="csY75" fmla="*/ 51316 h 104790"/>
                <a:gd name="csX76" fmla="*/ 221893 w 649319"/>
                <a:gd name="csY76" fmla="*/ 34861 h 104790"/>
                <a:gd name="csX77" fmla="*/ 209623 w 649319"/>
                <a:gd name="csY77" fmla="*/ 29222 h 104790"/>
                <a:gd name="csX78" fmla="*/ 197258 w 649319"/>
                <a:gd name="csY78" fmla="*/ 34800 h 104790"/>
                <a:gd name="csX79" fmla="*/ 192341 w 649319"/>
                <a:gd name="csY79" fmla="*/ 51647 h 104790"/>
                <a:gd name="csX80" fmla="*/ 286845 w 649319"/>
                <a:gd name="csY80" fmla="*/ 80981 h 104790"/>
                <a:gd name="csX81" fmla="*/ 286845 w 649319"/>
                <a:gd name="csY81" fmla="*/ 73576 h 104790"/>
                <a:gd name="csX82" fmla="*/ 270442 w 649319"/>
                <a:gd name="csY82" fmla="*/ 82304 h 104790"/>
                <a:gd name="csX83" fmla="*/ 257519 w 649319"/>
                <a:gd name="csY83" fmla="*/ 78440 h 104790"/>
                <a:gd name="csX84" fmla="*/ 248399 w 649319"/>
                <a:gd name="csY84" fmla="*/ 67667 h 104790"/>
                <a:gd name="csX85" fmla="*/ 245197 w 649319"/>
                <a:gd name="csY85" fmla="*/ 51708 h 104790"/>
                <a:gd name="csX86" fmla="*/ 248130 w 649319"/>
                <a:gd name="csY86" fmla="*/ 35800 h 104790"/>
                <a:gd name="csX87" fmla="*/ 256910 w 649319"/>
                <a:gd name="csY87" fmla="*/ 24801 h 104790"/>
                <a:gd name="csX88" fmla="*/ 269998 w 649319"/>
                <a:gd name="csY88" fmla="*/ 20990 h 104790"/>
                <a:gd name="csX89" fmla="*/ 279448 w 649319"/>
                <a:gd name="csY89" fmla="*/ 23261 h 104790"/>
                <a:gd name="csX90" fmla="*/ 286184 w 649319"/>
                <a:gd name="csY90" fmla="*/ 29057 h 104790"/>
                <a:gd name="csX91" fmla="*/ 286184 w 649319"/>
                <a:gd name="csY91" fmla="*/ 0 h 104790"/>
                <a:gd name="csX92" fmla="*/ 296078 w 649319"/>
                <a:gd name="csY92" fmla="*/ 0 h 104790"/>
                <a:gd name="csX93" fmla="*/ 296078 w 649319"/>
                <a:gd name="csY93" fmla="*/ 80981 h 104790"/>
                <a:gd name="csX94" fmla="*/ 286845 w 649319"/>
                <a:gd name="csY94" fmla="*/ 80981 h 104790"/>
                <a:gd name="csX95" fmla="*/ 255422 w 649319"/>
                <a:gd name="csY95" fmla="*/ 51708 h 104790"/>
                <a:gd name="csX96" fmla="*/ 260173 w 649319"/>
                <a:gd name="csY96" fmla="*/ 68555 h 104790"/>
                <a:gd name="csX97" fmla="*/ 271382 w 649319"/>
                <a:gd name="csY97" fmla="*/ 74133 h 104790"/>
                <a:gd name="csX98" fmla="*/ 282433 w 649319"/>
                <a:gd name="csY98" fmla="*/ 68833 h 104790"/>
                <a:gd name="csX99" fmla="*/ 287010 w 649319"/>
                <a:gd name="csY99" fmla="*/ 52535 h 104790"/>
                <a:gd name="csX100" fmla="*/ 282372 w 649319"/>
                <a:gd name="csY100" fmla="*/ 34861 h 104790"/>
                <a:gd name="csX101" fmla="*/ 270938 w 649319"/>
                <a:gd name="csY101" fmla="*/ 29222 h 104790"/>
                <a:gd name="csX102" fmla="*/ 259834 w 649319"/>
                <a:gd name="csY102" fmla="*/ 34634 h 104790"/>
                <a:gd name="csX103" fmla="*/ 255422 w 649319"/>
                <a:gd name="csY103" fmla="*/ 51708 h 104790"/>
                <a:gd name="csX104" fmla="*/ 351919 w 649319"/>
                <a:gd name="csY104" fmla="*/ 62089 h 104790"/>
                <a:gd name="csX105" fmla="*/ 362196 w 649319"/>
                <a:gd name="csY105" fmla="*/ 63360 h 104790"/>
                <a:gd name="csX106" fmla="*/ 353189 w 649319"/>
                <a:gd name="csY106" fmla="*/ 77335 h 104790"/>
                <a:gd name="csX107" fmla="*/ 336394 w 649319"/>
                <a:gd name="csY107" fmla="*/ 82304 h 104790"/>
                <a:gd name="csX108" fmla="*/ 315962 w 649319"/>
                <a:gd name="csY108" fmla="*/ 74411 h 104790"/>
                <a:gd name="csX109" fmla="*/ 308444 w 649319"/>
                <a:gd name="csY109" fmla="*/ 52152 h 104790"/>
                <a:gd name="csX110" fmla="*/ 316066 w 649319"/>
                <a:gd name="csY110" fmla="*/ 29170 h 104790"/>
                <a:gd name="csX111" fmla="*/ 335846 w 649319"/>
                <a:gd name="csY111" fmla="*/ 20990 h 104790"/>
                <a:gd name="csX112" fmla="*/ 355069 w 649319"/>
                <a:gd name="csY112" fmla="*/ 29004 h 104790"/>
                <a:gd name="csX113" fmla="*/ 362527 w 649319"/>
                <a:gd name="csY113" fmla="*/ 51542 h 104790"/>
                <a:gd name="csX114" fmla="*/ 362466 w 649319"/>
                <a:gd name="csY114" fmla="*/ 54188 h 104790"/>
                <a:gd name="csX115" fmla="*/ 318721 w 649319"/>
                <a:gd name="csY115" fmla="*/ 54188 h 104790"/>
                <a:gd name="csX116" fmla="*/ 324185 w 649319"/>
                <a:gd name="csY116" fmla="*/ 68999 h 104790"/>
                <a:gd name="csX117" fmla="*/ 336455 w 649319"/>
                <a:gd name="csY117" fmla="*/ 74133 h 104790"/>
                <a:gd name="csX118" fmla="*/ 345784 w 649319"/>
                <a:gd name="csY118" fmla="*/ 71261 h 104790"/>
                <a:gd name="csX119" fmla="*/ 351919 w 649319"/>
                <a:gd name="csY119" fmla="*/ 62089 h 104790"/>
                <a:gd name="csX120" fmla="*/ 319278 w 649319"/>
                <a:gd name="csY120" fmla="*/ 46017 h 104790"/>
                <a:gd name="csX121" fmla="*/ 352032 w 649319"/>
                <a:gd name="csY121" fmla="*/ 46017 h 104790"/>
                <a:gd name="csX122" fmla="*/ 348273 w 649319"/>
                <a:gd name="csY122" fmla="*/ 34913 h 104790"/>
                <a:gd name="csX123" fmla="*/ 335959 w 649319"/>
                <a:gd name="csY123" fmla="*/ 29170 h 104790"/>
                <a:gd name="csX124" fmla="*/ 324412 w 649319"/>
                <a:gd name="csY124" fmla="*/ 33755 h 104790"/>
                <a:gd name="csX125" fmla="*/ 319278 w 649319"/>
                <a:gd name="csY125" fmla="*/ 46017 h 104790"/>
                <a:gd name="csX126" fmla="*/ 374622 w 649319"/>
                <a:gd name="csY126" fmla="*/ 80981 h 104790"/>
                <a:gd name="csX127" fmla="*/ 374622 w 649319"/>
                <a:gd name="csY127" fmla="*/ 22321 h 104790"/>
                <a:gd name="csX128" fmla="*/ 383568 w 649319"/>
                <a:gd name="csY128" fmla="*/ 22321 h 104790"/>
                <a:gd name="csX129" fmla="*/ 383568 w 649319"/>
                <a:gd name="csY129" fmla="*/ 31214 h 104790"/>
                <a:gd name="csX130" fmla="*/ 389868 w 649319"/>
                <a:gd name="csY130" fmla="*/ 22983 h 104790"/>
                <a:gd name="csX131" fmla="*/ 396273 w 649319"/>
                <a:gd name="csY131" fmla="*/ 20990 h 104790"/>
                <a:gd name="csX132" fmla="*/ 406489 w 649319"/>
                <a:gd name="csY132" fmla="*/ 24200 h 104790"/>
                <a:gd name="csX133" fmla="*/ 403069 w 649319"/>
                <a:gd name="csY133" fmla="*/ 33425 h 104790"/>
                <a:gd name="csX134" fmla="*/ 395777 w 649319"/>
                <a:gd name="csY134" fmla="*/ 31267 h 104790"/>
                <a:gd name="csX135" fmla="*/ 389921 w 649319"/>
                <a:gd name="csY135" fmla="*/ 33259 h 104790"/>
                <a:gd name="csX136" fmla="*/ 386222 w 649319"/>
                <a:gd name="csY136" fmla="*/ 38672 h 104790"/>
                <a:gd name="csX137" fmla="*/ 384560 w 649319"/>
                <a:gd name="csY137" fmla="*/ 50272 h 104790"/>
                <a:gd name="csX138" fmla="*/ 384560 w 649319"/>
                <a:gd name="csY138" fmla="*/ 80981 h 104790"/>
                <a:gd name="csX139" fmla="*/ 374622 w 649319"/>
                <a:gd name="csY139" fmla="*/ 80981 h 104790"/>
                <a:gd name="csX140" fmla="*/ 408534 w 649319"/>
                <a:gd name="csY140" fmla="*/ 56676 h 104790"/>
                <a:gd name="csX141" fmla="*/ 408534 w 649319"/>
                <a:gd name="csY141" fmla="*/ 46678 h 104790"/>
                <a:gd name="csX142" fmla="*/ 439087 w 649319"/>
                <a:gd name="csY142" fmla="*/ 46678 h 104790"/>
                <a:gd name="csX143" fmla="*/ 439087 w 649319"/>
                <a:gd name="csY143" fmla="*/ 56676 h 104790"/>
                <a:gd name="csX144" fmla="*/ 408534 w 649319"/>
                <a:gd name="csY144" fmla="*/ 56676 h 104790"/>
                <a:gd name="csX145" fmla="*/ 446371 w 649319"/>
                <a:gd name="csY145" fmla="*/ 51647 h 104790"/>
                <a:gd name="csX146" fmla="*/ 455429 w 649319"/>
                <a:gd name="csY146" fmla="*/ 27507 h 104790"/>
                <a:gd name="csX147" fmla="*/ 473886 w 649319"/>
                <a:gd name="csY147" fmla="*/ 20990 h 104790"/>
                <a:gd name="csX148" fmla="*/ 493658 w 649319"/>
                <a:gd name="csY148" fmla="*/ 28952 h 104790"/>
                <a:gd name="csX149" fmla="*/ 501333 w 649319"/>
                <a:gd name="csY149" fmla="*/ 50820 h 104790"/>
                <a:gd name="csX150" fmla="*/ 497913 w 649319"/>
                <a:gd name="csY150" fmla="*/ 68659 h 104790"/>
                <a:gd name="csX151" fmla="*/ 488027 w 649319"/>
                <a:gd name="csY151" fmla="*/ 78719 h 104790"/>
                <a:gd name="csX152" fmla="*/ 473886 w 649319"/>
                <a:gd name="csY152" fmla="*/ 82304 h 104790"/>
                <a:gd name="csX153" fmla="*/ 453941 w 649319"/>
                <a:gd name="csY153" fmla="*/ 74411 h 104790"/>
                <a:gd name="csX154" fmla="*/ 446371 w 649319"/>
                <a:gd name="csY154" fmla="*/ 51647 h 104790"/>
                <a:gd name="csX155" fmla="*/ 456596 w 649319"/>
                <a:gd name="csY155" fmla="*/ 51647 h 104790"/>
                <a:gd name="csX156" fmla="*/ 461512 w 649319"/>
                <a:gd name="csY156" fmla="*/ 68555 h 104790"/>
                <a:gd name="csX157" fmla="*/ 473886 w 649319"/>
                <a:gd name="csY157" fmla="*/ 74133 h 104790"/>
                <a:gd name="csX158" fmla="*/ 486200 w 649319"/>
                <a:gd name="csY158" fmla="*/ 68494 h 104790"/>
                <a:gd name="csX159" fmla="*/ 491116 w 649319"/>
                <a:gd name="csY159" fmla="*/ 51316 h 104790"/>
                <a:gd name="csX160" fmla="*/ 486148 w 649319"/>
                <a:gd name="csY160" fmla="*/ 34861 h 104790"/>
                <a:gd name="csX161" fmla="*/ 473886 w 649319"/>
                <a:gd name="csY161" fmla="*/ 29222 h 104790"/>
                <a:gd name="csX162" fmla="*/ 461512 w 649319"/>
                <a:gd name="csY162" fmla="*/ 34800 h 104790"/>
                <a:gd name="csX163" fmla="*/ 456596 w 649319"/>
                <a:gd name="csY163" fmla="*/ 51647 h 104790"/>
                <a:gd name="csX164" fmla="*/ 513046 w 649319"/>
                <a:gd name="csY164" fmla="*/ 80981 h 104790"/>
                <a:gd name="csX165" fmla="*/ 513046 w 649319"/>
                <a:gd name="csY165" fmla="*/ 22321 h 104790"/>
                <a:gd name="csX166" fmla="*/ 521991 w 649319"/>
                <a:gd name="csY166" fmla="*/ 22321 h 104790"/>
                <a:gd name="csX167" fmla="*/ 521991 w 649319"/>
                <a:gd name="csY167" fmla="*/ 30657 h 104790"/>
                <a:gd name="csX168" fmla="*/ 540666 w 649319"/>
                <a:gd name="csY168" fmla="*/ 20990 h 104790"/>
                <a:gd name="csX169" fmla="*/ 550386 w 649319"/>
                <a:gd name="csY169" fmla="*/ 22930 h 104790"/>
                <a:gd name="csX170" fmla="*/ 557069 w 649319"/>
                <a:gd name="csY170" fmla="*/ 27899 h 104790"/>
                <a:gd name="csX171" fmla="*/ 560167 w 649319"/>
                <a:gd name="csY171" fmla="*/ 35244 h 104790"/>
                <a:gd name="csX172" fmla="*/ 560715 w 649319"/>
                <a:gd name="csY172" fmla="*/ 44911 h 104790"/>
                <a:gd name="csX173" fmla="*/ 560715 w 649319"/>
                <a:gd name="csY173" fmla="*/ 80981 h 104790"/>
                <a:gd name="csX174" fmla="*/ 550778 w 649319"/>
                <a:gd name="csY174" fmla="*/ 80981 h 104790"/>
                <a:gd name="csX175" fmla="*/ 550778 w 649319"/>
                <a:gd name="csY175" fmla="*/ 45294 h 104790"/>
                <a:gd name="csX176" fmla="*/ 549612 w 649319"/>
                <a:gd name="csY176" fmla="*/ 36235 h 104790"/>
                <a:gd name="csX177" fmla="*/ 545469 w 649319"/>
                <a:gd name="csY177" fmla="*/ 31432 h 104790"/>
                <a:gd name="csX178" fmla="*/ 538569 w 649319"/>
                <a:gd name="csY178" fmla="*/ 29613 h 104790"/>
                <a:gd name="csX179" fmla="*/ 527578 w 649319"/>
                <a:gd name="csY179" fmla="*/ 33642 h 104790"/>
                <a:gd name="csX180" fmla="*/ 522992 w 649319"/>
                <a:gd name="csY180" fmla="*/ 48940 h 104790"/>
                <a:gd name="csX181" fmla="*/ 522992 w 649319"/>
                <a:gd name="csY181" fmla="*/ 80981 h 104790"/>
                <a:gd name="csX182" fmla="*/ 513046 w 649319"/>
                <a:gd name="csY182" fmla="*/ 80981 h 104790"/>
                <a:gd name="csX183" fmla="*/ 575796 w 649319"/>
                <a:gd name="csY183" fmla="*/ 80981 h 104790"/>
                <a:gd name="csX184" fmla="*/ 575796 w 649319"/>
                <a:gd name="csY184" fmla="*/ 0 h 104790"/>
                <a:gd name="csX185" fmla="*/ 585742 w 649319"/>
                <a:gd name="csY185" fmla="*/ 0 h 104790"/>
                <a:gd name="csX186" fmla="*/ 585742 w 649319"/>
                <a:gd name="csY186" fmla="*/ 80981 h 104790"/>
                <a:gd name="csX187" fmla="*/ 575796 w 649319"/>
                <a:gd name="csY187" fmla="*/ 80981 h 104790"/>
                <a:gd name="csX188" fmla="*/ 600762 w 649319"/>
                <a:gd name="csY188" fmla="*/ 103572 h 104790"/>
                <a:gd name="csX189" fmla="*/ 599657 w 649319"/>
                <a:gd name="csY189" fmla="*/ 94235 h 104790"/>
                <a:gd name="csX190" fmla="*/ 605348 w 649319"/>
                <a:gd name="csY190" fmla="*/ 95122 h 104790"/>
                <a:gd name="csX191" fmla="*/ 610648 w 649319"/>
                <a:gd name="csY191" fmla="*/ 94017 h 104790"/>
                <a:gd name="csX192" fmla="*/ 613911 w 649319"/>
                <a:gd name="csY192" fmla="*/ 90928 h 104790"/>
                <a:gd name="csX193" fmla="*/ 616948 w 649319"/>
                <a:gd name="csY193" fmla="*/ 83522 h 104790"/>
                <a:gd name="csX194" fmla="*/ 617836 w 649319"/>
                <a:gd name="csY194" fmla="*/ 81094 h 104790"/>
                <a:gd name="csX195" fmla="*/ 595576 w 649319"/>
                <a:gd name="csY195" fmla="*/ 22321 h 104790"/>
                <a:gd name="csX196" fmla="*/ 606288 w 649319"/>
                <a:gd name="csY196" fmla="*/ 22321 h 104790"/>
                <a:gd name="csX197" fmla="*/ 618497 w 649319"/>
                <a:gd name="csY197" fmla="*/ 56294 h 104790"/>
                <a:gd name="csX198" fmla="*/ 622752 w 649319"/>
                <a:gd name="csY198" fmla="*/ 69878 h 104790"/>
                <a:gd name="csX199" fmla="*/ 626833 w 649319"/>
                <a:gd name="csY199" fmla="*/ 56511 h 104790"/>
                <a:gd name="csX200" fmla="*/ 639373 w 649319"/>
                <a:gd name="csY200" fmla="*/ 22321 h 104790"/>
                <a:gd name="csX201" fmla="*/ 649319 w 649319"/>
                <a:gd name="csY201" fmla="*/ 22321 h 104790"/>
                <a:gd name="csX202" fmla="*/ 626999 w 649319"/>
                <a:gd name="csY202" fmla="*/ 81974 h 104790"/>
                <a:gd name="csX203" fmla="*/ 621421 w 649319"/>
                <a:gd name="csY203" fmla="*/ 95287 h 104790"/>
                <a:gd name="csX204" fmla="*/ 615347 w 649319"/>
                <a:gd name="csY204" fmla="*/ 102467 h 104790"/>
                <a:gd name="csX205" fmla="*/ 607175 w 649319"/>
                <a:gd name="csY205" fmla="*/ 104790 h 104790"/>
                <a:gd name="csX206" fmla="*/ 600762 w 649319"/>
                <a:gd name="csY206" fmla="*/ 103572 h 10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</a:cxnLst>
              <a:rect l="l" t="t" r="r" b="b"/>
              <a:pathLst>
                <a:path w="649319" h="104790">
                  <a:moveTo>
                    <a:pt x="43475" y="62089"/>
                  </a:moveTo>
                  <a:lnTo>
                    <a:pt x="53744" y="63360"/>
                  </a:lnTo>
                  <a:cubicBezTo>
                    <a:pt x="52125" y="69364"/>
                    <a:pt x="49123" y="74020"/>
                    <a:pt x="44746" y="77335"/>
                  </a:cubicBezTo>
                  <a:cubicBezTo>
                    <a:pt x="40360" y="80650"/>
                    <a:pt x="34765" y="82304"/>
                    <a:pt x="27951" y="82304"/>
                  </a:cubicBezTo>
                  <a:cubicBezTo>
                    <a:pt x="19371" y="82304"/>
                    <a:pt x="12557" y="79676"/>
                    <a:pt x="7510" y="74411"/>
                  </a:cubicBezTo>
                  <a:cubicBezTo>
                    <a:pt x="2506" y="69103"/>
                    <a:pt x="0" y="61689"/>
                    <a:pt x="0" y="52152"/>
                  </a:cubicBezTo>
                  <a:cubicBezTo>
                    <a:pt x="0" y="42275"/>
                    <a:pt x="2541" y="34617"/>
                    <a:pt x="7623" y="29170"/>
                  </a:cubicBezTo>
                  <a:cubicBezTo>
                    <a:pt x="12705" y="23722"/>
                    <a:pt x="19301" y="20990"/>
                    <a:pt x="27403" y="20990"/>
                  </a:cubicBezTo>
                  <a:cubicBezTo>
                    <a:pt x="35243" y="20990"/>
                    <a:pt x="41648" y="23661"/>
                    <a:pt x="46617" y="29004"/>
                  </a:cubicBezTo>
                  <a:cubicBezTo>
                    <a:pt x="51594" y="34339"/>
                    <a:pt x="54074" y="41857"/>
                    <a:pt x="54074" y="51542"/>
                  </a:cubicBezTo>
                  <a:cubicBezTo>
                    <a:pt x="54074" y="52126"/>
                    <a:pt x="54057" y="53013"/>
                    <a:pt x="54022" y="54188"/>
                  </a:cubicBezTo>
                  <a:lnTo>
                    <a:pt x="10277" y="54188"/>
                  </a:lnTo>
                  <a:cubicBezTo>
                    <a:pt x="10643" y="60636"/>
                    <a:pt x="12470" y="65570"/>
                    <a:pt x="15742" y="68999"/>
                  </a:cubicBezTo>
                  <a:cubicBezTo>
                    <a:pt x="19023" y="72418"/>
                    <a:pt x="23113" y="74133"/>
                    <a:pt x="28003" y="74133"/>
                  </a:cubicBezTo>
                  <a:cubicBezTo>
                    <a:pt x="31649" y="74133"/>
                    <a:pt x="34765" y="73176"/>
                    <a:pt x="37340" y="71261"/>
                  </a:cubicBezTo>
                  <a:cubicBezTo>
                    <a:pt x="39916" y="69347"/>
                    <a:pt x="41961" y="66292"/>
                    <a:pt x="43475" y="62089"/>
                  </a:cubicBezTo>
                  <a:close/>
                  <a:moveTo>
                    <a:pt x="10825" y="46017"/>
                  </a:moveTo>
                  <a:lnTo>
                    <a:pt x="43580" y="46017"/>
                  </a:lnTo>
                  <a:cubicBezTo>
                    <a:pt x="43145" y="41082"/>
                    <a:pt x="41892" y="37384"/>
                    <a:pt x="39829" y="34913"/>
                  </a:cubicBezTo>
                  <a:cubicBezTo>
                    <a:pt x="36662" y="31084"/>
                    <a:pt x="32554" y="29170"/>
                    <a:pt x="27507" y="29170"/>
                  </a:cubicBezTo>
                  <a:cubicBezTo>
                    <a:pt x="22939" y="29170"/>
                    <a:pt x="19092" y="30701"/>
                    <a:pt x="15968" y="33755"/>
                  </a:cubicBezTo>
                  <a:cubicBezTo>
                    <a:pt x="12870" y="36810"/>
                    <a:pt x="11156" y="40900"/>
                    <a:pt x="10825" y="46017"/>
                  </a:cubicBezTo>
                  <a:close/>
                  <a:moveTo>
                    <a:pt x="66283" y="80981"/>
                  </a:moveTo>
                  <a:lnTo>
                    <a:pt x="66283" y="22321"/>
                  </a:lnTo>
                  <a:lnTo>
                    <a:pt x="75238" y="22321"/>
                  </a:lnTo>
                  <a:lnTo>
                    <a:pt x="75238" y="30657"/>
                  </a:lnTo>
                  <a:cubicBezTo>
                    <a:pt x="79545" y="24218"/>
                    <a:pt x="85767" y="20990"/>
                    <a:pt x="93904" y="20990"/>
                  </a:cubicBezTo>
                  <a:cubicBezTo>
                    <a:pt x="97437" y="20990"/>
                    <a:pt x="100683" y="21642"/>
                    <a:pt x="103624" y="22930"/>
                  </a:cubicBezTo>
                  <a:cubicBezTo>
                    <a:pt x="106609" y="24174"/>
                    <a:pt x="108836" y="25837"/>
                    <a:pt x="110307" y="27899"/>
                  </a:cubicBezTo>
                  <a:cubicBezTo>
                    <a:pt x="111786" y="29962"/>
                    <a:pt x="112813" y="32407"/>
                    <a:pt x="113405" y="35244"/>
                  </a:cubicBezTo>
                  <a:cubicBezTo>
                    <a:pt x="113770" y="37088"/>
                    <a:pt x="113953" y="40308"/>
                    <a:pt x="113953" y="44911"/>
                  </a:cubicBezTo>
                  <a:lnTo>
                    <a:pt x="113953" y="80981"/>
                  </a:lnTo>
                  <a:lnTo>
                    <a:pt x="104015" y="80981"/>
                  </a:lnTo>
                  <a:lnTo>
                    <a:pt x="104015" y="45294"/>
                  </a:lnTo>
                  <a:cubicBezTo>
                    <a:pt x="104015" y="41248"/>
                    <a:pt x="103624" y="38228"/>
                    <a:pt x="102849" y="36235"/>
                  </a:cubicBezTo>
                  <a:cubicBezTo>
                    <a:pt x="102084" y="34216"/>
                    <a:pt x="100700" y="32616"/>
                    <a:pt x="98707" y="31432"/>
                  </a:cubicBezTo>
                  <a:cubicBezTo>
                    <a:pt x="96758" y="30222"/>
                    <a:pt x="94461" y="29613"/>
                    <a:pt x="91806" y="29613"/>
                  </a:cubicBezTo>
                  <a:cubicBezTo>
                    <a:pt x="87569" y="29613"/>
                    <a:pt x="83905" y="30953"/>
                    <a:pt x="80816" y="33642"/>
                  </a:cubicBezTo>
                  <a:cubicBezTo>
                    <a:pt x="77753" y="36331"/>
                    <a:pt x="76230" y="41431"/>
                    <a:pt x="76230" y="48940"/>
                  </a:cubicBezTo>
                  <a:lnTo>
                    <a:pt x="76230" y="80981"/>
                  </a:lnTo>
                  <a:lnTo>
                    <a:pt x="66283" y="80981"/>
                  </a:lnTo>
                  <a:close/>
                  <a:moveTo>
                    <a:pt x="167540" y="59496"/>
                  </a:moveTo>
                  <a:lnTo>
                    <a:pt x="177313" y="60767"/>
                  </a:lnTo>
                  <a:cubicBezTo>
                    <a:pt x="176242" y="67502"/>
                    <a:pt x="173501" y="72784"/>
                    <a:pt x="169081" y="76622"/>
                  </a:cubicBezTo>
                  <a:cubicBezTo>
                    <a:pt x="164703" y="80407"/>
                    <a:pt x="159308" y="82304"/>
                    <a:pt x="152895" y="82304"/>
                  </a:cubicBezTo>
                  <a:cubicBezTo>
                    <a:pt x="144871" y="82304"/>
                    <a:pt x="138406" y="79693"/>
                    <a:pt x="133507" y="74463"/>
                  </a:cubicBezTo>
                  <a:cubicBezTo>
                    <a:pt x="128651" y="69199"/>
                    <a:pt x="126214" y="61663"/>
                    <a:pt x="126214" y="51873"/>
                  </a:cubicBezTo>
                  <a:cubicBezTo>
                    <a:pt x="126214" y="45538"/>
                    <a:pt x="127267" y="39995"/>
                    <a:pt x="129364" y="35244"/>
                  </a:cubicBezTo>
                  <a:cubicBezTo>
                    <a:pt x="131462" y="30492"/>
                    <a:pt x="134655" y="26942"/>
                    <a:pt x="138919" y="24583"/>
                  </a:cubicBezTo>
                  <a:cubicBezTo>
                    <a:pt x="143235" y="22191"/>
                    <a:pt x="147908" y="20990"/>
                    <a:pt x="152956" y="20990"/>
                  </a:cubicBezTo>
                  <a:cubicBezTo>
                    <a:pt x="159326" y="20990"/>
                    <a:pt x="164538" y="22617"/>
                    <a:pt x="168584" y="25854"/>
                  </a:cubicBezTo>
                  <a:cubicBezTo>
                    <a:pt x="172640" y="29057"/>
                    <a:pt x="175233" y="33625"/>
                    <a:pt x="176373" y="39551"/>
                  </a:cubicBezTo>
                  <a:lnTo>
                    <a:pt x="166705" y="41048"/>
                  </a:lnTo>
                  <a:cubicBezTo>
                    <a:pt x="165791" y="37106"/>
                    <a:pt x="164146" y="34138"/>
                    <a:pt x="161788" y="32154"/>
                  </a:cubicBezTo>
                  <a:cubicBezTo>
                    <a:pt x="159473" y="30161"/>
                    <a:pt x="156654" y="29170"/>
                    <a:pt x="153338" y="29170"/>
                  </a:cubicBezTo>
                  <a:cubicBezTo>
                    <a:pt x="148335" y="29170"/>
                    <a:pt x="144262" y="30971"/>
                    <a:pt x="141130" y="34582"/>
                  </a:cubicBezTo>
                  <a:cubicBezTo>
                    <a:pt x="138006" y="38150"/>
                    <a:pt x="136439" y="43824"/>
                    <a:pt x="136439" y="51594"/>
                  </a:cubicBezTo>
                  <a:cubicBezTo>
                    <a:pt x="136439" y="59479"/>
                    <a:pt x="137945" y="65205"/>
                    <a:pt x="140964" y="68772"/>
                  </a:cubicBezTo>
                  <a:cubicBezTo>
                    <a:pt x="143984" y="72349"/>
                    <a:pt x="147926" y="74133"/>
                    <a:pt x="152790" y="74133"/>
                  </a:cubicBezTo>
                  <a:cubicBezTo>
                    <a:pt x="156689" y="74133"/>
                    <a:pt x="159952" y="72932"/>
                    <a:pt x="162563" y="70539"/>
                  </a:cubicBezTo>
                  <a:cubicBezTo>
                    <a:pt x="165182" y="68146"/>
                    <a:pt x="166835" y="64465"/>
                    <a:pt x="167540" y="59496"/>
                  </a:cubicBezTo>
                  <a:close/>
                  <a:moveTo>
                    <a:pt x="182116" y="51647"/>
                  </a:moveTo>
                  <a:cubicBezTo>
                    <a:pt x="182116" y="40787"/>
                    <a:pt x="185136" y="32737"/>
                    <a:pt x="191175" y="27507"/>
                  </a:cubicBezTo>
                  <a:cubicBezTo>
                    <a:pt x="196222" y="23165"/>
                    <a:pt x="202374" y="20990"/>
                    <a:pt x="209623" y="20990"/>
                  </a:cubicBezTo>
                  <a:cubicBezTo>
                    <a:pt x="217690" y="20990"/>
                    <a:pt x="224286" y="23644"/>
                    <a:pt x="229403" y="28952"/>
                  </a:cubicBezTo>
                  <a:cubicBezTo>
                    <a:pt x="234520" y="34216"/>
                    <a:pt x="237078" y="41509"/>
                    <a:pt x="237078" y="50820"/>
                  </a:cubicBezTo>
                  <a:cubicBezTo>
                    <a:pt x="237078" y="58373"/>
                    <a:pt x="235938" y="64317"/>
                    <a:pt x="233658" y="68659"/>
                  </a:cubicBezTo>
                  <a:cubicBezTo>
                    <a:pt x="231413" y="72976"/>
                    <a:pt x="228115" y="76326"/>
                    <a:pt x="223764" y="78719"/>
                  </a:cubicBezTo>
                  <a:cubicBezTo>
                    <a:pt x="219457" y="81112"/>
                    <a:pt x="214749" y="82304"/>
                    <a:pt x="209623" y="82304"/>
                  </a:cubicBezTo>
                  <a:cubicBezTo>
                    <a:pt x="201417" y="82304"/>
                    <a:pt x="194769" y="79676"/>
                    <a:pt x="189687" y="74411"/>
                  </a:cubicBezTo>
                  <a:cubicBezTo>
                    <a:pt x="184640" y="69138"/>
                    <a:pt x="182116" y="61558"/>
                    <a:pt x="182116" y="51647"/>
                  </a:cubicBezTo>
                  <a:close/>
                  <a:moveTo>
                    <a:pt x="192341" y="51647"/>
                  </a:moveTo>
                  <a:cubicBezTo>
                    <a:pt x="192341" y="59165"/>
                    <a:pt x="193977" y="64796"/>
                    <a:pt x="197258" y="68555"/>
                  </a:cubicBezTo>
                  <a:cubicBezTo>
                    <a:pt x="200530" y="72271"/>
                    <a:pt x="204654" y="74133"/>
                    <a:pt x="209623" y="74133"/>
                  </a:cubicBezTo>
                  <a:cubicBezTo>
                    <a:pt x="214557" y="74133"/>
                    <a:pt x="218665" y="72253"/>
                    <a:pt x="221945" y="68494"/>
                  </a:cubicBezTo>
                  <a:cubicBezTo>
                    <a:pt x="225226" y="64743"/>
                    <a:pt x="226862" y="59018"/>
                    <a:pt x="226862" y="51316"/>
                  </a:cubicBezTo>
                  <a:cubicBezTo>
                    <a:pt x="226862" y="44067"/>
                    <a:pt x="225200" y="38576"/>
                    <a:pt x="221893" y="34861"/>
                  </a:cubicBezTo>
                  <a:cubicBezTo>
                    <a:pt x="218612" y="31101"/>
                    <a:pt x="214523" y="29222"/>
                    <a:pt x="209623" y="29222"/>
                  </a:cubicBezTo>
                  <a:cubicBezTo>
                    <a:pt x="204654" y="29222"/>
                    <a:pt x="200530" y="31084"/>
                    <a:pt x="197258" y="34800"/>
                  </a:cubicBezTo>
                  <a:cubicBezTo>
                    <a:pt x="193977" y="38524"/>
                    <a:pt x="192341" y="44137"/>
                    <a:pt x="192341" y="51647"/>
                  </a:cubicBezTo>
                  <a:close/>
                  <a:moveTo>
                    <a:pt x="286845" y="80981"/>
                  </a:moveTo>
                  <a:lnTo>
                    <a:pt x="286845" y="73576"/>
                  </a:lnTo>
                  <a:cubicBezTo>
                    <a:pt x="283129" y="79398"/>
                    <a:pt x="277664" y="82304"/>
                    <a:pt x="270442" y="82304"/>
                  </a:cubicBezTo>
                  <a:cubicBezTo>
                    <a:pt x="265769" y="82304"/>
                    <a:pt x="261461" y="81016"/>
                    <a:pt x="257519" y="78440"/>
                  </a:cubicBezTo>
                  <a:cubicBezTo>
                    <a:pt x="253612" y="75864"/>
                    <a:pt x="250575" y="72271"/>
                    <a:pt x="248399" y="67667"/>
                  </a:cubicBezTo>
                  <a:cubicBezTo>
                    <a:pt x="246267" y="63029"/>
                    <a:pt x="245197" y="57712"/>
                    <a:pt x="245197" y="51708"/>
                  </a:cubicBezTo>
                  <a:cubicBezTo>
                    <a:pt x="245197" y="45851"/>
                    <a:pt x="246172" y="40552"/>
                    <a:pt x="248130" y="35800"/>
                  </a:cubicBezTo>
                  <a:cubicBezTo>
                    <a:pt x="250079" y="31006"/>
                    <a:pt x="253003" y="27342"/>
                    <a:pt x="256910" y="24801"/>
                  </a:cubicBezTo>
                  <a:cubicBezTo>
                    <a:pt x="260817" y="22260"/>
                    <a:pt x="265177" y="20990"/>
                    <a:pt x="269998" y="20990"/>
                  </a:cubicBezTo>
                  <a:cubicBezTo>
                    <a:pt x="273540" y="20990"/>
                    <a:pt x="276681" y="21747"/>
                    <a:pt x="279448" y="23261"/>
                  </a:cubicBezTo>
                  <a:cubicBezTo>
                    <a:pt x="282207" y="24732"/>
                    <a:pt x="284452" y="26663"/>
                    <a:pt x="286184" y="29057"/>
                  </a:cubicBezTo>
                  <a:lnTo>
                    <a:pt x="286184" y="0"/>
                  </a:lnTo>
                  <a:lnTo>
                    <a:pt x="296078" y="0"/>
                  </a:lnTo>
                  <a:lnTo>
                    <a:pt x="296078" y="80981"/>
                  </a:lnTo>
                  <a:lnTo>
                    <a:pt x="286845" y="80981"/>
                  </a:lnTo>
                  <a:close/>
                  <a:moveTo>
                    <a:pt x="255422" y="51708"/>
                  </a:moveTo>
                  <a:cubicBezTo>
                    <a:pt x="255422" y="59218"/>
                    <a:pt x="257006" y="64830"/>
                    <a:pt x="260173" y="68555"/>
                  </a:cubicBezTo>
                  <a:cubicBezTo>
                    <a:pt x="263332" y="72271"/>
                    <a:pt x="267074" y="74133"/>
                    <a:pt x="271382" y="74133"/>
                  </a:cubicBezTo>
                  <a:cubicBezTo>
                    <a:pt x="275724" y="74133"/>
                    <a:pt x="279414" y="72366"/>
                    <a:pt x="282433" y="68833"/>
                  </a:cubicBezTo>
                  <a:cubicBezTo>
                    <a:pt x="285488" y="65257"/>
                    <a:pt x="287010" y="59826"/>
                    <a:pt x="287010" y="52535"/>
                  </a:cubicBezTo>
                  <a:cubicBezTo>
                    <a:pt x="287010" y="44502"/>
                    <a:pt x="285470" y="38611"/>
                    <a:pt x="282372" y="34861"/>
                  </a:cubicBezTo>
                  <a:cubicBezTo>
                    <a:pt x="279283" y="31101"/>
                    <a:pt x="275472" y="29222"/>
                    <a:pt x="270938" y="29222"/>
                  </a:cubicBezTo>
                  <a:cubicBezTo>
                    <a:pt x="266526" y="29222"/>
                    <a:pt x="262819" y="31032"/>
                    <a:pt x="259834" y="34634"/>
                  </a:cubicBezTo>
                  <a:cubicBezTo>
                    <a:pt x="256893" y="38246"/>
                    <a:pt x="255422" y="43937"/>
                    <a:pt x="255422" y="51708"/>
                  </a:cubicBezTo>
                  <a:close/>
                  <a:moveTo>
                    <a:pt x="351919" y="62089"/>
                  </a:moveTo>
                  <a:lnTo>
                    <a:pt x="362196" y="63360"/>
                  </a:lnTo>
                  <a:cubicBezTo>
                    <a:pt x="360569" y="69364"/>
                    <a:pt x="357575" y="74020"/>
                    <a:pt x="353189" y="77335"/>
                  </a:cubicBezTo>
                  <a:cubicBezTo>
                    <a:pt x="348804" y="80650"/>
                    <a:pt x="343208" y="82304"/>
                    <a:pt x="336394" y="82304"/>
                  </a:cubicBezTo>
                  <a:cubicBezTo>
                    <a:pt x="327814" y="82304"/>
                    <a:pt x="321001" y="79676"/>
                    <a:pt x="315962" y="74411"/>
                  </a:cubicBezTo>
                  <a:cubicBezTo>
                    <a:pt x="310950" y="69103"/>
                    <a:pt x="308444" y="61689"/>
                    <a:pt x="308444" y="52152"/>
                  </a:cubicBezTo>
                  <a:cubicBezTo>
                    <a:pt x="308444" y="42275"/>
                    <a:pt x="310984" y="34617"/>
                    <a:pt x="316066" y="29170"/>
                  </a:cubicBezTo>
                  <a:cubicBezTo>
                    <a:pt x="321148" y="23722"/>
                    <a:pt x="327745" y="20990"/>
                    <a:pt x="335846" y="20990"/>
                  </a:cubicBezTo>
                  <a:cubicBezTo>
                    <a:pt x="343687" y="20990"/>
                    <a:pt x="350100" y="23661"/>
                    <a:pt x="355069" y="29004"/>
                  </a:cubicBezTo>
                  <a:cubicBezTo>
                    <a:pt x="360038" y="34339"/>
                    <a:pt x="362527" y="41857"/>
                    <a:pt x="362527" y="51542"/>
                  </a:cubicBezTo>
                  <a:cubicBezTo>
                    <a:pt x="362527" y="52126"/>
                    <a:pt x="362509" y="53013"/>
                    <a:pt x="362466" y="54188"/>
                  </a:cubicBezTo>
                  <a:lnTo>
                    <a:pt x="318721" y="54188"/>
                  </a:lnTo>
                  <a:cubicBezTo>
                    <a:pt x="319086" y="60636"/>
                    <a:pt x="320914" y="65570"/>
                    <a:pt x="324185" y="68999"/>
                  </a:cubicBezTo>
                  <a:cubicBezTo>
                    <a:pt x="327466" y="72418"/>
                    <a:pt x="331556" y="74133"/>
                    <a:pt x="336455" y="74133"/>
                  </a:cubicBezTo>
                  <a:cubicBezTo>
                    <a:pt x="340102" y="74133"/>
                    <a:pt x="343208" y="73176"/>
                    <a:pt x="345784" y="71261"/>
                  </a:cubicBezTo>
                  <a:cubicBezTo>
                    <a:pt x="348368" y="69347"/>
                    <a:pt x="350405" y="66292"/>
                    <a:pt x="351919" y="62089"/>
                  </a:cubicBezTo>
                  <a:close/>
                  <a:moveTo>
                    <a:pt x="319278" y="46017"/>
                  </a:moveTo>
                  <a:lnTo>
                    <a:pt x="352032" y="46017"/>
                  </a:lnTo>
                  <a:cubicBezTo>
                    <a:pt x="351588" y="41082"/>
                    <a:pt x="350335" y="37384"/>
                    <a:pt x="348273" y="34913"/>
                  </a:cubicBezTo>
                  <a:cubicBezTo>
                    <a:pt x="345105" y="31084"/>
                    <a:pt x="340998" y="29170"/>
                    <a:pt x="335959" y="29170"/>
                  </a:cubicBezTo>
                  <a:cubicBezTo>
                    <a:pt x="331391" y="29170"/>
                    <a:pt x="327544" y="30701"/>
                    <a:pt x="324412" y="33755"/>
                  </a:cubicBezTo>
                  <a:cubicBezTo>
                    <a:pt x="321314" y="36810"/>
                    <a:pt x="319608" y="40900"/>
                    <a:pt x="319278" y="46017"/>
                  </a:cubicBezTo>
                  <a:close/>
                  <a:moveTo>
                    <a:pt x="374622" y="80981"/>
                  </a:moveTo>
                  <a:lnTo>
                    <a:pt x="374622" y="22321"/>
                  </a:lnTo>
                  <a:lnTo>
                    <a:pt x="383568" y="22321"/>
                  </a:lnTo>
                  <a:lnTo>
                    <a:pt x="383568" y="31214"/>
                  </a:lnTo>
                  <a:cubicBezTo>
                    <a:pt x="385857" y="27055"/>
                    <a:pt x="387954" y="24305"/>
                    <a:pt x="389868" y="22983"/>
                  </a:cubicBezTo>
                  <a:cubicBezTo>
                    <a:pt x="391818" y="21659"/>
                    <a:pt x="393958" y="20990"/>
                    <a:pt x="396273" y="20990"/>
                  </a:cubicBezTo>
                  <a:cubicBezTo>
                    <a:pt x="399623" y="20990"/>
                    <a:pt x="403035" y="22060"/>
                    <a:pt x="406489" y="24200"/>
                  </a:cubicBezTo>
                  <a:lnTo>
                    <a:pt x="403069" y="33425"/>
                  </a:lnTo>
                  <a:cubicBezTo>
                    <a:pt x="400642" y="31989"/>
                    <a:pt x="398205" y="31267"/>
                    <a:pt x="395777" y="31267"/>
                  </a:cubicBezTo>
                  <a:cubicBezTo>
                    <a:pt x="393602" y="31267"/>
                    <a:pt x="391652" y="31928"/>
                    <a:pt x="389921" y="33259"/>
                  </a:cubicBezTo>
                  <a:cubicBezTo>
                    <a:pt x="388189" y="34547"/>
                    <a:pt x="386962" y="36348"/>
                    <a:pt x="386222" y="38672"/>
                  </a:cubicBezTo>
                  <a:cubicBezTo>
                    <a:pt x="385117" y="42205"/>
                    <a:pt x="384560" y="46069"/>
                    <a:pt x="384560" y="50272"/>
                  </a:cubicBezTo>
                  <a:lnTo>
                    <a:pt x="384560" y="80981"/>
                  </a:lnTo>
                  <a:lnTo>
                    <a:pt x="374622" y="80981"/>
                  </a:lnTo>
                  <a:close/>
                  <a:moveTo>
                    <a:pt x="408534" y="56676"/>
                  </a:moveTo>
                  <a:lnTo>
                    <a:pt x="408534" y="46678"/>
                  </a:lnTo>
                  <a:lnTo>
                    <a:pt x="439087" y="46678"/>
                  </a:lnTo>
                  <a:lnTo>
                    <a:pt x="439087" y="56676"/>
                  </a:lnTo>
                  <a:lnTo>
                    <a:pt x="408534" y="56676"/>
                  </a:lnTo>
                  <a:close/>
                  <a:moveTo>
                    <a:pt x="446371" y="51647"/>
                  </a:moveTo>
                  <a:cubicBezTo>
                    <a:pt x="446371" y="40787"/>
                    <a:pt x="449390" y="32737"/>
                    <a:pt x="455429" y="27507"/>
                  </a:cubicBezTo>
                  <a:cubicBezTo>
                    <a:pt x="460477" y="23165"/>
                    <a:pt x="466629" y="20990"/>
                    <a:pt x="473886" y="20990"/>
                  </a:cubicBezTo>
                  <a:cubicBezTo>
                    <a:pt x="481945" y="20990"/>
                    <a:pt x="488541" y="23644"/>
                    <a:pt x="493658" y="28952"/>
                  </a:cubicBezTo>
                  <a:cubicBezTo>
                    <a:pt x="498774" y="34216"/>
                    <a:pt x="501333" y="41509"/>
                    <a:pt x="501333" y="50820"/>
                  </a:cubicBezTo>
                  <a:cubicBezTo>
                    <a:pt x="501333" y="58373"/>
                    <a:pt x="500193" y="64317"/>
                    <a:pt x="497913" y="68659"/>
                  </a:cubicBezTo>
                  <a:cubicBezTo>
                    <a:pt x="495668" y="72976"/>
                    <a:pt x="492370" y="76326"/>
                    <a:pt x="488027" y="78719"/>
                  </a:cubicBezTo>
                  <a:cubicBezTo>
                    <a:pt x="483711" y="81112"/>
                    <a:pt x="479003" y="82304"/>
                    <a:pt x="473886" y="82304"/>
                  </a:cubicBezTo>
                  <a:cubicBezTo>
                    <a:pt x="465672" y="82304"/>
                    <a:pt x="459023" y="79676"/>
                    <a:pt x="453941" y="74411"/>
                  </a:cubicBezTo>
                  <a:cubicBezTo>
                    <a:pt x="448894" y="69138"/>
                    <a:pt x="446371" y="61558"/>
                    <a:pt x="446371" y="51647"/>
                  </a:cubicBezTo>
                  <a:close/>
                  <a:moveTo>
                    <a:pt x="456596" y="51647"/>
                  </a:moveTo>
                  <a:cubicBezTo>
                    <a:pt x="456596" y="59165"/>
                    <a:pt x="458232" y="64796"/>
                    <a:pt x="461512" y="68555"/>
                  </a:cubicBezTo>
                  <a:cubicBezTo>
                    <a:pt x="464784" y="72271"/>
                    <a:pt x="468909" y="74133"/>
                    <a:pt x="473886" y="74133"/>
                  </a:cubicBezTo>
                  <a:cubicBezTo>
                    <a:pt x="478821" y="74133"/>
                    <a:pt x="482928" y="72253"/>
                    <a:pt x="486200" y="68494"/>
                  </a:cubicBezTo>
                  <a:cubicBezTo>
                    <a:pt x="489481" y="64743"/>
                    <a:pt x="491116" y="59018"/>
                    <a:pt x="491116" y="51316"/>
                  </a:cubicBezTo>
                  <a:cubicBezTo>
                    <a:pt x="491116" y="44067"/>
                    <a:pt x="489463" y="38576"/>
                    <a:pt x="486148" y="34861"/>
                  </a:cubicBezTo>
                  <a:cubicBezTo>
                    <a:pt x="482867" y="31101"/>
                    <a:pt x="478777" y="29222"/>
                    <a:pt x="473886" y="29222"/>
                  </a:cubicBezTo>
                  <a:cubicBezTo>
                    <a:pt x="468909" y="29222"/>
                    <a:pt x="464784" y="31084"/>
                    <a:pt x="461512" y="34800"/>
                  </a:cubicBezTo>
                  <a:cubicBezTo>
                    <a:pt x="458232" y="38524"/>
                    <a:pt x="456596" y="44137"/>
                    <a:pt x="456596" y="51647"/>
                  </a:cubicBezTo>
                  <a:close/>
                  <a:moveTo>
                    <a:pt x="513046" y="80981"/>
                  </a:moveTo>
                  <a:lnTo>
                    <a:pt x="513046" y="22321"/>
                  </a:lnTo>
                  <a:lnTo>
                    <a:pt x="521991" y="22321"/>
                  </a:lnTo>
                  <a:lnTo>
                    <a:pt x="521991" y="30657"/>
                  </a:lnTo>
                  <a:cubicBezTo>
                    <a:pt x="526308" y="24218"/>
                    <a:pt x="532529" y="20990"/>
                    <a:pt x="540666" y="20990"/>
                  </a:cubicBezTo>
                  <a:cubicBezTo>
                    <a:pt x="544199" y="20990"/>
                    <a:pt x="547445" y="21642"/>
                    <a:pt x="550386" y="22930"/>
                  </a:cubicBezTo>
                  <a:cubicBezTo>
                    <a:pt x="553371" y="24174"/>
                    <a:pt x="555599" y="25837"/>
                    <a:pt x="557069" y="27899"/>
                  </a:cubicBezTo>
                  <a:cubicBezTo>
                    <a:pt x="558540" y="29962"/>
                    <a:pt x="559575" y="32407"/>
                    <a:pt x="560167" y="35244"/>
                  </a:cubicBezTo>
                  <a:cubicBezTo>
                    <a:pt x="560533" y="37088"/>
                    <a:pt x="560715" y="40308"/>
                    <a:pt x="560715" y="44911"/>
                  </a:cubicBezTo>
                  <a:lnTo>
                    <a:pt x="560715" y="80981"/>
                  </a:lnTo>
                  <a:lnTo>
                    <a:pt x="550778" y="80981"/>
                  </a:lnTo>
                  <a:lnTo>
                    <a:pt x="550778" y="45294"/>
                  </a:lnTo>
                  <a:cubicBezTo>
                    <a:pt x="550778" y="41248"/>
                    <a:pt x="550386" y="38228"/>
                    <a:pt x="549612" y="36235"/>
                  </a:cubicBezTo>
                  <a:cubicBezTo>
                    <a:pt x="548837" y="34216"/>
                    <a:pt x="547462" y="32616"/>
                    <a:pt x="545469" y="31432"/>
                  </a:cubicBezTo>
                  <a:cubicBezTo>
                    <a:pt x="543520" y="30222"/>
                    <a:pt x="541214" y="29613"/>
                    <a:pt x="538569" y="29613"/>
                  </a:cubicBezTo>
                  <a:cubicBezTo>
                    <a:pt x="534331" y="29613"/>
                    <a:pt x="530667" y="30953"/>
                    <a:pt x="527578" y="33642"/>
                  </a:cubicBezTo>
                  <a:cubicBezTo>
                    <a:pt x="524515" y="36331"/>
                    <a:pt x="522992" y="41431"/>
                    <a:pt x="522992" y="48940"/>
                  </a:cubicBezTo>
                  <a:lnTo>
                    <a:pt x="522992" y="80981"/>
                  </a:lnTo>
                  <a:lnTo>
                    <a:pt x="513046" y="80981"/>
                  </a:lnTo>
                  <a:close/>
                  <a:moveTo>
                    <a:pt x="575796" y="80981"/>
                  </a:moveTo>
                  <a:lnTo>
                    <a:pt x="575796" y="0"/>
                  </a:lnTo>
                  <a:lnTo>
                    <a:pt x="585742" y="0"/>
                  </a:lnTo>
                  <a:lnTo>
                    <a:pt x="585742" y="80981"/>
                  </a:lnTo>
                  <a:lnTo>
                    <a:pt x="575796" y="80981"/>
                  </a:lnTo>
                  <a:close/>
                  <a:moveTo>
                    <a:pt x="600762" y="103572"/>
                  </a:moveTo>
                  <a:lnTo>
                    <a:pt x="599657" y="94235"/>
                  </a:lnTo>
                  <a:cubicBezTo>
                    <a:pt x="601832" y="94826"/>
                    <a:pt x="603730" y="95122"/>
                    <a:pt x="605348" y="95122"/>
                  </a:cubicBezTo>
                  <a:cubicBezTo>
                    <a:pt x="607558" y="95122"/>
                    <a:pt x="609325" y="94757"/>
                    <a:pt x="610648" y="94017"/>
                  </a:cubicBezTo>
                  <a:cubicBezTo>
                    <a:pt x="611979" y="93278"/>
                    <a:pt x="613067" y="92250"/>
                    <a:pt x="613911" y="90928"/>
                  </a:cubicBezTo>
                  <a:cubicBezTo>
                    <a:pt x="614537" y="89927"/>
                    <a:pt x="615547" y="87464"/>
                    <a:pt x="616948" y="83522"/>
                  </a:cubicBezTo>
                  <a:cubicBezTo>
                    <a:pt x="617131" y="82974"/>
                    <a:pt x="617426" y="82156"/>
                    <a:pt x="617836" y="81094"/>
                  </a:cubicBezTo>
                  <a:lnTo>
                    <a:pt x="595576" y="22321"/>
                  </a:lnTo>
                  <a:lnTo>
                    <a:pt x="606288" y="22321"/>
                  </a:lnTo>
                  <a:lnTo>
                    <a:pt x="618497" y="56294"/>
                  </a:lnTo>
                  <a:cubicBezTo>
                    <a:pt x="620081" y="60601"/>
                    <a:pt x="621499" y="65126"/>
                    <a:pt x="622752" y="69878"/>
                  </a:cubicBezTo>
                  <a:cubicBezTo>
                    <a:pt x="623892" y="65309"/>
                    <a:pt x="625250" y="60854"/>
                    <a:pt x="626833" y="56511"/>
                  </a:cubicBezTo>
                  <a:lnTo>
                    <a:pt x="639373" y="22321"/>
                  </a:lnTo>
                  <a:lnTo>
                    <a:pt x="649319" y="22321"/>
                  </a:lnTo>
                  <a:lnTo>
                    <a:pt x="626999" y="81974"/>
                  </a:lnTo>
                  <a:cubicBezTo>
                    <a:pt x="624606" y="88421"/>
                    <a:pt x="622752" y="92860"/>
                    <a:pt x="621421" y="95287"/>
                  </a:cubicBezTo>
                  <a:cubicBezTo>
                    <a:pt x="619654" y="98568"/>
                    <a:pt x="617627" y="100961"/>
                    <a:pt x="615347" y="102467"/>
                  </a:cubicBezTo>
                  <a:cubicBezTo>
                    <a:pt x="613067" y="104015"/>
                    <a:pt x="610334" y="104790"/>
                    <a:pt x="607175" y="104790"/>
                  </a:cubicBezTo>
                  <a:cubicBezTo>
                    <a:pt x="605252" y="104790"/>
                    <a:pt x="603120" y="104381"/>
                    <a:pt x="600762" y="103572"/>
                  </a:cubicBezTo>
                  <a:close/>
                </a:path>
              </a:pathLst>
            </a:custGeom>
            <a:solidFill>
              <a:srgbClr val="333333"/>
            </a:solidFill>
            <a:ln w="8702" cap="flat">
              <a:noFill/>
              <a:prstDash val="solid"/>
              <a:miter/>
            </a:ln>
          </p:spPr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E4F0309-1559-92DE-319F-D6E4AD9E7254}"/>
              </a:ext>
            </a:extLst>
          </p:cNvPr>
          <p:cNvGrpSpPr/>
          <p:nvPr/>
        </p:nvGrpSpPr>
        <p:grpSpPr>
          <a:xfrm>
            <a:off x="2445726" y="5739635"/>
            <a:ext cx="1118454" cy="174040"/>
            <a:chOff x="2445726" y="5739635"/>
            <a:chExt cx="1118454" cy="174040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F557BC2-E447-9649-E7C8-1CE4C5E23B23}"/>
                </a:ext>
              </a:extLst>
            </p:cNvPr>
            <p:cNvSpPr/>
            <p:nvPr/>
          </p:nvSpPr>
          <p:spPr>
            <a:xfrm>
              <a:off x="2445726" y="5739635"/>
              <a:ext cx="174040" cy="174040"/>
            </a:xfrm>
            <a:custGeom>
              <a:avLst/>
              <a:gdLst>
                <a:gd name="csX0" fmla="*/ 147935 w 174040"/>
                <a:gd name="csY0" fmla="*/ 0 h 174040"/>
                <a:gd name="csX1" fmla="*/ 26106 w 174040"/>
                <a:gd name="csY1" fmla="*/ 0 h 174040"/>
                <a:gd name="csX2" fmla="*/ 0 w 174040"/>
                <a:gd name="csY2" fmla="*/ 26106 h 174040"/>
                <a:gd name="csX3" fmla="*/ 0 w 174040"/>
                <a:gd name="csY3" fmla="*/ 147935 h 174040"/>
                <a:gd name="csX4" fmla="*/ 26106 w 174040"/>
                <a:gd name="csY4" fmla="*/ 174041 h 174040"/>
                <a:gd name="csX5" fmla="*/ 147935 w 174040"/>
                <a:gd name="csY5" fmla="*/ 174041 h 174040"/>
                <a:gd name="csX6" fmla="*/ 174041 w 174040"/>
                <a:gd name="csY6" fmla="*/ 147935 h 174040"/>
                <a:gd name="csX7" fmla="*/ 174041 w 174040"/>
                <a:gd name="csY7" fmla="*/ 26106 h 174040"/>
                <a:gd name="csX8" fmla="*/ 147935 w 174040"/>
                <a:gd name="csY8" fmla="*/ 0 h 17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040" h="174040">
                  <a:moveTo>
                    <a:pt x="147935" y="0"/>
                  </a:moveTo>
                  <a:lnTo>
                    <a:pt x="26106" y="0"/>
                  </a:lnTo>
                  <a:cubicBezTo>
                    <a:pt x="11687" y="0"/>
                    <a:pt x="0" y="11687"/>
                    <a:pt x="0" y="26106"/>
                  </a:cubicBezTo>
                  <a:lnTo>
                    <a:pt x="0" y="147935"/>
                  </a:lnTo>
                  <a:cubicBezTo>
                    <a:pt x="0" y="162354"/>
                    <a:pt x="11687" y="174041"/>
                    <a:pt x="26106" y="174041"/>
                  </a:cubicBezTo>
                  <a:lnTo>
                    <a:pt x="147935" y="174041"/>
                  </a:lnTo>
                  <a:cubicBezTo>
                    <a:pt x="162354" y="174041"/>
                    <a:pt x="174041" y="162354"/>
                    <a:pt x="174041" y="147935"/>
                  </a:cubicBezTo>
                  <a:lnTo>
                    <a:pt x="174041" y="26106"/>
                  </a:lnTo>
                  <a:cubicBezTo>
                    <a:pt x="174041" y="11687"/>
                    <a:pt x="162354" y="0"/>
                    <a:pt x="147935" y="0"/>
                  </a:cubicBezTo>
                  <a:close/>
                </a:path>
              </a:pathLst>
            </a:custGeom>
            <a:solidFill>
              <a:srgbClr val="50A050"/>
            </a:solidFill>
            <a:ln w="17404" cap="flat">
              <a:solidFill>
                <a:srgbClr val="50A050"/>
              </a:solidFill>
              <a:prstDash val="solid"/>
              <a:miter/>
            </a:ln>
          </p:spPr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8047B35-7D04-824E-1A69-70D7C2DDF223}"/>
                </a:ext>
              </a:extLst>
            </p:cNvPr>
            <p:cNvSpPr/>
            <p:nvPr/>
          </p:nvSpPr>
          <p:spPr>
            <a:xfrm>
              <a:off x="2710929" y="5780482"/>
              <a:ext cx="853251" cy="82303"/>
            </a:xfrm>
            <a:custGeom>
              <a:avLst/>
              <a:gdLst>
                <a:gd name="csX0" fmla="*/ 43475 w 853251"/>
                <a:gd name="csY0" fmla="*/ 62089 h 82303"/>
                <a:gd name="csX1" fmla="*/ 53744 w 853251"/>
                <a:gd name="csY1" fmla="*/ 63360 h 82303"/>
                <a:gd name="csX2" fmla="*/ 44746 w 853251"/>
                <a:gd name="csY2" fmla="*/ 77335 h 82303"/>
                <a:gd name="csX3" fmla="*/ 27951 w 853251"/>
                <a:gd name="csY3" fmla="*/ 82304 h 82303"/>
                <a:gd name="csX4" fmla="*/ 7510 w 853251"/>
                <a:gd name="csY4" fmla="*/ 74411 h 82303"/>
                <a:gd name="csX5" fmla="*/ 0 w 853251"/>
                <a:gd name="csY5" fmla="*/ 52152 h 82303"/>
                <a:gd name="csX6" fmla="*/ 7623 w 853251"/>
                <a:gd name="csY6" fmla="*/ 29170 h 82303"/>
                <a:gd name="csX7" fmla="*/ 27403 w 853251"/>
                <a:gd name="csY7" fmla="*/ 20990 h 82303"/>
                <a:gd name="csX8" fmla="*/ 46617 w 853251"/>
                <a:gd name="csY8" fmla="*/ 29004 h 82303"/>
                <a:gd name="csX9" fmla="*/ 54074 w 853251"/>
                <a:gd name="csY9" fmla="*/ 51542 h 82303"/>
                <a:gd name="csX10" fmla="*/ 54022 w 853251"/>
                <a:gd name="csY10" fmla="*/ 54188 h 82303"/>
                <a:gd name="csX11" fmla="*/ 10277 w 853251"/>
                <a:gd name="csY11" fmla="*/ 54188 h 82303"/>
                <a:gd name="csX12" fmla="*/ 15742 w 853251"/>
                <a:gd name="csY12" fmla="*/ 68999 h 82303"/>
                <a:gd name="csX13" fmla="*/ 28003 w 853251"/>
                <a:gd name="csY13" fmla="*/ 74133 h 82303"/>
                <a:gd name="csX14" fmla="*/ 37340 w 853251"/>
                <a:gd name="csY14" fmla="*/ 71261 h 82303"/>
                <a:gd name="csX15" fmla="*/ 43475 w 853251"/>
                <a:gd name="csY15" fmla="*/ 62089 h 82303"/>
                <a:gd name="csX16" fmla="*/ 10825 w 853251"/>
                <a:gd name="csY16" fmla="*/ 46017 h 82303"/>
                <a:gd name="csX17" fmla="*/ 43580 w 853251"/>
                <a:gd name="csY17" fmla="*/ 46017 h 82303"/>
                <a:gd name="csX18" fmla="*/ 39829 w 853251"/>
                <a:gd name="csY18" fmla="*/ 34913 h 82303"/>
                <a:gd name="csX19" fmla="*/ 27507 w 853251"/>
                <a:gd name="csY19" fmla="*/ 29170 h 82303"/>
                <a:gd name="csX20" fmla="*/ 15968 w 853251"/>
                <a:gd name="csY20" fmla="*/ 33755 h 82303"/>
                <a:gd name="csX21" fmla="*/ 10825 w 853251"/>
                <a:gd name="csY21" fmla="*/ 46017 h 82303"/>
                <a:gd name="csX22" fmla="*/ 66283 w 853251"/>
                <a:gd name="csY22" fmla="*/ 80981 h 82303"/>
                <a:gd name="csX23" fmla="*/ 66283 w 853251"/>
                <a:gd name="csY23" fmla="*/ 22321 h 82303"/>
                <a:gd name="csX24" fmla="*/ 75238 w 853251"/>
                <a:gd name="csY24" fmla="*/ 22321 h 82303"/>
                <a:gd name="csX25" fmla="*/ 75238 w 853251"/>
                <a:gd name="csY25" fmla="*/ 30657 h 82303"/>
                <a:gd name="csX26" fmla="*/ 93903 w 853251"/>
                <a:gd name="csY26" fmla="*/ 20990 h 82303"/>
                <a:gd name="csX27" fmla="*/ 103624 w 853251"/>
                <a:gd name="csY27" fmla="*/ 22930 h 82303"/>
                <a:gd name="csX28" fmla="*/ 110307 w 853251"/>
                <a:gd name="csY28" fmla="*/ 27899 h 82303"/>
                <a:gd name="csX29" fmla="*/ 113405 w 853251"/>
                <a:gd name="csY29" fmla="*/ 35244 h 82303"/>
                <a:gd name="csX30" fmla="*/ 113953 w 853251"/>
                <a:gd name="csY30" fmla="*/ 44911 h 82303"/>
                <a:gd name="csX31" fmla="*/ 113953 w 853251"/>
                <a:gd name="csY31" fmla="*/ 80981 h 82303"/>
                <a:gd name="csX32" fmla="*/ 104015 w 853251"/>
                <a:gd name="csY32" fmla="*/ 80981 h 82303"/>
                <a:gd name="csX33" fmla="*/ 104015 w 853251"/>
                <a:gd name="csY33" fmla="*/ 45294 h 82303"/>
                <a:gd name="csX34" fmla="*/ 102849 w 853251"/>
                <a:gd name="csY34" fmla="*/ 36235 h 82303"/>
                <a:gd name="csX35" fmla="*/ 98707 w 853251"/>
                <a:gd name="csY35" fmla="*/ 31432 h 82303"/>
                <a:gd name="csX36" fmla="*/ 91806 w 853251"/>
                <a:gd name="csY36" fmla="*/ 29613 h 82303"/>
                <a:gd name="csX37" fmla="*/ 80816 w 853251"/>
                <a:gd name="csY37" fmla="*/ 33642 h 82303"/>
                <a:gd name="csX38" fmla="*/ 76230 w 853251"/>
                <a:gd name="csY38" fmla="*/ 48940 h 82303"/>
                <a:gd name="csX39" fmla="*/ 76230 w 853251"/>
                <a:gd name="csY39" fmla="*/ 80981 h 82303"/>
                <a:gd name="csX40" fmla="*/ 66283 w 853251"/>
                <a:gd name="csY40" fmla="*/ 80981 h 82303"/>
                <a:gd name="csX41" fmla="*/ 167540 w 853251"/>
                <a:gd name="csY41" fmla="*/ 59496 h 82303"/>
                <a:gd name="csX42" fmla="*/ 177312 w 853251"/>
                <a:gd name="csY42" fmla="*/ 60767 h 82303"/>
                <a:gd name="csX43" fmla="*/ 169080 w 853251"/>
                <a:gd name="csY43" fmla="*/ 76622 h 82303"/>
                <a:gd name="csX44" fmla="*/ 152894 w 853251"/>
                <a:gd name="csY44" fmla="*/ 82304 h 82303"/>
                <a:gd name="csX45" fmla="*/ 133506 w 853251"/>
                <a:gd name="csY45" fmla="*/ 74463 h 82303"/>
                <a:gd name="csX46" fmla="*/ 126214 w 853251"/>
                <a:gd name="csY46" fmla="*/ 51873 h 82303"/>
                <a:gd name="csX47" fmla="*/ 129364 w 853251"/>
                <a:gd name="csY47" fmla="*/ 35244 h 82303"/>
                <a:gd name="csX48" fmla="*/ 138919 w 853251"/>
                <a:gd name="csY48" fmla="*/ 24583 h 82303"/>
                <a:gd name="csX49" fmla="*/ 152956 w 853251"/>
                <a:gd name="csY49" fmla="*/ 20990 h 82303"/>
                <a:gd name="csX50" fmla="*/ 168584 w 853251"/>
                <a:gd name="csY50" fmla="*/ 25854 h 82303"/>
                <a:gd name="csX51" fmla="*/ 176373 w 853251"/>
                <a:gd name="csY51" fmla="*/ 39551 h 82303"/>
                <a:gd name="csX52" fmla="*/ 166705 w 853251"/>
                <a:gd name="csY52" fmla="*/ 41048 h 82303"/>
                <a:gd name="csX53" fmla="*/ 161788 w 853251"/>
                <a:gd name="csY53" fmla="*/ 32154 h 82303"/>
                <a:gd name="csX54" fmla="*/ 153338 w 853251"/>
                <a:gd name="csY54" fmla="*/ 29170 h 82303"/>
                <a:gd name="csX55" fmla="*/ 141129 w 853251"/>
                <a:gd name="csY55" fmla="*/ 34582 h 82303"/>
                <a:gd name="csX56" fmla="*/ 136439 w 853251"/>
                <a:gd name="csY56" fmla="*/ 51594 h 82303"/>
                <a:gd name="csX57" fmla="*/ 140964 w 853251"/>
                <a:gd name="csY57" fmla="*/ 68772 h 82303"/>
                <a:gd name="csX58" fmla="*/ 152790 w 853251"/>
                <a:gd name="csY58" fmla="*/ 74133 h 82303"/>
                <a:gd name="csX59" fmla="*/ 162563 w 853251"/>
                <a:gd name="csY59" fmla="*/ 70539 h 82303"/>
                <a:gd name="csX60" fmla="*/ 167540 w 853251"/>
                <a:gd name="csY60" fmla="*/ 59496 h 82303"/>
                <a:gd name="csX61" fmla="*/ 182116 w 853251"/>
                <a:gd name="csY61" fmla="*/ 51647 h 82303"/>
                <a:gd name="csX62" fmla="*/ 191175 w 853251"/>
                <a:gd name="csY62" fmla="*/ 27507 h 82303"/>
                <a:gd name="csX63" fmla="*/ 209623 w 853251"/>
                <a:gd name="csY63" fmla="*/ 20990 h 82303"/>
                <a:gd name="csX64" fmla="*/ 229403 w 853251"/>
                <a:gd name="csY64" fmla="*/ 28952 h 82303"/>
                <a:gd name="csX65" fmla="*/ 237078 w 853251"/>
                <a:gd name="csY65" fmla="*/ 50820 h 82303"/>
                <a:gd name="csX66" fmla="*/ 233658 w 853251"/>
                <a:gd name="csY66" fmla="*/ 68659 h 82303"/>
                <a:gd name="csX67" fmla="*/ 223764 w 853251"/>
                <a:gd name="csY67" fmla="*/ 78719 h 82303"/>
                <a:gd name="csX68" fmla="*/ 209623 w 853251"/>
                <a:gd name="csY68" fmla="*/ 82304 h 82303"/>
                <a:gd name="csX69" fmla="*/ 189687 w 853251"/>
                <a:gd name="csY69" fmla="*/ 74411 h 82303"/>
                <a:gd name="csX70" fmla="*/ 182116 w 853251"/>
                <a:gd name="csY70" fmla="*/ 51647 h 82303"/>
                <a:gd name="csX71" fmla="*/ 192341 w 853251"/>
                <a:gd name="csY71" fmla="*/ 51647 h 82303"/>
                <a:gd name="csX72" fmla="*/ 197258 w 853251"/>
                <a:gd name="csY72" fmla="*/ 68555 h 82303"/>
                <a:gd name="csX73" fmla="*/ 209623 w 853251"/>
                <a:gd name="csY73" fmla="*/ 74133 h 82303"/>
                <a:gd name="csX74" fmla="*/ 221945 w 853251"/>
                <a:gd name="csY74" fmla="*/ 68494 h 82303"/>
                <a:gd name="csX75" fmla="*/ 226862 w 853251"/>
                <a:gd name="csY75" fmla="*/ 51316 h 82303"/>
                <a:gd name="csX76" fmla="*/ 221893 w 853251"/>
                <a:gd name="csY76" fmla="*/ 34861 h 82303"/>
                <a:gd name="csX77" fmla="*/ 209623 w 853251"/>
                <a:gd name="csY77" fmla="*/ 29222 h 82303"/>
                <a:gd name="csX78" fmla="*/ 197258 w 853251"/>
                <a:gd name="csY78" fmla="*/ 34800 h 82303"/>
                <a:gd name="csX79" fmla="*/ 192341 w 853251"/>
                <a:gd name="csY79" fmla="*/ 51647 h 82303"/>
                <a:gd name="csX80" fmla="*/ 286845 w 853251"/>
                <a:gd name="csY80" fmla="*/ 80981 h 82303"/>
                <a:gd name="csX81" fmla="*/ 286845 w 853251"/>
                <a:gd name="csY81" fmla="*/ 73576 h 82303"/>
                <a:gd name="csX82" fmla="*/ 270441 w 853251"/>
                <a:gd name="csY82" fmla="*/ 82304 h 82303"/>
                <a:gd name="csX83" fmla="*/ 257519 w 853251"/>
                <a:gd name="csY83" fmla="*/ 78440 h 82303"/>
                <a:gd name="csX84" fmla="*/ 248399 w 853251"/>
                <a:gd name="csY84" fmla="*/ 67667 h 82303"/>
                <a:gd name="csX85" fmla="*/ 245197 w 853251"/>
                <a:gd name="csY85" fmla="*/ 51708 h 82303"/>
                <a:gd name="csX86" fmla="*/ 248129 w 853251"/>
                <a:gd name="csY86" fmla="*/ 35800 h 82303"/>
                <a:gd name="csX87" fmla="*/ 256910 w 853251"/>
                <a:gd name="csY87" fmla="*/ 24801 h 82303"/>
                <a:gd name="csX88" fmla="*/ 269998 w 853251"/>
                <a:gd name="csY88" fmla="*/ 20990 h 82303"/>
                <a:gd name="csX89" fmla="*/ 279448 w 853251"/>
                <a:gd name="csY89" fmla="*/ 23261 h 82303"/>
                <a:gd name="csX90" fmla="*/ 286184 w 853251"/>
                <a:gd name="csY90" fmla="*/ 29057 h 82303"/>
                <a:gd name="csX91" fmla="*/ 286184 w 853251"/>
                <a:gd name="csY91" fmla="*/ 0 h 82303"/>
                <a:gd name="csX92" fmla="*/ 296078 w 853251"/>
                <a:gd name="csY92" fmla="*/ 0 h 82303"/>
                <a:gd name="csX93" fmla="*/ 296078 w 853251"/>
                <a:gd name="csY93" fmla="*/ 80981 h 82303"/>
                <a:gd name="csX94" fmla="*/ 286845 w 853251"/>
                <a:gd name="csY94" fmla="*/ 80981 h 82303"/>
                <a:gd name="csX95" fmla="*/ 255422 w 853251"/>
                <a:gd name="csY95" fmla="*/ 51708 h 82303"/>
                <a:gd name="csX96" fmla="*/ 260173 w 853251"/>
                <a:gd name="csY96" fmla="*/ 68555 h 82303"/>
                <a:gd name="csX97" fmla="*/ 271381 w 853251"/>
                <a:gd name="csY97" fmla="*/ 74133 h 82303"/>
                <a:gd name="csX98" fmla="*/ 282433 w 853251"/>
                <a:gd name="csY98" fmla="*/ 68833 h 82303"/>
                <a:gd name="csX99" fmla="*/ 287010 w 853251"/>
                <a:gd name="csY99" fmla="*/ 52535 h 82303"/>
                <a:gd name="csX100" fmla="*/ 282372 w 853251"/>
                <a:gd name="csY100" fmla="*/ 34861 h 82303"/>
                <a:gd name="csX101" fmla="*/ 270938 w 853251"/>
                <a:gd name="csY101" fmla="*/ 29222 h 82303"/>
                <a:gd name="csX102" fmla="*/ 259834 w 853251"/>
                <a:gd name="csY102" fmla="*/ 34634 h 82303"/>
                <a:gd name="csX103" fmla="*/ 255422 w 853251"/>
                <a:gd name="csY103" fmla="*/ 51708 h 82303"/>
                <a:gd name="csX104" fmla="*/ 351919 w 853251"/>
                <a:gd name="csY104" fmla="*/ 62089 h 82303"/>
                <a:gd name="csX105" fmla="*/ 362196 w 853251"/>
                <a:gd name="csY105" fmla="*/ 63360 h 82303"/>
                <a:gd name="csX106" fmla="*/ 353189 w 853251"/>
                <a:gd name="csY106" fmla="*/ 77335 h 82303"/>
                <a:gd name="csX107" fmla="*/ 336394 w 853251"/>
                <a:gd name="csY107" fmla="*/ 82304 h 82303"/>
                <a:gd name="csX108" fmla="*/ 315962 w 853251"/>
                <a:gd name="csY108" fmla="*/ 74411 h 82303"/>
                <a:gd name="csX109" fmla="*/ 308443 w 853251"/>
                <a:gd name="csY109" fmla="*/ 52152 h 82303"/>
                <a:gd name="csX110" fmla="*/ 316066 w 853251"/>
                <a:gd name="csY110" fmla="*/ 29170 h 82303"/>
                <a:gd name="csX111" fmla="*/ 335846 w 853251"/>
                <a:gd name="csY111" fmla="*/ 20990 h 82303"/>
                <a:gd name="csX112" fmla="*/ 355069 w 853251"/>
                <a:gd name="csY112" fmla="*/ 29004 h 82303"/>
                <a:gd name="csX113" fmla="*/ 362526 w 853251"/>
                <a:gd name="csY113" fmla="*/ 51542 h 82303"/>
                <a:gd name="csX114" fmla="*/ 362466 w 853251"/>
                <a:gd name="csY114" fmla="*/ 54188 h 82303"/>
                <a:gd name="csX115" fmla="*/ 318720 w 853251"/>
                <a:gd name="csY115" fmla="*/ 54188 h 82303"/>
                <a:gd name="csX116" fmla="*/ 324185 w 853251"/>
                <a:gd name="csY116" fmla="*/ 68999 h 82303"/>
                <a:gd name="csX117" fmla="*/ 336455 w 853251"/>
                <a:gd name="csY117" fmla="*/ 74133 h 82303"/>
                <a:gd name="csX118" fmla="*/ 345784 w 853251"/>
                <a:gd name="csY118" fmla="*/ 71261 h 82303"/>
                <a:gd name="csX119" fmla="*/ 351919 w 853251"/>
                <a:gd name="csY119" fmla="*/ 62089 h 82303"/>
                <a:gd name="csX120" fmla="*/ 319277 w 853251"/>
                <a:gd name="csY120" fmla="*/ 46017 h 82303"/>
                <a:gd name="csX121" fmla="*/ 352032 w 853251"/>
                <a:gd name="csY121" fmla="*/ 46017 h 82303"/>
                <a:gd name="csX122" fmla="*/ 348272 w 853251"/>
                <a:gd name="csY122" fmla="*/ 34913 h 82303"/>
                <a:gd name="csX123" fmla="*/ 335959 w 853251"/>
                <a:gd name="csY123" fmla="*/ 29170 h 82303"/>
                <a:gd name="csX124" fmla="*/ 324412 w 853251"/>
                <a:gd name="csY124" fmla="*/ 33755 h 82303"/>
                <a:gd name="csX125" fmla="*/ 319277 w 853251"/>
                <a:gd name="csY125" fmla="*/ 46017 h 82303"/>
                <a:gd name="csX126" fmla="*/ 374622 w 853251"/>
                <a:gd name="csY126" fmla="*/ 80981 h 82303"/>
                <a:gd name="csX127" fmla="*/ 374622 w 853251"/>
                <a:gd name="csY127" fmla="*/ 22321 h 82303"/>
                <a:gd name="csX128" fmla="*/ 383568 w 853251"/>
                <a:gd name="csY128" fmla="*/ 22321 h 82303"/>
                <a:gd name="csX129" fmla="*/ 383568 w 853251"/>
                <a:gd name="csY129" fmla="*/ 31214 h 82303"/>
                <a:gd name="csX130" fmla="*/ 389868 w 853251"/>
                <a:gd name="csY130" fmla="*/ 22983 h 82303"/>
                <a:gd name="csX131" fmla="*/ 396273 w 853251"/>
                <a:gd name="csY131" fmla="*/ 20990 h 82303"/>
                <a:gd name="csX132" fmla="*/ 406489 w 853251"/>
                <a:gd name="csY132" fmla="*/ 24200 h 82303"/>
                <a:gd name="csX133" fmla="*/ 403069 w 853251"/>
                <a:gd name="csY133" fmla="*/ 33425 h 82303"/>
                <a:gd name="csX134" fmla="*/ 395777 w 853251"/>
                <a:gd name="csY134" fmla="*/ 31267 h 82303"/>
                <a:gd name="csX135" fmla="*/ 389920 w 853251"/>
                <a:gd name="csY135" fmla="*/ 33259 h 82303"/>
                <a:gd name="csX136" fmla="*/ 386222 w 853251"/>
                <a:gd name="csY136" fmla="*/ 38672 h 82303"/>
                <a:gd name="csX137" fmla="*/ 384560 w 853251"/>
                <a:gd name="csY137" fmla="*/ 50272 h 82303"/>
                <a:gd name="csX138" fmla="*/ 384560 w 853251"/>
                <a:gd name="csY138" fmla="*/ 80981 h 82303"/>
                <a:gd name="csX139" fmla="*/ 374622 w 853251"/>
                <a:gd name="csY139" fmla="*/ 80981 h 82303"/>
                <a:gd name="csX140" fmla="*/ 408534 w 853251"/>
                <a:gd name="csY140" fmla="*/ 56676 h 82303"/>
                <a:gd name="csX141" fmla="*/ 408534 w 853251"/>
                <a:gd name="csY141" fmla="*/ 46678 h 82303"/>
                <a:gd name="csX142" fmla="*/ 439087 w 853251"/>
                <a:gd name="csY142" fmla="*/ 46678 h 82303"/>
                <a:gd name="csX143" fmla="*/ 439087 w 853251"/>
                <a:gd name="csY143" fmla="*/ 56676 h 82303"/>
                <a:gd name="csX144" fmla="*/ 408534 w 853251"/>
                <a:gd name="csY144" fmla="*/ 56676 h 82303"/>
                <a:gd name="csX145" fmla="*/ 488132 w 853251"/>
                <a:gd name="csY145" fmla="*/ 80981 h 82303"/>
                <a:gd name="csX146" fmla="*/ 488132 w 853251"/>
                <a:gd name="csY146" fmla="*/ 73576 h 82303"/>
                <a:gd name="csX147" fmla="*/ 471728 w 853251"/>
                <a:gd name="csY147" fmla="*/ 82304 h 82303"/>
                <a:gd name="csX148" fmla="*/ 458806 w 853251"/>
                <a:gd name="csY148" fmla="*/ 78440 h 82303"/>
                <a:gd name="csX149" fmla="*/ 449686 w 853251"/>
                <a:gd name="csY149" fmla="*/ 67667 h 82303"/>
                <a:gd name="csX150" fmla="*/ 446484 w 853251"/>
                <a:gd name="csY150" fmla="*/ 51708 h 82303"/>
                <a:gd name="csX151" fmla="*/ 449416 w 853251"/>
                <a:gd name="csY151" fmla="*/ 35800 h 82303"/>
                <a:gd name="csX152" fmla="*/ 458197 w 853251"/>
                <a:gd name="csY152" fmla="*/ 24801 h 82303"/>
                <a:gd name="csX153" fmla="*/ 471284 w 853251"/>
                <a:gd name="csY153" fmla="*/ 20990 h 82303"/>
                <a:gd name="csX154" fmla="*/ 480735 w 853251"/>
                <a:gd name="csY154" fmla="*/ 23261 h 82303"/>
                <a:gd name="csX155" fmla="*/ 487470 w 853251"/>
                <a:gd name="csY155" fmla="*/ 29057 h 82303"/>
                <a:gd name="csX156" fmla="*/ 487470 w 853251"/>
                <a:gd name="csY156" fmla="*/ 0 h 82303"/>
                <a:gd name="csX157" fmla="*/ 497356 w 853251"/>
                <a:gd name="csY157" fmla="*/ 0 h 82303"/>
                <a:gd name="csX158" fmla="*/ 497356 w 853251"/>
                <a:gd name="csY158" fmla="*/ 80981 h 82303"/>
                <a:gd name="csX159" fmla="*/ 488132 w 853251"/>
                <a:gd name="csY159" fmla="*/ 80981 h 82303"/>
                <a:gd name="csX160" fmla="*/ 456700 w 853251"/>
                <a:gd name="csY160" fmla="*/ 51708 h 82303"/>
                <a:gd name="csX161" fmla="*/ 461451 w 853251"/>
                <a:gd name="csY161" fmla="*/ 68555 h 82303"/>
                <a:gd name="csX162" fmla="*/ 472668 w 853251"/>
                <a:gd name="csY162" fmla="*/ 74133 h 82303"/>
                <a:gd name="csX163" fmla="*/ 483711 w 853251"/>
                <a:gd name="csY163" fmla="*/ 68833 h 82303"/>
                <a:gd name="csX164" fmla="*/ 488297 w 853251"/>
                <a:gd name="csY164" fmla="*/ 52535 h 82303"/>
                <a:gd name="csX165" fmla="*/ 483659 w 853251"/>
                <a:gd name="csY165" fmla="*/ 34861 h 82303"/>
                <a:gd name="csX166" fmla="*/ 472224 w 853251"/>
                <a:gd name="csY166" fmla="*/ 29222 h 82303"/>
                <a:gd name="csX167" fmla="*/ 461121 w 853251"/>
                <a:gd name="csY167" fmla="*/ 34634 h 82303"/>
                <a:gd name="csX168" fmla="*/ 456700 w 853251"/>
                <a:gd name="csY168" fmla="*/ 51708 h 82303"/>
                <a:gd name="csX169" fmla="*/ 553205 w 853251"/>
                <a:gd name="csY169" fmla="*/ 62089 h 82303"/>
                <a:gd name="csX170" fmla="*/ 563482 w 853251"/>
                <a:gd name="csY170" fmla="*/ 63360 h 82303"/>
                <a:gd name="csX171" fmla="*/ 554476 w 853251"/>
                <a:gd name="csY171" fmla="*/ 77335 h 82303"/>
                <a:gd name="csX172" fmla="*/ 537681 w 853251"/>
                <a:gd name="csY172" fmla="*/ 82304 h 82303"/>
                <a:gd name="csX173" fmla="*/ 517248 w 853251"/>
                <a:gd name="csY173" fmla="*/ 74411 h 82303"/>
                <a:gd name="csX174" fmla="*/ 509730 w 853251"/>
                <a:gd name="csY174" fmla="*/ 52152 h 82303"/>
                <a:gd name="csX175" fmla="*/ 517353 w 853251"/>
                <a:gd name="csY175" fmla="*/ 29170 h 82303"/>
                <a:gd name="csX176" fmla="*/ 537133 w 853251"/>
                <a:gd name="csY176" fmla="*/ 20990 h 82303"/>
                <a:gd name="csX177" fmla="*/ 556356 w 853251"/>
                <a:gd name="csY177" fmla="*/ 29004 h 82303"/>
                <a:gd name="csX178" fmla="*/ 563813 w 853251"/>
                <a:gd name="csY178" fmla="*/ 51542 h 82303"/>
                <a:gd name="csX179" fmla="*/ 563752 w 853251"/>
                <a:gd name="csY179" fmla="*/ 54188 h 82303"/>
                <a:gd name="csX180" fmla="*/ 520007 w 853251"/>
                <a:gd name="csY180" fmla="*/ 54188 h 82303"/>
                <a:gd name="csX181" fmla="*/ 525472 w 853251"/>
                <a:gd name="csY181" fmla="*/ 68999 h 82303"/>
                <a:gd name="csX182" fmla="*/ 537742 w 853251"/>
                <a:gd name="csY182" fmla="*/ 74133 h 82303"/>
                <a:gd name="csX183" fmla="*/ 547070 w 853251"/>
                <a:gd name="csY183" fmla="*/ 71261 h 82303"/>
                <a:gd name="csX184" fmla="*/ 553205 w 853251"/>
                <a:gd name="csY184" fmla="*/ 62089 h 82303"/>
                <a:gd name="csX185" fmla="*/ 520555 w 853251"/>
                <a:gd name="csY185" fmla="*/ 46017 h 82303"/>
                <a:gd name="csX186" fmla="*/ 553319 w 853251"/>
                <a:gd name="csY186" fmla="*/ 46017 h 82303"/>
                <a:gd name="csX187" fmla="*/ 549559 w 853251"/>
                <a:gd name="csY187" fmla="*/ 34913 h 82303"/>
                <a:gd name="csX188" fmla="*/ 537237 w 853251"/>
                <a:gd name="csY188" fmla="*/ 29170 h 82303"/>
                <a:gd name="csX189" fmla="*/ 525698 w 853251"/>
                <a:gd name="csY189" fmla="*/ 33755 h 82303"/>
                <a:gd name="csX190" fmla="*/ 520555 w 853251"/>
                <a:gd name="csY190" fmla="*/ 46017 h 82303"/>
                <a:gd name="csX191" fmla="*/ 614294 w 853251"/>
                <a:gd name="csY191" fmla="*/ 59496 h 82303"/>
                <a:gd name="csX192" fmla="*/ 624075 w 853251"/>
                <a:gd name="csY192" fmla="*/ 60767 h 82303"/>
                <a:gd name="csX193" fmla="*/ 615843 w 853251"/>
                <a:gd name="csY193" fmla="*/ 76622 h 82303"/>
                <a:gd name="csX194" fmla="*/ 599657 w 853251"/>
                <a:gd name="csY194" fmla="*/ 82304 h 82303"/>
                <a:gd name="csX195" fmla="*/ 580269 w 853251"/>
                <a:gd name="csY195" fmla="*/ 74463 h 82303"/>
                <a:gd name="csX196" fmla="*/ 572976 w 853251"/>
                <a:gd name="csY196" fmla="*/ 51873 h 82303"/>
                <a:gd name="csX197" fmla="*/ 576127 w 853251"/>
                <a:gd name="csY197" fmla="*/ 35244 h 82303"/>
                <a:gd name="csX198" fmla="*/ 585681 w 853251"/>
                <a:gd name="csY198" fmla="*/ 24583 h 82303"/>
                <a:gd name="csX199" fmla="*/ 599718 w 853251"/>
                <a:gd name="csY199" fmla="*/ 20990 h 82303"/>
                <a:gd name="csX200" fmla="*/ 615347 w 853251"/>
                <a:gd name="csY200" fmla="*/ 25854 h 82303"/>
                <a:gd name="csX201" fmla="*/ 623135 w 853251"/>
                <a:gd name="csY201" fmla="*/ 39551 h 82303"/>
                <a:gd name="csX202" fmla="*/ 613467 w 853251"/>
                <a:gd name="csY202" fmla="*/ 41048 h 82303"/>
                <a:gd name="csX203" fmla="*/ 608550 w 853251"/>
                <a:gd name="csY203" fmla="*/ 32154 h 82303"/>
                <a:gd name="csX204" fmla="*/ 600101 w 853251"/>
                <a:gd name="csY204" fmla="*/ 29170 h 82303"/>
                <a:gd name="csX205" fmla="*/ 587892 w 853251"/>
                <a:gd name="csY205" fmla="*/ 34582 h 82303"/>
                <a:gd name="csX206" fmla="*/ 583201 w 853251"/>
                <a:gd name="csY206" fmla="*/ 51594 h 82303"/>
                <a:gd name="csX207" fmla="*/ 587726 w 853251"/>
                <a:gd name="csY207" fmla="*/ 68772 h 82303"/>
                <a:gd name="csX208" fmla="*/ 599552 w 853251"/>
                <a:gd name="csY208" fmla="*/ 74133 h 82303"/>
                <a:gd name="csX209" fmla="*/ 609325 w 853251"/>
                <a:gd name="csY209" fmla="*/ 70539 h 82303"/>
                <a:gd name="csX210" fmla="*/ 614294 w 853251"/>
                <a:gd name="csY210" fmla="*/ 59496 h 82303"/>
                <a:gd name="csX211" fmla="*/ 628878 w 853251"/>
                <a:gd name="csY211" fmla="*/ 51647 h 82303"/>
                <a:gd name="csX212" fmla="*/ 637937 w 853251"/>
                <a:gd name="csY212" fmla="*/ 27507 h 82303"/>
                <a:gd name="csX213" fmla="*/ 656385 w 853251"/>
                <a:gd name="csY213" fmla="*/ 20990 h 82303"/>
                <a:gd name="csX214" fmla="*/ 676165 w 853251"/>
                <a:gd name="csY214" fmla="*/ 28952 h 82303"/>
                <a:gd name="csX215" fmla="*/ 683840 w 853251"/>
                <a:gd name="csY215" fmla="*/ 50820 h 82303"/>
                <a:gd name="csX216" fmla="*/ 680420 w 853251"/>
                <a:gd name="csY216" fmla="*/ 68659 h 82303"/>
                <a:gd name="csX217" fmla="*/ 670526 w 853251"/>
                <a:gd name="csY217" fmla="*/ 78719 h 82303"/>
                <a:gd name="csX218" fmla="*/ 656385 w 853251"/>
                <a:gd name="csY218" fmla="*/ 82304 h 82303"/>
                <a:gd name="csX219" fmla="*/ 636449 w 853251"/>
                <a:gd name="csY219" fmla="*/ 74411 h 82303"/>
                <a:gd name="csX220" fmla="*/ 628878 w 853251"/>
                <a:gd name="csY220" fmla="*/ 51647 h 82303"/>
                <a:gd name="csX221" fmla="*/ 639094 w 853251"/>
                <a:gd name="csY221" fmla="*/ 51647 h 82303"/>
                <a:gd name="csX222" fmla="*/ 644011 w 853251"/>
                <a:gd name="csY222" fmla="*/ 68555 h 82303"/>
                <a:gd name="csX223" fmla="*/ 656385 w 853251"/>
                <a:gd name="csY223" fmla="*/ 74133 h 82303"/>
                <a:gd name="csX224" fmla="*/ 668708 w 853251"/>
                <a:gd name="csY224" fmla="*/ 68494 h 82303"/>
                <a:gd name="csX225" fmla="*/ 673624 w 853251"/>
                <a:gd name="csY225" fmla="*/ 51316 h 82303"/>
                <a:gd name="csX226" fmla="*/ 668646 w 853251"/>
                <a:gd name="csY226" fmla="*/ 34861 h 82303"/>
                <a:gd name="csX227" fmla="*/ 656385 w 853251"/>
                <a:gd name="csY227" fmla="*/ 29222 h 82303"/>
                <a:gd name="csX228" fmla="*/ 644011 w 853251"/>
                <a:gd name="csY228" fmla="*/ 34800 h 82303"/>
                <a:gd name="csX229" fmla="*/ 639094 w 853251"/>
                <a:gd name="csY229" fmla="*/ 51647 h 82303"/>
                <a:gd name="csX230" fmla="*/ 733607 w 853251"/>
                <a:gd name="csY230" fmla="*/ 80981 h 82303"/>
                <a:gd name="csX231" fmla="*/ 733607 w 853251"/>
                <a:gd name="csY231" fmla="*/ 73576 h 82303"/>
                <a:gd name="csX232" fmla="*/ 717204 w 853251"/>
                <a:gd name="csY232" fmla="*/ 82304 h 82303"/>
                <a:gd name="csX233" fmla="*/ 704281 w 853251"/>
                <a:gd name="csY233" fmla="*/ 78440 h 82303"/>
                <a:gd name="csX234" fmla="*/ 695162 w 853251"/>
                <a:gd name="csY234" fmla="*/ 67667 h 82303"/>
                <a:gd name="csX235" fmla="*/ 691959 w 853251"/>
                <a:gd name="csY235" fmla="*/ 51708 h 82303"/>
                <a:gd name="csX236" fmla="*/ 694892 w 853251"/>
                <a:gd name="csY236" fmla="*/ 35800 h 82303"/>
                <a:gd name="csX237" fmla="*/ 703672 w 853251"/>
                <a:gd name="csY237" fmla="*/ 24801 h 82303"/>
                <a:gd name="csX238" fmla="*/ 716760 w 853251"/>
                <a:gd name="csY238" fmla="*/ 20990 h 82303"/>
                <a:gd name="csX239" fmla="*/ 726210 w 853251"/>
                <a:gd name="csY239" fmla="*/ 23261 h 82303"/>
                <a:gd name="csX240" fmla="*/ 732946 w 853251"/>
                <a:gd name="csY240" fmla="*/ 29057 h 82303"/>
                <a:gd name="csX241" fmla="*/ 732946 w 853251"/>
                <a:gd name="csY241" fmla="*/ 0 h 82303"/>
                <a:gd name="csX242" fmla="*/ 742831 w 853251"/>
                <a:gd name="csY242" fmla="*/ 0 h 82303"/>
                <a:gd name="csX243" fmla="*/ 742831 w 853251"/>
                <a:gd name="csY243" fmla="*/ 80981 h 82303"/>
                <a:gd name="csX244" fmla="*/ 733607 w 853251"/>
                <a:gd name="csY244" fmla="*/ 80981 h 82303"/>
                <a:gd name="csX245" fmla="*/ 702175 w 853251"/>
                <a:gd name="csY245" fmla="*/ 51708 h 82303"/>
                <a:gd name="csX246" fmla="*/ 706927 w 853251"/>
                <a:gd name="csY246" fmla="*/ 68555 h 82303"/>
                <a:gd name="csX247" fmla="*/ 718144 w 853251"/>
                <a:gd name="csY247" fmla="*/ 74133 h 82303"/>
                <a:gd name="csX248" fmla="*/ 729186 w 853251"/>
                <a:gd name="csY248" fmla="*/ 68833 h 82303"/>
                <a:gd name="csX249" fmla="*/ 733773 w 853251"/>
                <a:gd name="csY249" fmla="*/ 52535 h 82303"/>
                <a:gd name="csX250" fmla="*/ 729134 w 853251"/>
                <a:gd name="csY250" fmla="*/ 34861 h 82303"/>
                <a:gd name="csX251" fmla="*/ 717700 w 853251"/>
                <a:gd name="csY251" fmla="*/ 29222 h 82303"/>
                <a:gd name="csX252" fmla="*/ 706596 w 853251"/>
                <a:gd name="csY252" fmla="*/ 34634 h 82303"/>
                <a:gd name="csX253" fmla="*/ 702175 w 853251"/>
                <a:gd name="csY253" fmla="*/ 51708 h 82303"/>
                <a:gd name="csX254" fmla="*/ 798681 w 853251"/>
                <a:gd name="csY254" fmla="*/ 62089 h 82303"/>
                <a:gd name="csX255" fmla="*/ 808958 w 853251"/>
                <a:gd name="csY255" fmla="*/ 63360 h 82303"/>
                <a:gd name="csX256" fmla="*/ 799952 w 853251"/>
                <a:gd name="csY256" fmla="*/ 77335 h 82303"/>
                <a:gd name="csX257" fmla="*/ 783156 w 853251"/>
                <a:gd name="csY257" fmla="*/ 82304 h 82303"/>
                <a:gd name="csX258" fmla="*/ 762724 w 853251"/>
                <a:gd name="csY258" fmla="*/ 74411 h 82303"/>
                <a:gd name="csX259" fmla="*/ 755205 w 853251"/>
                <a:gd name="csY259" fmla="*/ 52152 h 82303"/>
                <a:gd name="csX260" fmla="*/ 762829 w 853251"/>
                <a:gd name="csY260" fmla="*/ 29170 h 82303"/>
                <a:gd name="csX261" fmla="*/ 782608 w 853251"/>
                <a:gd name="csY261" fmla="*/ 20990 h 82303"/>
                <a:gd name="csX262" fmla="*/ 801831 w 853251"/>
                <a:gd name="csY262" fmla="*/ 29004 h 82303"/>
                <a:gd name="csX263" fmla="*/ 809289 w 853251"/>
                <a:gd name="csY263" fmla="*/ 51542 h 82303"/>
                <a:gd name="csX264" fmla="*/ 809228 w 853251"/>
                <a:gd name="csY264" fmla="*/ 54188 h 82303"/>
                <a:gd name="csX265" fmla="*/ 765483 w 853251"/>
                <a:gd name="csY265" fmla="*/ 54188 h 82303"/>
                <a:gd name="csX266" fmla="*/ 770948 w 853251"/>
                <a:gd name="csY266" fmla="*/ 68999 h 82303"/>
                <a:gd name="csX267" fmla="*/ 783209 w 853251"/>
                <a:gd name="csY267" fmla="*/ 74133 h 82303"/>
                <a:gd name="csX268" fmla="*/ 792546 w 853251"/>
                <a:gd name="csY268" fmla="*/ 71261 h 82303"/>
                <a:gd name="csX269" fmla="*/ 798681 w 853251"/>
                <a:gd name="csY269" fmla="*/ 62089 h 82303"/>
                <a:gd name="csX270" fmla="*/ 766031 w 853251"/>
                <a:gd name="csY270" fmla="*/ 46017 h 82303"/>
                <a:gd name="csX271" fmla="*/ 798794 w 853251"/>
                <a:gd name="csY271" fmla="*/ 46017 h 82303"/>
                <a:gd name="csX272" fmla="*/ 795035 w 853251"/>
                <a:gd name="csY272" fmla="*/ 34913 h 82303"/>
                <a:gd name="csX273" fmla="*/ 782713 w 853251"/>
                <a:gd name="csY273" fmla="*/ 29170 h 82303"/>
                <a:gd name="csX274" fmla="*/ 771174 w 853251"/>
                <a:gd name="csY274" fmla="*/ 33755 h 82303"/>
                <a:gd name="csX275" fmla="*/ 766031 w 853251"/>
                <a:gd name="csY275" fmla="*/ 46017 h 82303"/>
                <a:gd name="csX276" fmla="*/ 821385 w 853251"/>
                <a:gd name="csY276" fmla="*/ 80981 h 82303"/>
                <a:gd name="csX277" fmla="*/ 821385 w 853251"/>
                <a:gd name="csY277" fmla="*/ 22321 h 82303"/>
                <a:gd name="csX278" fmla="*/ 830330 w 853251"/>
                <a:gd name="csY278" fmla="*/ 22321 h 82303"/>
                <a:gd name="csX279" fmla="*/ 830330 w 853251"/>
                <a:gd name="csY279" fmla="*/ 31214 h 82303"/>
                <a:gd name="csX280" fmla="*/ 836631 w 853251"/>
                <a:gd name="csY280" fmla="*/ 22983 h 82303"/>
                <a:gd name="csX281" fmla="*/ 843035 w 853251"/>
                <a:gd name="csY281" fmla="*/ 20990 h 82303"/>
                <a:gd name="csX282" fmla="*/ 853251 w 853251"/>
                <a:gd name="csY282" fmla="*/ 24200 h 82303"/>
                <a:gd name="csX283" fmla="*/ 849832 w 853251"/>
                <a:gd name="csY283" fmla="*/ 33425 h 82303"/>
                <a:gd name="csX284" fmla="*/ 842539 w 853251"/>
                <a:gd name="csY284" fmla="*/ 31267 h 82303"/>
                <a:gd name="csX285" fmla="*/ 836683 w 853251"/>
                <a:gd name="csY285" fmla="*/ 33259 h 82303"/>
                <a:gd name="csX286" fmla="*/ 832984 w 853251"/>
                <a:gd name="csY286" fmla="*/ 38672 h 82303"/>
                <a:gd name="csX287" fmla="*/ 831322 w 853251"/>
                <a:gd name="csY287" fmla="*/ 50272 h 82303"/>
                <a:gd name="csX288" fmla="*/ 831322 w 853251"/>
                <a:gd name="csY288" fmla="*/ 80981 h 82303"/>
                <a:gd name="csX289" fmla="*/ 821385 w 853251"/>
                <a:gd name="csY289" fmla="*/ 80981 h 82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</a:cxnLst>
              <a:rect l="l" t="t" r="r" b="b"/>
              <a:pathLst>
                <a:path w="853251" h="82303">
                  <a:moveTo>
                    <a:pt x="43475" y="62089"/>
                  </a:moveTo>
                  <a:lnTo>
                    <a:pt x="53744" y="63360"/>
                  </a:lnTo>
                  <a:cubicBezTo>
                    <a:pt x="52125" y="69364"/>
                    <a:pt x="49123" y="74020"/>
                    <a:pt x="44746" y="77335"/>
                  </a:cubicBezTo>
                  <a:cubicBezTo>
                    <a:pt x="40360" y="80650"/>
                    <a:pt x="34765" y="82304"/>
                    <a:pt x="27951" y="82304"/>
                  </a:cubicBezTo>
                  <a:cubicBezTo>
                    <a:pt x="19371" y="82304"/>
                    <a:pt x="12557" y="79676"/>
                    <a:pt x="7510" y="74411"/>
                  </a:cubicBezTo>
                  <a:cubicBezTo>
                    <a:pt x="2506" y="69103"/>
                    <a:pt x="0" y="61689"/>
                    <a:pt x="0" y="52152"/>
                  </a:cubicBezTo>
                  <a:cubicBezTo>
                    <a:pt x="0" y="42275"/>
                    <a:pt x="2541" y="34617"/>
                    <a:pt x="7623" y="29170"/>
                  </a:cubicBezTo>
                  <a:cubicBezTo>
                    <a:pt x="12705" y="23722"/>
                    <a:pt x="19301" y="20990"/>
                    <a:pt x="27403" y="20990"/>
                  </a:cubicBezTo>
                  <a:cubicBezTo>
                    <a:pt x="35243" y="20990"/>
                    <a:pt x="41648" y="23661"/>
                    <a:pt x="46617" y="29004"/>
                  </a:cubicBezTo>
                  <a:cubicBezTo>
                    <a:pt x="51594" y="34339"/>
                    <a:pt x="54074" y="41857"/>
                    <a:pt x="54074" y="51542"/>
                  </a:cubicBezTo>
                  <a:cubicBezTo>
                    <a:pt x="54074" y="52126"/>
                    <a:pt x="54057" y="53013"/>
                    <a:pt x="54022" y="54188"/>
                  </a:cubicBezTo>
                  <a:lnTo>
                    <a:pt x="10277" y="54188"/>
                  </a:lnTo>
                  <a:cubicBezTo>
                    <a:pt x="10643" y="60636"/>
                    <a:pt x="12470" y="65570"/>
                    <a:pt x="15742" y="68999"/>
                  </a:cubicBezTo>
                  <a:cubicBezTo>
                    <a:pt x="19022" y="72418"/>
                    <a:pt x="23112" y="74133"/>
                    <a:pt x="28003" y="74133"/>
                  </a:cubicBezTo>
                  <a:cubicBezTo>
                    <a:pt x="31649" y="74133"/>
                    <a:pt x="34765" y="73176"/>
                    <a:pt x="37340" y="71261"/>
                  </a:cubicBezTo>
                  <a:cubicBezTo>
                    <a:pt x="39916" y="69347"/>
                    <a:pt x="41961" y="66292"/>
                    <a:pt x="43475" y="62089"/>
                  </a:cubicBezTo>
                  <a:close/>
                  <a:moveTo>
                    <a:pt x="10825" y="46017"/>
                  </a:moveTo>
                  <a:lnTo>
                    <a:pt x="43580" y="46017"/>
                  </a:lnTo>
                  <a:cubicBezTo>
                    <a:pt x="43144" y="41082"/>
                    <a:pt x="41892" y="37384"/>
                    <a:pt x="39829" y="34913"/>
                  </a:cubicBezTo>
                  <a:cubicBezTo>
                    <a:pt x="36661" y="31084"/>
                    <a:pt x="32554" y="29170"/>
                    <a:pt x="27507" y="29170"/>
                  </a:cubicBezTo>
                  <a:cubicBezTo>
                    <a:pt x="22938" y="29170"/>
                    <a:pt x="19092" y="30701"/>
                    <a:pt x="15968" y="33755"/>
                  </a:cubicBezTo>
                  <a:cubicBezTo>
                    <a:pt x="12870" y="36810"/>
                    <a:pt x="11156" y="40900"/>
                    <a:pt x="10825" y="46017"/>
                  </a:cubicBezTo>
                  <a:close/>
                  <a:moveTo>
                    <a:pt x="66283" y="80981"/>
                  </a:moveTo>
                  <a:lnTo>
                    <a:pt x="66283" y="22321"/>
                  </a:lnTo>
                  <a:lnTo>
                    <a:pt x="75238" y="22321"/>
                  </a:lnTo>
                  <a:lnTo>
                    <a:pt x="75238" y="30657"/>
                  </a:lnTo>
                  <a:cubicBezTo>
                    <a:pt x="79545" y="24218"/>
                    <a:pt x="85767" y="20990"/>
                    <a:pt x="93903" y="20990"/>
                  </a:cubicBezTo>
                  <a:cubicBezTo>
                    <a:pt x="97437" y="20990"/>
                    <a:pt x="100682" y="21642"/>
                    <a:pt x="103624" y="22930"/>
                  </a:cubicBezTo>
                  <a:cubicBezTo>
                    <a:pt x="106608" y="24174"/>
                    <a:pt x="108836" y="25837"/>
                    <a:pt x="110307" y="27899"/>
                  </a:cubicBezTo>
                  <a:cubicBezTo>
                    <a:pt x="111786" y="29962"/>
                    <a:pt x="112813" y="32407"/>
                    <a:pt x="113405" y="35244"/>
                  </a:cubicBezTo>
                  <a:cubicBezTo>
                    <a:pt x="113770" y="37088"/>
                    <a:pt x="113953" y="40308"/>
                    <a:pt x="113953" y="44911"/>
                  </a:cubicBezTo>
                  <a:lnTo>
                    <a:pt x="113953" y="80981"/>
                  </a:lnTo>
                  <a:lnTo>
                    <a:pt x="104015" y="80981"/>
                  </a:lnTo>
                  <a:lnTo>
                    <a:pt x="104015" y="45294"/>
                  </a:lnTo>
                  <a:cubicBezTo>
                    <a:pt x="104015" y="41248"/>
                    <a:pt x="103624" y="38228"/>
                    <a:pt x="102849" y="36235"/>
                  </a:cubicBezTo>
                  <a:cubicBezTo>
                    <a:pt x="102083" y="34216"/>
                    <a:pt x="100700" y="32616"/>
                    <a:pt x="98707" y="31432"/>
                  </a:cubicBezTo>
                  <a:cubicBezTo>
                    <a:pt x="96758" y="30222"/>
                    <a:pt x="94460" y="29613"/>
                    <a:pt x="91806" y="29613"/>
                  </a:cubicBezTo>
                  <a:cubicBezTo>
                    <a:pt x="87568" y="29613"/>
                    <a:pt x="83905" y="30953"/>
                    <a:pt x="80816" y="33642"/>
                  </a:cubicBezTo>
                  <a:cubicBezTo>
                    <a:pt x="77753" y="36331"/>
                    <a:pt x="76230" y="41431"/>
                    <a:pt x="76230" y="48940"/>
                  </a:cubicBezTo>
                  <a:lnTo>
                    <a:pt x="76230" y="80981"/>
                  </a:lnTo>
                  <a:lnTo>
                    <a:pt x="66283" y="80981"/>
                  </a:lnTo>
                  <a:close/>
                  <a:moveTo>
                    <a:pt x="167540" y="59496"/>
                  </a:moveTo>
                  <a:lnTo>
                    <a:pt x="177312" y="60767"/>
                  </a:lnTo>
                  <a:cubicBezTo>
                    <a:pt x="176242" y="67502"/>
                    <a:pt x="173501" y="72784"/>
                    <a:pt x="169080" y="76622"/>
                  </a:cubicBezTo>
                  <a:cubicBezTo>
                    <a:pt x="164703" y="80407"/>
                    <a:pt x="159308" y="82304"/>
                    <a:pt x="152894" y="82304"/>
                  </a:cubicBezTo>
                  <a:cubicBezTo>
                    <a:pt x="144871" y="82304"/>
                    <a:pt x="138406" y="79693"/>
                    <a:pt x="133506" y="74463"/>
                  </a:cubicBezTo>
                  <a:cubicBezTo>
                    <a:pt x="128651" y="69199"/>
                    <a:pt x="126214" y="61663"/>
                    <a:pt x="126214" y="51873"/>
                  </a:cubicBezTo>
                  <a:cubicBezTo>
                    <a:pt x="126214" y="45538"/>
                    <a:pt x="127267" y="39995"/>
                    <a:pt x="129364" y="35244"/>
                  </a:cubicBezTo>
                  <a:cubicBezTo>
                    <a:pt x="131462" y="30492"/>
                    <a:pt x="134655" y="26942"/>
                    <a:pt x="138919" y="24583"/>
                  </a:cubicBezTo>
                  <a:cubicBezTo>
                    <a:pt x="143235" y="22191"/>
                    <a:pt x="147908" y="20990"/>
                    <a:pt x="152956" y="20990"/>
                  </a:cubicBezTo>
                  <a:cubicBezTo>
                    <a:pt x="159325" y="20990"/>
                    <a:pt x="164538" y="22617"/>
                    <a:pt x="168584" y="25854"/>
                  </a:cubicBezTo>
                  <a:cubicBezTo>
                    <a:pt x="172639" y="29057"/>
                    <a:pt x="175233" y="33625"/>
                    <a:pt x="176373" y="39551"/>
                  </a:cubicBezTo>
                  <a:lnTo>
                    <a:pt x="166705" y="41048"/>
                  </a:lnTo>
                  <a:cubicBezTo>
                    <a:pt x="165791" y="37106"/>
                    <a:pt x="164146" y="34138"/>
                    <a:pt x="161788" y="32154"/>
                  </a:cubicBezTo>
                  <a:cubicBezTo>
                    <a:pt x="159473" y="30161"/>
                    <a:pt x="156654" y="29170"/>
                    <a:pt x="153338" y="29170"/>
                  </a:cubicBezTo>
                  <a:cubicBezTo>
                    <a:pt x="148335" y="29170"/>
                    <a:pt x="144262" y="30971"/>
                    <a:pt x="141129" y="34582"/>
                  </a:cubicBezTo>
                  <a:cubicBezTo>
                    <a:pt x="138005" y="38150"/>
                    <a:pt x="136439" y="43824"/>
                    <a:pt x="136439" y="51594"/>
                  </a:cubicBezTo>
                  <a:cubicBezTo>
                    <a:pt x="136439" y="59479"/>
                    <a:pt x="137944" y="65205"/>
                    <a:pt x="140964" y="68772"/>
                  </a:cubicBezTo>
                  <a:cubicBezTo>
                    <a:pt x="143984" y="72349"/>
                    <a:pt x="147926" y="74133"/>
                    <a:pt x="152790" y="74133"/>
                  </a:cubicBezTo>
                  <a:cubicBezTo>
                    <a:pt x="156689" y="74133"/>
                    <a:pt x="159952" y="72932"/>
                    <a:pt x="162563" y="70539"/>
                  </a:cubicBezTo>
                  <a:cubicBezTo>
                    <a:pt x="165182" y="68146"/>
                    <a:pt x="166835" y="64465"/>
                    <a:pt x="167540" y="59496"/>
                  </a:cubicBezTo>
                  <a:close/>
                  <a:moveTo>
                    <a:pt x="182116" y="51647"/>
                  </a:moveTo>
                  <a:cubicBezTo>
                    <a:pt x="182116" y="40787"/>
                    <a:pt x="185136" y="32737"/>
                    <a:pt x="191175" y="27507"/>
                  </a:cubicBezTo>
                  <a:cubicBezTo>
                    <a:pt x="196222" y="23165"/>
                    <a:pt x="202374" y="20990"/>
                    <a:pt x="209623" y="20990"/>
                  </a:cubicBezTo>
                  <a:cubicBezTo>
                    <a:pt x="217690" y="20990"/>
                    <a:pt x="224286" y="23644"/>
                    <a:pt x="229403" y="28952"/>
                  </a:cubicBezTo>
                  <a:cubicBezTo>
                    <a:pt x="234520" y="34216"/>
                    <a:pt x="237078" y="41509"/>
                    <a:pt x="237078" y="50820"/>
                  </a:cubicBezTo>
                  <a:cubicBezTo>
                    <a:pt x="237078" y="58373"/>
                    <a:pt x="235938" y="64317"/>
                    <a:pt x="233658" y="68659"/>
                  </a:cubicBezTo>
                  <a:cubicBezTo>
                    <a:pt x="231413" y="72976"/>
                    <a:pt x="228115" y="76326"/>
                    <a:pt x="223764" y="78719"/>
                  </a:cubicBezTo>
                  <a:cubicBezTo>
                    <a:pt x="219456" y="81112"/>
                    <a:pt x="214749" y="82304"/>
                    <a:pt x="209623" y="82304"/>
                  </a:cubicBezTo>
                  <a:cubicBezTo>
                    <a:pt x="201417" y="82304"/>
                    <a:pt x="194769" y="79676"/>
                    <a:pt x="189687" y="74411"/>
                  </a:cubicBezTo>
                  <a:cubicBezTo>
                    <a:pt x="184640" y="69138"/>
                    <a:pt x="182116" y="61558"/>
                    <a:pt x="182116" y="51647"/>
                  </a:cubicBezTo>
                  <a:close/>
                  <a:moveTo>
                    <a:pt x="192341" y="51647"/>
                  </a:moveTo>
                  <a:cubicBezTo>
                    <a:pt x="192341" y="59165"/>
                    <a:pt x="193977" y="64796"/>
                    <a:pt x="197258" y="68555"/>
                  </a:cubicBezTo>
                  <a:cubicBezTo>
                    <a:pt x="200529" y="72271"/>
                    <a:pt x="204654" y="74133"/>
                    <a:pt x="209623" y="74133"/>
                  </a:cubicBezTo>
                  <a:cubicBezTo>
                    <a:pt x="214557" y="74133"/>
                    <a:pt x="218665" y="72253"/>
                    <a:pt x="221945" y="68494"/>
                  </a:cubicBezTo>
                  <a:cubicBezTo>
                    <a:pt x="225226" y="64743"/>
                    <a:pt x="226862" y="59018"/>
                    <a:pt x="226862" y="51316"/>
                  </a:cubicBezTo>
                  <a:cubicBezTo>
                    <a:pt x="226862" y="44067"/>
                    <a:pt x="225200" y="38576"/>
                    <a:pt x="221893" y="34861"/>
                  </a:cubicBezTo>
                  <a:cubicBezTo>
                    <a:pt x="218612" y="31101"/>
                    <a:pt x="214522" y="29222"/>
                    <a:pt x="209623" y="29222"/>
                  </a:cubicBezTo>
                  <a:cubicBezTo>
                    <a:pt x="204654" y="29222"/>
                    <a:pt x="200529" y="31084"/>
                    <a:pt x="197258" y="34800"/>
                  </a:cubicBezTo>
                  <a:cubicBezTo>
                    <a:pt x="193977" y="38524"/>
                    <a:pt x="192341" y="44137"/>
                    <a:pt x="192341" y="51647"/>
                  </a:cubicBezTo>
                  <a:close/>
                  <a:moveTo>
                    <a:pt x="286845" y="80981"/>
                  </a:moveTo>
                  <a:lnTo>
                    <a:pt x="286845" y="73576"/>
                  </a:lnTo>
                  <a:cubicBezTo>
                    <a:pt x="283129" y="79398"/>
                    <a:pt x="277664" y="82304"/>
                    <a:pt x="270441" y="82304"/>
                  </a:cubicBezTo>
                  <a:cubicBezTo>
                    <a:pt x="265769" y="82304"/>
                    <a:pt x="261461" y="81016"/>
                    <a:pt x="257519" y="78440"/>
                  </a:cubicBezTo>
                  <a:cubicBezTo>
                    <a:pt x="253612" y="75864"/>
                    <a:pt x="250575" y="72271"/>
                    <a:pt x="248399" y="67667"/>
                  </a:cubicBezTo>
                  <a:cubicBezTo>
                    <a:pt x="246267" y="63029"/>
                    <a:pt x="245197" y="57712"/>
                    <a:pt x="245197" y="51708"/>
                  </a:cubicBezTo>
                  <a:cubicBezTo>
                    <a:pt x="245197" y="45851"/>
                    <a:pt x="246172" y="40552"/>
                    <a:pt x="248129" y="35800"/>
                  </a:cubicBezTo>
                  <a:cubicBezTo>
                    <a:pt x="250079" y="31006"/>
                    <a:pt x="253003" y="27342"/>
                    <a:pt x="256910" y="24801"/>
                  </a:cubicBezTo>
                  <a:cubicBezTo>
                    <a:pt x="260817" y="22260"/>
                    <a:pt x="265177" y="20990"/>
                    <a:pt x="269998" y="20990"/>
                  </a:cubicBezTo>
                  <a:cubicBezTo>
                    <a:pt x="273540" y="20990"/>
                    <a:pt x="276681" y="21747"/>
                    <a:pt x="279448" y="23261"/>
                  </a:cubicBezTo>
                  <a:cubicBezTo>
                    <a:pt x="282207" y="24732"/>
                    <a:pt x="284452" y="26663"/>
                    <a:pt x="286184" y="29057"/>
                  </a:cubicBezTo>
                  <a:lnTo>
                    <a:pt x="286184" y="0"/>
                  </a:lnTo>
                  <a:lnTo>
                    <a:pt x="296078" y="0"/>
                  </a:lnTo>
                  <a:lnTo>
                    <a:pt x="296078" y="80981"/>
                  </a:lnTo>
                  <a:lnTo>
                    <a:pt x="286845" y="80981"/>
                  </a:lnTo>
                  <a:close/>
                  <a:moveTo>
                    <a:pt x="255422" y="51708"/>
                  </a:moveTo>
                  <a:cubicBezTo>
                    <a:pt x="255422" y="59218"/>
                    <a:pt x="257006" y="64830"/>
                    <a:pt x="260173" y="68555"/>
                  </a:cubicBezTo>
                  <a:cubicBezTo>
                    <a:pt x="263332" y="72271"/>
                    <a:pt x="267074" y="74133"/>
                    <a:pt x="271381" y="74133"/>
                  </a:cubicBezTo>
                  <a:cubicBezTo>
                    <a:pt x="275724" y="74133"/>
                    <a:pt x="279413" y="72366"/>
                    <a:pt x="282433" y="68833"/>
                  </a:cubicBezTo>
                  <a:cubicBezTo>
                    <a:pt x="285487" y="65257"/>
                    <a:pt x="287010" y="59826"/>
                    <a:pt x="287010" y="52535"/>
                  </a:cubicBezTo>
                  <a:cubicBezTo>
                    <a:pt x="287010" y="44502"/>
                    <a:pt x="285470" y="38611"/>
                    <a:pt x="282372" y="34861"/>
                  </a:cubicBezTo>
                  <a:cubicBezTo>
                    <a:pt x="279283" y="31101"/>
                    <a:pt x="275471" y="29222"/>
                    <a:pt x="270938" y="29222"/>
                  </a:cubicBezTo>
                  <a:cubicBezTo>
                    <a:pt x="266526" y="29222"/>
                    <a:pt x="262819" y="31032"/>
                    <a:pt x="259834" y="34634"/>
                  </a:cubicBezTo>
                  <a:cubicBezTo>
                    <a:pt x="256893" y="38246"/>
                    <a:pt x="255422" y="43937"/>
                    <a:pt x="255422" y="51708"/>
                  </a:cubicBezTo>
                  <a:close/>
                  <a:moveTo>
                    <a:pt x="351919" y="62089"/>
                  </a:moveTo>
                  <a:lnTo>
                    <a:pt x="362196" y="63360"/>
                  </a:lnTo>
                  <a:cubicBezTo>
                    <a:pt x="360569" y="69364"/>
                    <a:pt x="357575" y="74020"/>
                    <a:pt x="353189" y="77335"/>
                  </a:cubicBezTo>
                  <a:cubicBezTo>
                    <a:pt x="348803" y="80650"/>
                    <a:pt x="343208" y="82304"/>
                    <a:pt x="336394" y="82304"/>
                  </a:cubicBezTo>
                  <a:cubicBezTo>
                    <a:pt x="327814" y="82304"/>
                    <a:pt x="321001" y="79676"/>
                    <a:pt x="315962" y="74411"/>
                  </a:cubicBezTo>
                  <a:cubicBezTo>
                    <a:pt x="310950" y="69103"/>
                    <a:pt x="308443" y="61689"/>
                    <a:pt x="308443" y="52152"/>
                  </a:cubicBezTo>
                  <a:cubicBezTo>
                    <a:pt x="308443" y="42275"/>
                    <a:pt x="310984" y="34617"/>
                    <a:pt x="316066" y="29170"/>
                  </a:cubicBezTo>
                  <a:cubicBezTo>
                    <a:pt x="321148" y="23722"/>
                    <a:pt x="327745" y="20990"/>
                    <a:pt x="335846" y="20990"/>
                  </a:cubicBezTo>
                  <a:cubicBezTo>
                    <a:pt x="343687" y="20990"/>
                    <a:pt x="350100" y="23661"/>
                    <a:pt x="355069" y="29004"/>
                  </a:cubicBezTo>
                  <a:cubicBezTo>
                    <a:pt x="360038" y="34339"/>
                    <a:pt x="362526" y="41857"/>
                    <a:pt x="362526" y="51542"/>
                  </a:cubicBezTo>
                  <a:cubicBezTo>
                    <a:pt x="362526" y="52126"/>
                    <a:pt x="362509" y="53013"/>
                    <a:pt x="362466" y="54188"/>
                  </a:cubicBezTo>
                  <a:lnTo>
                    <a:pt x="318720" y="54188"/>
                  </a:lnTo>
                  <a:cubicBezTo>
                    <a:pt x="319086" y="60636"/>
                    <a:pt x="320913" y="65570"/>
                    <a:pt x="324185" y="68999"/>
                  </a:cubicBezTo>
                  <a:cubicBezTo>
                    <a:pt x="327466" y="72418"/>
                    <a:pt x="331556" y="74133"/>
                    <a:pt x="336455" y="74133"/>
                  </a:cubicBezTo>
                  <a:cubicBezTo>
                    <a:pt x="340101" y="74133"/>
                    <a:pt x="343208" y="73176"/>
                    <a:pt x="345784" y="71261"/>
                  </a:cubicBezTo>
                  <a:cubicBezTo>
                    <a:pt x="348368" y="69347"/>
                    <a:pt x="350405" y="66292"/>
                    <a:pt x="351919" y="62089"/>
                  </a:cubicBezTo>
                  <a:close/>
                  <a:moveTo>
                    <a:pt x="319277" y="46017"/>
                  </a:moveTo>
                  <a:lnTo>
                    <a:pt x="352032" y="46017"/>
                  </a:lnTo>
                  <a:cubicBezTo>
                    <a:pt x="351588" y="41082"/>
                    <a:pt x="350335" y="37384"/>
                    <a:pt x="348272" y="34913"/>
                  </a:cubicBezTo>
                  <a:cubicBezTo>
                    <a:pt x="345105" y="31084"/>
                    <a:pt x="340998" y="29170"/>
                    <a:pt x="335959" y="29170"/>
                  </a:cubicBezTo>
                  <a:cubicBezTo>
                    <a:pt x="331391" y="29170"/>
                    <a:pt x="327544" y="30701"/>
                    <a:pt x="324412" y="33755"/>
                  </a:cubicBezTo>
                  <a:cubicBezTo>
                    <a:pt x="321314" y="36810"/>
                    <a:pt x="319608" y="40900"/>
                    <a:pt x="319277" y="46017"/>
                  </a:cubicBezTo>
                  <a:close/>
                  <a:moveTo>
                    <a:pt x="374622" y="80981"/>
                  </a:moveTo>
                  <a:lnTo>
                    <a:pt x="374622" y="22321"/>
                  </a:lnTo>
                  <a:lnTo>
                    <a:pt x="383568" y="22321"/>
                  </a:lnTo>
                  <a:lnTo>
                    <a:pt x="383568" y="31214"/>
                  </a:lnTo>
                  <a:cubicBezTo>
                    <a:pt x="385856" y="27055"/>
                    <a:pt x="387954" y="24305"/>
                    <a:pt x="389868" y="22983"/>
                  </a:cubicBezTo>
                  <a:cubicBezTo>
                    <a:pt x="391818" y="21659"/>
                    <a:pt x="393958" y="20990"/>
                    <a:pt x="396273" y="20990"/>
                  </a:cubicBezTo>
                  <a:cubicBezTo>
                    <a:pt x="399623" y="20990"/>
                    <a:pt x="403034" y="22060"/>
                    <a:pt x="406489" y="24200"/>
                  </a:cubicBezTo>
                  <a:lnTo>
                    <a:pt x="403069" y="33425"/>
                  </a:lnTo>
                  <a:cubicBezTo>
                    <a:pt x="400641" y="31989"/>
                    <a:pt x="398205" y="31267"/>
                    <a:pt x="395777" y="31267"/>
                  </a:cubicBezTo>
                  <a:cubicBezTo>
                    <a:pt x="393601" y="31267"/>
                    <a:pt x="391652" y="31928"/>
                    <a:pt x="389920" y="33259"/>
                  </a:cubicBezTo>
                  <a:cubicBezTo>
                    <a:pt x="388189" y="34547"/>
                    <a:pt x="386962" y="36348"/>
                    <a:pt x="386222" y="38672"/>
                  </a:cubicBezTo>
                  <a:cubicBezTo>
                    <a:pt x="385117" y="42205"/>
                    <a:pt x="384560" y="46069"/>
                    <a:pt x="384560" y="50272"/>
                  </a:cubicBezTo>
                  <a:lnTo>
                    <a:pt x="384560" y="80981"/>
                  </a:lnTo>
                  <a:lnTo>
                    <a:pt x="374622" y="80981"/>
                  </a:lnTo>
                  <a:close/>
                  <a:moveTo>
                    <a:pt x="408534" y="56676"/>
                  </a:moveTo>
                  <a:lnTo>
                    <a:pt x="408534" y="46678"/>
                  </a:lnTo>
                  <a:lnTo>
                    <a:pt x="439087" y="46678"/>
                  </a:lnTo>
                  <a:lnTo>
                    <a:pt x="439087" y="56676"/>
                  </a:lnTo>
                  <a:lnTo>
                    <a:pt x="408534" y="56676"/>
                  </a:lnTo>
                  <a:close/>
                  <a:moveTo>
                    <a:pt x="488132" y="80981"/>
                  </a:moveTo>
                  <a:lnTo>
                    <a:pt x="488132" y="73576"/>
                  </a:lnTo>
                  <a:cubicBezTo>
                    <a:pt x="484416" y="79398"/>
                    <a:pt x="478942" y="82304"/>
                    <a:pt x="471728" y="82304"/>
                  </a:cubicBezTo>
                  <a:cubicBezTo>
                    <a:pt x="467055" y="82304"/>
                    <a:pt x="462748" y="81016"/>
                    <a:pt x="458806" y="78440"/>
                  </a:cubicBezTo>
                  <a:cubicBezTo>
                    <a:pt x="454899" y="75864"/>
                    <a:pt x="451862" y="72271"/>
                    <a:pt x="449686" y="67667"/>
                  </a:cubicBezTo>
                  <a:cubicBezTo>
                    <a:pt x="447554" y="63029"/>
                    <a:pt x="446484" y="57712"/>
                    <a:pt x="446484" y="51708"/>
                  </a:cubicBezTo>
                  <a:cubicBezTo>
                    <a:pt x="446484" y="45851"/>
                    <a:pt x="447458" y="40552"/>
                    <a:pt x="449416" y="35800"/>
                  </a:cubicBezTo>
                  <a:cubicBezTo>
                    <a:pt x="451366" y="31006"/>
                    <a:pt x="454289" y="27342"/>
                    <a:pt x="458197" y="24801"/>
                  </a:cubicBezTo>
                  <a:cubicBezTo>
                    <a:pt x="462095" y="22260"/>
                    <a:pt x="466463" y="20990"/>
                    <a:pt x="471284" y="20990"/>
                  </a:cubicBezTo>
                  <a:cubicBezTo>
                    <a:pt x="474826" y="20990"/>
                    <a:pt x="477968" y="21747"/>
                    <a:pt x="480735" y="23261"/>
                  </a:cubicBezTo>
                  <a:cubicBezTo>
                    <a:pt x="483493" y="24732"/>
                    <a:pt x="485739" y="26663"/>
                    <a:pt x="487470" y="29057"/>
                  </a:cubicBezTo>
                  <a:lnTo>
                    <a:pt x="487470" y="0"/>
                  </a:lnTo>
                  <a:lnTo>
                    <a:pt x="497356" y="0"/>
                  </a:lnTo>
                  <a:lnTo>
                    <a:pt x="497356" y="80981"/>
                  </a:lnTo>
                  <a:lnTo>
                    <a:pt x="488132" y="80981"/>
                  </a:lnTo>
                  <a:close/>
                  <a:moveTo>
                    <a:pt x="456700" y="51708"/>
                  </a:moveTo>
                  <a:cubicBezTo>
                    <a:pt x="456700" y="59218"/>
                    <a:pt x="458284" y="64830"/>
                    <a:pt x="461451" y="68555"/>
                  </a:cubicBezTo>
                  <a:cubicBezTo>
                    <a:pt x="464619" y="72271"/>
                    <a:pt x="468361" y="74133"/>
                    <a:pt x="472668" y="74133"/>
                  </a:cubicBezTo>
                  <a:cubicBezTo>
                    <a:pt x="477010" y="74133"/>
                    <a:pt x="480691" y="72366"/>
                    <a:pt x="483711" y="68833"/>
                  </a:cubicBezTo>
                  <a:cubicBezTo>
                    <a:pt x="486774" y="65257"/>
                    <a:pt x="488297" y="59826"/>
                    <a:pt x="488297" y="52535"/>
                  </a:cubicBezTo>
                  <a:cubicBezTo>
                    <a:pt x="488297" y="44502"/>
                    <a:pt x="486757" y="38611"/>
                    <a:pt x="483659" y="34861"/>
                  </a:cubicBezTo>
                  <a:cubicBezTo>
                    <a:pt x="480569" y="31101"/>
                    <a:pt x="476758" y="29222"/>
                    <a:pt x="472224" y="29222"/>
                  </a:cubicBezTo>
                  <a:cubicBezTo>
                    <a:pt x="467804" y="29222"/>
                    <a:pt x="464105" y="31032"/>
                    <a:pt x="461121" y="34634"/>
                  </a:cubicBezTo>
                  <a:cubicBezTo>
                    <a:pt x="458179" y="38246"/>
                    <a:pt x="456700" y="43937"/>
                    <a:pt x="456700" y="51708"/>
                  </a:cubicBezTo>
                  <a:close/>
                  <a:moveTo>
                    <a:pt x="553205" y="62089"/>
                  </a:moveTo>
                  <a:lnTo>
                    <a:pt x="563482" y="63360"/>
                  </a:lnTo>
                  <a:cubicBezTo>
                    <a:pt x="561855" y="69364"/>
                    <a:pt x="558853" y="74020"/>
                    <a:pt x="554476" y="77335"/>
                  </a:cubicBezTo>
                  <a:cubicBezTo>
                    <a:pt x="550090" y="80650"/>
                    <a:pt x="544495" y="82304"/>
                    <a:pt x="537681" y="82304"/>
                  </a:cubicBezTo>
                  <a:cubicBezTo>
                    <a:pt x="529101" y="82304"/>
                    <a:pt x="522287" y="79676"/>
                    <a:pt x="517248" y="74411"/>
                  </a:cubicBezTo>
                  <a:cubicBezTo>
                    <a:pt x="512236" y="69103"/>
                    <a:pt x="509730" y="61689"/>
                    <a:pt x="509730" y="52152"/>
                  </a:cubicBezTo>
                  <a:cubicBezTo>
                    <a:pt x="509730" y="42275"/>
                    <a:pt x="512271" y="34617"/>
                    <a:pt x="517353" y="29170"/>
                  </a:cubicBezTo>
                  <a:cubicBezTo>
                    <a:pt x="522435" y="23722"/>
                    <a:pt x="529031" y="20990"/>
                    <a:pt x="537133" y="20990"/>
                  </a:cubicBezTo>
                  <a:cubicBezTo>
                    <a:pt x="544973" y="20990"/>
                    <a:pt x="551378" y="23661"/>
                    <a:pt x="556356" y="29004"/>
                  </a:cubicBezTo>
                  <a:cubicBezTo>
                    <a:pt x="561324" y="34339"/>
                    <a:pt x="563813" y="41857"/>
                    <a:pt x="563813" y="51542"/>
                  </a:cubicBezTo>
                  <a:cubicBezTo>
                    <a:pt x="563813" y="52126"/>
                    <a:pt x="563787" y="53013"/>
                    <a:pt x="563752" y="54188"/>
                  </a:cubicBezTo>
                  <a:lnTo>
                    <a:pt x="520007" y="54188"/>
                  </a:lnTo>
                  <a:cubicBezTo>
                    <a:pt x="520373" y="60636"/>
                    <a:pt x="522200" y="65570"/>
                    <a:pt x="525472" y="68999"/>
                  </a:cubicBezTo>
                  <a:cubicBezTo>
                    <a:pt x="528753" y="72418"/>
                    <a:pt x="532843" y="74133"/>
                    <a:pt x="537742" y="74133"/>
                  </a:cubicBezTo>
                  <a:cubicBezTo>
                    <a:pt x="541379" y="74133"/>
                    <a:pt x="544495" y="73176"/>
                    <a:pt x="547070" y="71261"/>
                  </a:cubicBezTo>
                  <a:cubicBezTo>
                    <a:pt x="549646" y="69347"/>
                    <a:pt x="551691" y="66292"/>
                    <a:pt x="553205" y="62089"/>
                  </a:cubicBezTo>
                  <a:close/>
                  <a:moveTo>
                    <a:pt x="520555" y="46017"/>
                  </a:moveTo>
                  <a:lnTo>
                    <a:pt x="553319" y="46017"/>
                  </a:lnTo>
                  <a:cubicBezTo>
                    <a:pt x="552875" y="41082"/>
                    <a:pt x="551622" y="37384"/>
                    <a:pt x="549559" y="34913"/>
                  </a:cubicBezTo>
                  <a:cubicBezTo>
                    <a:pt x="546392" y="31084"/>
                    <a:pt x="542284" y="29170"/>
                    <a:pt x="537237" y="29170"/>
                  </a:cubicBezTo>
                  <a:cubicBezTo>
                    <a:pt x="532677" y="29170"/>
                    <a:pt x="528822" y="30701"/>
                    <a:pt x="525698" y="33755"/>
                  </a:cubicBezTo>
                  <a:cubicBezTo>
                    <a:pt x="522600" y="36810"/>
                    <a:pt x="520886" y="40900"/>
                    <a:pt x="520555" y="46017"/>
                  </a:cubicBezTo>
                  <a:close/>
                  <a:moveTo>
                    <a:pt x="614294" y="59496"/>
                  </a:moveTo>
                  <a:lnTo>
                    <a:pt x="624075" y="60767"/>
                  </a:lnTo>
                  <a:cubicBezTo>
                    <a:pt x="623004" y="67502"/>
                    <a:pt x="620263" y="72784"/>
                    <a:pt x="615843" y="76622"/>
                  </a:cubicBezTo>
                  <a:cubicBezTo>
                    <a:pt x="611466" y="80407"/>
                    <a:pt x="606070" y="82304"/>
                    <a:pt x="599657" y="82304"/>
                  </a:cubicBezTo>
                  <a:cubicBezTo>
                    <a:pt x="591633" y="82304"/>
                    <a:pt x="585168" y="79693"/>
                    <a:pt x="580269" y="74463"/>
                  </a:cubicBezTo>
                  <a:cubicBezTo>
                    <a:pt x="575413" y="69199"/>
                    <a:pt x="572976" y="61663"/>
                    <a:pt x="572976" y="51873"/>
                  </a:cubicBezTo>
                  <a:cubicBezTo>
                    <a:pt x="572976" y="45538"/>
                    <a:pt x="574029" y="39995"/>
                    <a:pt x="576127" y="35244"/>
                  </a:cubicBezTo>
                  <a:cubicBezTo>
                    <a:pt x="578224" y="30492"/>
                    <a:pt x="581409" y="26942"/>
                    <a:pt x="585681" y="24583"/>
                  </a:cubicBezTo>
                  <a:cubicBezTo>
                    <a:pt x="589989" y="22191"/>
                    <a:pt x="594670" y="20990"/>
                    <a:pt x="599718" y="20990"/>
                  </a:cubicBezTo>
                  <a:cubicBezTo>
                    <a:pt x="606088" y="20990"/>
                    <a:pt x="611291" y="22617"/>
                    <a:pt x="615347" y="25854"/>
                  </a:cubicBezTo>
                  <a:cubicBezTo>
                    <a:pt x="619393" y="29057"/>
                    <a:pt x="621995" y="33625"/>
                    <a:pt x="623135" y="39551"/>
                  </a:cubicBezTo>
                  <a:lnTo>
                    <a:pt x="613467" y="41048"/>
                  </a:lnTo>
                  <a:cubicBezTo>
                    <a:pt x="612545" y="37106"/>
                    <a:pt x="610908" y="34138"/>
                    <a:pt x="608550" y="32154"/>
                  </a:cubicBezTo>
                  <a:cubicBezTo>
                    <a:pt x="606236" y="30161"/>
                    <a:pt x="603416" y="29170"/>
                    <a:pt x="600101" y="29170"/>
                  </a:cubicBezTo>
                  <a:cubicBezTo>
                    <a:pt x="595088" y="29170"/>
                    <a:pt x="591024" y="30971"/>
                    <a:pt x="587892" y="34582"/>
                  </a:cubicBezTo>
                  <a:cubicBezTo>
                    <a:pt x="584759" y="38150"/>
                    <a:pt x="583201" y="43824"/>
                    <a:pt x="583201" y="51594"/>
                  </a:cubicBezTo>
                  <a:cubicBezTo>
                    <a:pt x="583201" y="59479"/>
                    <a:pt x="584707" y="65205"/>
                    <a:pt x="587726" y="68772"/>
                  </a:cubicBezTo>
                  <a:cubicBezTo>
                    <a:pt x="590746" y="72349"/>
                    <a:pt x="594688" y="74133"/>
                    <a:pt x="599552" y="74133"/>
                  </a:cubicBezTo>
                  <a:cubicBezTo>
                    <a:pt x="603451" y="74133"/>
                    <a:pt x="606714" y="72932"/>
                    <a:pt x="609325" y="70539"/>
                  </a:cubicBezTo>
                  <a:cubicBezTo>
                    <a:pt x="611944" y="68146"/>
                    <a:pt x="613598" y="64465"/>
                    <a:pt x="614294" y="59496"/>
                  </a:cubicBezTo>
                  <a:close/>
                  <a:moveTo>
                    <a:pt x="628878" y="51647"/>
                  </a:moveTo>
                  <a:cubicBezTo>
                    <a:pt x="628878" y="40787"/>
                    <a:pt x="631898" y="32737"/>
                    <a:pt x="637937" y="27507"/>
                  </a:cubicBezTo>
                  <a:cubicBezTo>
                    <a:pt x="642984" y="23165"/>
                    <a:pt x="649136" y="20990"/>
                    <a:pt x="656385" y="20990"/>
                  </a:cubicBezTo>
                  <a:cubicBezTo>
                    <a:pt x="664452" y="20990"/>
                    <a:pt x="671048" y="23644"/>
                    <a:pt x="676165" y="28952"/>
                  </a:cubicBezTo>
                  <a:cubicBezTo>
                    <a:pt x="681282" y="34216"/>
                    <a:pt x="683840" y="41509"/>
                    <a:pt x="683840" y="50820"/>
                  </a:cubicBezTo>
                  <a:cubicBezTo>
                    <a:pt x="683840" y="58373"/>
                    <a:pt x="682700" y="64317"/>
                    <a:pt x="680420" y="68659"/>
                  </a:cubicBezTo>
                  <a:cubicBezTo>
                    <a:pt x="678166" y="72976"/>
                    <a:pt x="674877" y="76326"/>
                    <a:pt x="670526" y="78719"/>
                  </a:cubicBezTo>
                  <a:cubicBezTo>
                    <a:pt x="666219" y="81112"/>
                    <a:pt x="661502" y="82304"/>
                    <a:pt x="656385" y="82304"/>
                  </a:cubicBezTo>
                  <a:cubicBezTo>
                    <a:pt x="648179" y="82304"/>
                    <a:pt x="641531" y="79676"/>
                    <a:pt x="636449" y="74411"/>
                  </a:cubicBezTo>
                  <a:cubicBezTo>
                    <a:pt x="631402" y="69138"/>
                    <a:pt x="628878" y="61558"/>
                    <a:pt x="628878" y="51647"/>
                  </a:cubicBezTo>
                  <a:close/>
                  <a:moveTo>
                    <a:pt x="639094" y="51647"/>
                  </a:moveTo>
                  <a:cubicBezTo>
                    <a:pt x="639094" y="59165"/>
                    <a:pt x="640739" y="64796"/>
                    <a:pt x="644011" y="68555"/>
                  </a:cubicBezTo>
                  <a:cubicBezTo>
                    <a:pt x="647292" y="72271"/>
                    <a:pt x="651417" y="74133"/>
                    <a:pt x="656385" y="74133"/>
                  </a:cubicBezTo>
                  <a:cubicBezTo>
                    <a:pt x="661319" y="74133"/>
                    <a:pt x="665427" y="72253"/>
                    <a:pt x="668708" y="68494"/>
                  </a:cubicBezTo>
                  <a:cubicBezTo>
                    <a:pt x="671979" y="64743"/>
                    <a:pt x="673624" y="59018"/>
                    <a:pt x="673624" y="51316"/>
                  </a:cubicBezTo>
                  <a:cubicBezTo>
                    <a:pt x="673624" y="44067"/>
                    <a:pt x="671962" y="38576"/>
                    <a:pt x="668646" y="34861"/>
                  </a:cubicBezTo>
                  <a:cubicBezTo>
                    <a:pt x="665374" y="31101"/>
                    <a:pt x="661284" y="29222"/>
                    <a:pt x="656385" y="29222"/>
                  </a:cubicBezTo>
                  <a:cubicBezTo>
                    <a:pt x="651417" y="29222"/>
                    <a:pt x="647292" y="31084"/>
                    <a:pt x="644011" y="34800"/>
                  </a:cubicBezTo>
                  <a:cubicBezTo>
                    <a:pt x="640739" y="38524"/>
                    <a:pt x="639094" y="44137"/>
                    <a:pt x="639094" y="51647"/>
                  </a:cubicBezTo>
                  <a:close/>
                  <a:moveTo>
                    <a:pt x="733607" y="80981"/>
                  </a:moveTo>
                  <a:lnTo>
                    <a:pt x="733607" y="73576"/>
                  </a:lnTo>
                  <a:cubicBezTo>
                    <a:pt x="729891" y="79398"/>
                    <a:pt x="724418" y="82304"/>
                    <a:pt x="717204" y="82304"/>
                  </a:cubicBezTo>
                  <a:cubicBezTo>
                    <a:pt x="712531" y="82304"/>
                    <a:pt x="708215" y="81016"/>
                    <a:pt x="704281" y="78440"/>
                  </a:cubicBezTo>
                  <a:cubicBezTo>
                    <a:pt x="700374" y="75864"/>
                    <a:pt x="697337" y="72271"/>
                    <a:pt x="695162" y="67667"/>
                  </a:cubicBezTo>
                  <a:cubicBezTo>
                    <a:pt x="693030" y="63029"/>
                    <a:pt x="691959" y="57712"/>
                    <a:pt x="691959" y="51708"/>
                  </a:cubicBezTo>
                  <a:cubicBezTo>
                    <a:pt x="691959" y="45851"/>
                    <a:pt x="692934" y="40552"/>
                    <a:pt x="694892" y="35800"/>
                  </a:cubicBezTo>
                  <a:cubicBezTo>
                    <a:pt x="696841" y="31006"/>
                    <a:pt x="699765" y="27342"/>
                    <a:pt x="703672" y="24801"/>
                  </a:cubicBezTo>
                  <a:cubicBezTo>
                    <a:pt x="707571" y="22260"/>
                    <a:pt x="711939" y="20990"/>
                    <a:pt x="716760" y="20990"/>
                  </a:cubicBezTo>
                  <a:cubicBezTo>
                    <a:pt x="720302" y="20990"/>
                    <a:pt x="723443" y="21747"/>
                    <a:pt x="726210" y="23261"/>
                  </a:cubicBezTo>
                  <a:cubicBezTo>
                    <a:pt x="728969" y="24732"/>
                    <a:pt x="731214" y="26663"/>
                    <a:pt x="732946" y="29057"/>
                  </a:cubicBezTo>
                  <a:lnTo>
                    <a:pt x="732946" y="0"/>
                  </a:lnTo>
                  <a:lnTo>
                    <a:pt x="742831" y="0"/>
                  </a:lnTo>
                  <a:lnTo>
                    <a:pt x="742831" y="80981"/>
                  </a:lnTo>
                  <a:lnTo>
                    <a:pt x="733607" y="80981"/>
                  </a:lnTo>
                  <a:close/>
                  <a:moveTo>
                    <a:pt x="702175" y="51708"/>
                  </a:moveTo>
                  <a:cubicBezTo>
                    <a:pt x="702175" y="59218"/>
                    <a:pt x="703759" y="64830"/>
                    <a:pt x="706927" y="68555"/>
                  </a:cubicBezTo>
                  <a:cubicBezTo>
                    <a:pt x="710094" y="72271"/>
                    <a:pt x="713836" y="74133"/>
                    <a:pt x="718144" y="74133"/>
                  </a:cubicBezTo>
                  <a:cubicBezTo>
                    <a:pt x="722486" y="74133"/>
                    <a:pt x="726167" y="72366"/>
                    <a:pt x="729186" y="68833"/>
                  </a:cubicBezTo>
                  <a:cubicBezTo>
                    <a:pt x="732250" y="65257"/>
                    <a:pt x="733773" y="59826"/>
                    <a:pt x="733773" y="52535"/>
                  </a:cubicBezTo>
                  <a:cubicBezTo>
                    <a:pt x="733773" y="44502"/>
                    <a:pt x="732232" y="38611"/>
                    <a:pt x="729134" y="34861"/>
                  </a:cubicBezTo>
                  <a:cubicBezTo>
                    <a:pt x="726045" y="31101"/>
                    <a:pt x="722233" y="29222"/>
                    <a:pt x="717700" y="29222"/>
                  </a:cubicBezTo>
                  <a:cubicBezTo>
                    <a:pt x="713279" y="29222"/>
                    <a:pt x="709581" y="31032"/>
                    <a:pt x="706596" y="34634"/>
                  </a:cubicBezTo>
                  <a:cubicBezTo>
                    <a:pt x="703655" y="38246"/>
                    <a:pt x="702175" y="43937"/>
                    <a:pt x="702175" y="51708"/>
                  </a:cubicBezTo>
                  <a:close/>
                  <a:moveTo>
                    <a:pt x="798681" y="62089"/>
                  </a:moveTo>
                  <a:lnTo>
                    <a:pt x="808958" y="63360"/>
                  </a:lnTo>
                  <a:cubicBezTo>
                    <a:pt x="807331" y="69364"/>
                    <a:pt x="804329" y="74020"/>
                    <a:pt x="799952" y="77335"/>
                  </a:cubicBezTo>
                  <a:cubicBezTo>
                    <a:pt x="795565" y="80650"/>
                    <a:pt x="789970" y="82304"/>
                    <a:pt x="783156" y="82304"/>
                  </a:cubicBezTo>
                  <a:cubicBezTo>
                    <a:pt x="774576" y="82304"/>
                    <a:pt x="767763" y="79676"/>
                    <a:pt x="762724" y="74411"/>
                  </a:cubicBezTo>
                  <a:cubicBezTo>
                    <a:pt x="757712" y="69103"/>
                    <a:pt x="755205" y="61689"/>
                    <a:pt x="755205" y="52152"/>
                  </a:cubicBezTo>
                  <a:cubicBezTo>
                    <a:pt x="755205" y="42275"/>
                    <a:pt x="757747" y="34617"/>
                    <a:pt x="762829" y="29170"/>
                  </a:cubicBezTo>
                  <a:cubicBezTo>
                    <a:pt x="767911" y="23722"/>
                    <a:pt x="774507" y="20990"/>
                    <a:pt x="782608" y="20990"/>
                  </a:cubicBezTo>
                  <a:cubicBezTo>
                    <a:pt x="790449" y="20990"/>
                    <a:pt x="796853" y="23661"/>
                    <a:pt x="801831" y="29004"/>
                  </a:cubicBezTo>
                  <a:cubicBezTo>
                    <a:pt x="806800" y="34339"/>
                    <a:pt x="809289" y="41857"/>
                    <a:pt x="809289" y="51542"/>
                  </a:cubicBezTo>
                  <a:cubicBezTo>
                    <a:pt x="809289" y="52126"/>
                    <a:pt x="809263" y="53013"/>
                    <a:pt x="809228" y="54188"/>
                  </a:cubicBezTo>
                  <a:lnTo>
                    <a:pt x="765483" y="54188"/>
                  </a:lnTo>
                  <a:cubicBezTo>
                    <a:pt x="765848" y="60636"/>
                    <a:pt x="767676" y="65570"/>
                    <a:pt x="770948" y="68999"/>
                  </a:cubicBezTo>
                  <a:cubicBezTo>
                    <a:pt x="774228" y="72418"/>
                    <a:pt x="778318" y="74133"/>
                    <a:pt x="783209" y="74133"/>
                  </a:cubicBezTo>
                  <a:cubicBezTo>
                    <a:pt x="786855" y="74133"/>
                    <a:pt x="789970" y="73176"/>
                    <a:pt x="792546" y="71261"/>
                  </a:cubicBezTo>
                  <a:cubicBezTo>
                    <a:pt x="795122" y="69347"/>
                    <a:pt x="797167" y="66292"/>
                    <a:pt x="798681" y="62089"/>
                  </a:cubicBezTo>
                  <a:close/>
                  <a:moveTo>
                    <a:pt x="766031" y="46017"/>
                  </a:moveTo>
                  <a:lnTo>
                    <a:pt x="798794" y="46017"/>
                  </a:lnTo>
                  <a:cubicBezTo>
                    <a:pt x="798350" y="41082"/>
                    <a:pt x="797097" y="37384"/>
                    <a:pt x="795035" y="34913"/>
                  </a:cubicBezTo>
                  <a:cubicBezTo>
                    <a:pt x="791867" y="31084"/>
                    <a:pt x="787760" y="29170"/>
                    <a:pt x="782713" y="29170"/>
                  </a:cubicBezTo>
                  <a:cubicBezTo>
                    <a:pt x="778153" y="29170"/>
                    <a:pt x="774298" y="30701"/>
                    <a:pt x="771174" y="33755"/>
                  </a:cubicBezTo>
                  <a:cubicBezTo>
                    <a:pt x="768076" y="36810"/>
                    <a:pt x="766362" y="40900"/>
                    <a:pt x="766031" y="46017"/>
                  </a:cubicBezTo>
                  <a:close/>
                  <a:moveTo>
                    <a:pt x="821385" y="80981"/>
                  </a:moveTo>
                  <a:lnTo>
                    <a:pt x="821385" y="22321"/>
                  </a:lnTo>
                  <a:lnTo>
                    <a:pt x="830330" y="22321"/>
                  </a:lnTo>
                  <a:lnTo>
                    <a:pt x="830330" y="31214"/>
                  </a:lnTo>
                  <a:cubicBezTo>
                    <a:pt x="832610" y="27055"/>
                    <a:pt x="834716" y="24305"/>
                    <a:pt x="836631" y="22983"/>
                  </a:cubicBezTo>
                  <a:cubicBezTo>
                    <a:pt x="838580" y="21659"/>
                    <a:pt x="840712" y="20990"/>
                    <a:pt x="843035" y="20990"/>
                  </a:cubicBezTo>
                  <a:cubicBezTo>
                    <a:pt x="846386" y="20990"/>
                    <a:pt x="849797" y="22060"/>
                    <a:pt x="853251" y="24200"/>
                  </a:cubicBezTo>
                  <a:lnTo>
                    <a:pt x="849832" y="33425"/>
                  </a:lnTo>
                  <a:cubicBezTo>
                    <a:pt x="847395" y="31989"/>
                    <a:pt x="844967" y="31267"/>
                    <a:pt x="842539" y="31267"/>
                  </a:cubicBezTo>
                  <a:cubicBezTo>
                    <a:pt x="840364" y="31267"/>
                    <a:pt x="838414" y="31928"/>
                    <a:pt x="836683" y="33259"/>
                  </a:cubicBezTo>
                  <a:cubicBezTo>
                    <a:pt x="834951" y="34547"/>
                    <a:pt x="833715" y="36348"/>
                    <a:pt x="832984" y="38672"/>
                  </a:cubicBezTo>
                  <a:cubicBezTo>
                    <a:pt x="831879" y="42205"/>
                    <a:pt x="831322" y="46069"/>
                    <a:pt x="831322" y="50272"/>
                  </a:cubicBezTo>
                  <a:lnTo>
                    <a:pt x="831322" y="80981"/>
                  </a:lnTo>
                  <a:lnTo>
                    <a:pt x="821385" y="80981"/>
                  </a:lnTo>
                  <a:close/>
                </a:path>
              </a:pathLst>
            </a:custGeom>
            <a:solidFill>
              <a:srgbClr val="333333"/>
            </a:solidFill>
            <a:ln w="8702" cap="flat">
              <a:noFill/>
              <a:prstDash val="solid"/>
              <a:miter/>
            </a:ln>
          </p:spPr>
        </p:sp>
      </p:grpSp>
      <p:sp>
        <p:nvSpPr>
          <p:cNvPr id="252" name="Title 251">
            <a:extLst>
              <a:ext uri="{FF2B5EF4-FFF2-40B4-BE49-F238E27FC236}">
                <a16:creationId xmlns:a16="http://schemas.microsoft.com/office/drawing/2014/main" id="{38644578-CA9A-3E39-FA42-F7A1A9E7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ההיסטוריה האחרונה של מודלי השפה</a:t>
            </a:r>
          </a:p>
        </p:txBody>
      </p:sp>
    </p:spTree>
    <p:extLst>
      <p:ext uri="{BB962C8B-B14F-4D97-AF65-F5344CB8AC3E}">
        <p14:creationId xmlns:p14="http://schemas.microsoft.com/office/powerpoint/2010/main" val="176638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33F2B-13B3-4655-F50C-890CB391D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Bag of Words</a:t>
            </a:r>
            <a:endParaRPr lang="he-IL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6171439-8A3C-5E9F-ED8D-B50ABE46C86B}"/>
              </a:ext>
            </a:extLst>
          </p:cNvPr>
          <p:cNvGrpSpPr/>
          <p:nvPr/>
        </p:nvGrpSpPr>
        <p:grpSpPr>
          <a:xfrm>
            <a:off x="3067745" y="2779855"/>
            <a:ext cx="120835" cy="704875"/>
            <a:chOff x="3067745" y="2779855"/>
            <a:chExt cx="120835" cy="70487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FCE8400-B0BE-15E5-27E0-37E908BA0D58}"/>
                </a:ext>
              </a:extLst>
            </p:cNvPr>
            <p:cNvSpPr/>
            <p:nvPr/>
          </p:nvSpPr>
          <p:spPr>
            <a:xfrm>
              <a:off x="3128163" y="2779855"/>
              <a:ext cx="10068" cy="604180"/>
            </a:xfrm>
            <a:custGeom>
              <a:avLst/>
              <a:gdLst>
                <a:gd name="csX0" fmla="*/ 0 w 7185"/>
                <a:gd name="csY0" fmla="*/ 0 h 431157"/>
                <a:gd name="csX1" fmla="*/ 0 w 7185"/>
                <a:gd name="csY1" fmla="*/ 431158 h 4311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85" h="431157">
                  <a:moveTo>
                    <a:pt x="0" y="0"/>
                  </a:moveTo>
                  <a:lnTo>
                    <a:pt x="0" y="431158"/>
                  </a:lnTo>
                </a:path>
              </a:pathLst>
            </a:custGeom>
            <a:noFill/>
            <a:ln w="14367" cap="flat">
              <a:solidFill>
                <a:srgbClr val="AAAAAA"/>
              </a:solidFill>
              <a:prstDash val="solid"/>
              <a:miter/>
            </a:ln>
          </p:spPr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2A60211-E545-B5F7-3952-0C186460F6C5}"/>
                </a:ext>
              </a:extLst>
            </p:cNvPr>
            <p:cNvSpPr/>
            <p:nvPr/>
          </p:nvSpPr>
          <p:spPr>
            <a:xfrm>
              <a:off x="3067745" y="3363895"/>
              <a:ext cx="120835" cy="120835"/>
            </a:xfrm>
            <a:custGeom>
              <a:avLst/>
              <a:gdLst>
                <a:gd name="csX0" fmla="*/ 43116 w 86231"/>
                <a:gd name="csY0" fmla="*/ 86232 h 86231"/>
                <a:gd name="csX1" fmla="*/ 0 w 86231"/>
                <a:gd name="csY1" fmla="*/ 0 h 86231"/>
                <a:gd name="csX2" fmla="*/ 86232 w 86231"/>
                <a:gd name="csY2" fmla="*/ 0 h 86231"/>
                <a:gd name="csX3" fmla="*/ 43116 w 86231"/>
                <a:gd name="csY3" fmla="*/ 86232 h 862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231" h="86231">
                  <a:moveTo>
                    <a:pt x="43116" y="86232"/>
                  </a:moveTo>
                  <a:lnTo>
                    <a:pt x="0" y="0"/>
                  </a:lnTo>
                  <a:lnTo>
                    <a:pt x="86232" y="0"/>
                  </a:lnTo>
                  <a:lnTo>
                    <a:pt x="43116" y="86232"/>
                  </a:lnTo>
                  <a:close/>
                </a:path>
              </a:pathLst>
            </a:custGeom>
            <a:solidFill>
              <a:srgbClr val="AAAAAA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4AE096A-5988-4946-765C-6EA78D01CE6D}"/>
              </a:ext>
            </a:extLst>
          </p:cNvPr>
          <p:cNvGrpSpPr/>
          <p:nvPr/>
        </p:nvGrpSpPr>
        <p:grpSpPr>
          <a:xfrm>
            <a:off x="5769048" y="1935161"/>
            <a:ext cx="2618116" cy="1549569"/>
            <a:chOff x="5769048" y="1935161"/>
            <a:chExt cx="2618116" cy="154956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F59C559-9EA5-B6DA-C86F-DF36C50D290F}"/>
                </a:ext>
              </a:extLst>
            </p:cNvPr>
            <p:cNvSpPr/>
            <p:nvPr/>
          </p:nvSpPr>
          <p:spPr>
            <a:xfrm>
              <a:off x="6868889" y="1935161"/>
              <a:ext cx="428615" cy="165503"/>
            </a:xfrm>
            <a:custGeom>
              <a:avLst/>
              <a:gdLst>
                <a:gd name="csX0" fmla="*/ 0 w 305870"/>
                <a:gd name="csY0" fmla="*/ 92590 h 118107"/>
                <a:gd name="csX1" fmla="*/ 0 w 305870"/>
                <a:gd name="csY1" fmla="*/ 0 h 118107"/>
                <a:gd name="csX2" fmla="*/ 18690 w 305870"/>
                <a:gd name="csY2" fmla="*/ 0 h 118107"/>
                <a:gd name="csX3" fmla="*/ 18690 w 305870"/>
                <a:gd name="csY3" fmla="*/ 92590 h 118107"/>
                <a:gd name="csX4" fmla="*/ 0 w 305870"/>
                <a:gd name="csY4" fmla="*/ 92590 h 118107"/>
                <a:gd name="csX5" fmla="*/ 97449 w 305870"/>
                <a:gd name="csY5" fmla="*/ 92590 h 118107"/>
                <a:gd name="csX6" fmla="*/ 79700 w 305870"/>
                <a:gd name="csY6" fmla="*/ 92590 h 118107"/>
                <a:gd name="csX7" fmla="*/ 79700 w 305870"/>
                <a:gd name="csY7" fmla="*/ 58358 h 118107"/>
                <a:gd name="csX8" fmla="*/ 78564 w 305870"/>
                <a:gd name="csY8" fmla="*/ 44337 h 118107"/>
                <a:gd name="csX9" fmla="*/ 74842 w 305870"/>
                <a:gd name="csY9" fmla="*/ 39347 h 118107"/>
                <a:gd name="csX10" fmla="*/ 68712 w 305870"/>
                <a:gd name="csY10" fmla="*/ 37579 h 118107"/>
                <a:gd name="csX11" fmla="*/ 60441 w 305870"/>
                <a:gd name="csY11" fmla="*/ 40106 h 118107"/>
                <a:gd name="csX12" fmla="*/ 55389 w 305870"/>
                <a:gd name="csY12" fmla="*/ 46800 h 118107"/>
                <a:gd name="csX13" fmla="*/ 54060 w 305870"/>
                <a:gd name="csY13" fmla="*/ 62211 h 118107"/>
                <a:gd name="csX14" fmla="*/ 54060 w 305870"/>
                <a:gd name="csY14" fmla="*/ 92590 h 118107"/>
                <a:gd name="csX15" fmla="*/ 36310 w 305870"/>
                <a:gd name="csY15" fmla="*/ 92590 h 118107"/>
                <a:gd name="csX16" fmla="*/ 36310 w 305870"/>
                <a:gd name="csY16" fmla="*/ 25516 h 118107"/>
                <a:gd name="csX17" fmla="*/ 52795 w 305870"/>
                <a:gd name="csY17" fmla="*/ 25516 h 118107"/>
                <a:gd name="csX18" fmla="*/ 52795 w 305870"/>
                <a:gd name="csY18" fmla="*/ 35369 h 118107"/>
                <a:gd name="csX19" fmla="*/ 74899 w 305870"/>
                <a:gd name="csY19" fmla="*/ 24000 h 118107"/>
                <a:gd name="csX20" fmla="*/ 85642 w 305870"/>
                <a:gd name="csY20" fmla="*/ 26148 h 118107"/>
                <a:gd name="csX21" fmla="*/ 92964 w 305870"/>
                <a:gd name="csY21" fmla="*/ 31516 h 118107"/>
                <a:gd name="csX22" fmla="*/ 96442 w 305870"/>
                <a:gd name="csY22" fmla="*/ 38969 h 118107"/>
                <a:gd name="csX23" fmla="*/ 97449 w 305870"/>
                <a:gd name="csY23" fmla="*/ 50905 h 118107"/>
                <a:gd name="csX24" fmla="*/ 97449 w 305870"/>
                <a:gd name="csY24" fmla="*/ 92590 h 118107"/>
                <a:gd name="csX25" fmla="*/ 115011 w 305870"/>
                <a:gd name="csY25" fmla="*/ 25516 h 118107"/>
                <a:gd name="csX26" fmla="*/ 131553 w 305870"/>
                <a:gd name="csY26" fmla="*/ 25516 h 118107"/>
                <a:gd name="csX27" fmla="*/ 131553 w 305870"/>
                <a:gd name="csY27" fmla="*/ 35369 h 118107"/>
                <a:gd name="csX28" fmla="*/ 140270 w 305870"/>
                <a:gd name="csY28" fmla="*/ 27158 h 118107"/>
                <a:gd name="csX29" fmla="*/ 152457 w 305870"/>
                <a:gd name="csY29" fmla="*/ 24000 h 118107"/>
                <a:gd name="csX30" fmla="*/ 172290 w 305870"/>
                <a:gd name="csY30" fmla="*/ 33158 h 118107"/>
                <a:gd name="csX31" fmla="*/ 180439 w 305870"/>
                <a:gd name="csY31" fmla="*/ 58674 h 118107"/>
                <a:gd name="csX32" fmla="*/ 172226 w 305870"/>
                <a:gd name="csY32" fmla="*/ 84821 h 118107"/>
                <a:gd name="csX33" fmla="*/ 152335 w 305870"/>
                <a:gd name="csY33" fmla="*/ 94105 h 118107"/>
                <a:gd name="csX34" fmla="*/ 142231 w 305870"/>
                <a:gd name="csY34" fmla="*/ 91895 h 118107"/>
                <a:gd name="csX35" fmla="*/ 132753 w 305870"/>
                <a:gd name="csY35" fmla="*/ 84316 h 118107"/>
                <a:gd name="csX36" fmla="*/ 132753 w 305870"/>
                <a:gd name="csY36" fmla="*/ 118107 h 118107"/>
                <a:gd name="csX37" fmla="*/ 115011 w 305870"/>
                <a:gd name="csY37" fmla="*/ 118107 h 118107"/>
                <a:gd name="csX38" fmla="*/ 115011 w 305870"/>
                <a:gd name="csY38" fmla="*/ 25516 h 118107"/>
                <a:gd name="csX39" fmla="*/ 132567 w 305870"/>
                <a:gd name="csY39" fmla="*/ 57916 h 118107"/>
                <a:gd name="csX40" fmla="*/ 137050 w 305870"/>
                <a:gd name="csY40" fmla="*/ 74653 h 118107"/>
                <a:gd name="csX41" fmla="*/ 147973 w 305870"/>
                <a:gd name="csY41" fmla="*/ 80021 h 118107"/>
                <a:gd name="csX42" fmla="*/ 158270 w 305870"/>
                <a:gd name="csY42" fmla="*/ 75095 h 118107"/>
                <a:gd name="csX43" fmla="*/ 162374 w 305870"/>
                <a:gd name="csY43" fmla="*/ 58801 h 118107"/>
                <a:gd name="csX44" fmla="*/ 158141 w 305870"/>
                <a:gd name="csY44" fmla="*/ 43137 h 118107"/>
                <a:gd name="csX45" fmla="*/ 147657 w 305870"/>
                <a:gd name="csY45" fmla="*/ 38021 h 118107"/>
                <a:gd name="csX46" fmla="*/ 136863 w 305870"/>
                <a:gd name="csY46" fmla="*/ 43074 h 118107"/>
                <a:gd name="csX47" fmla="*/ 132567 w 305870"/>
                <a:gd name="csY47" fmla="*/ 57916 h 118107"/>
                <a:gd name="csX48" fmla="*/ 238732 w 305870"/>
                <a:gd name="csY48" fmla="*/ 92590 h 118107"/>
                <a:gd name="csX49" fmla="*/ 238732 w 305870"/>
                <a:gd name="csY49" fmla="*/ 82547 h 118107"/>
                <a:gd name="csX50" fmla="*/ 229074 w 305870"/>
                <a:gd name="csY50" fmla="*/ 91011 h 118107"/>
                <a:gd name="csX51" fmla="*/ 216506 w 305870"/>
                <a:gd name="csY51" fmla="*/ 94105 h 118107"/>
                <a:gd name="csX52" fmla="*/ 204376 w 305870"/>
                <a:gd name="csY52" fmla="*/ 91137 h 118107"/>
                <a:gd name="csX53" fmla="*/ 196608 w 305870"/>
                <a:gd name="csY53" fmla="*/ 82800 h 118107"/>
                <a:gd name="csX54" fmla="*/ 194208 w 305870"/>
                <a:gd name="csY54" fmla="*/ 67958 h 118107"/>
                <a:gd name="csX55" fmla="*/ 194208 w 305870"/>
                <a:gd name="csY55" fmla="*/ 25516 h 118107"/>
                <a:gd name="csX56" fmla="*/ 211957 w 305870"/>
                <a:gd name="csY56" fmla="*/ 25516 h 118107"/>
                <a:gd name="csX57" fmla="*/ 211957 w 305870"/>
                <a:gd name="csY57" fmla="*/ 56337 h 118107"/>
                <a:gd name="csX58" fmla="*/ 212906 w 305870"/>
                <a:gd name="csY58" fmla="*/ 73706 h 118107"/>
                <a:gd name="csX59" fmla="*/ 216506 w 305870"/>
                <a:gd name="csY59" fmla="*/ 78758 h 118107"/>
                <a:gd name="csX60" fmla="*/ 223074 w 305870"/>
                <a:gd name="csY60" fmla="*/ 80590 h 118107"/>
                <a:gd name="csX61" fmla="*/ 231215 w 305870"/>
                <a:gd name="csY61" fmla="*/ 78126 h 118107"/>
                <a:gd name="csX62" fmla="*/ 236145 w 305870"/>
                <a:gd name="csY62" fmla="*/ 71937 h 118107"/>
                <a:gd name="csX63" fmla="*/ 237474 w 305870"/>
                <a:gd name="csY63" fmla="*/ 53811 h 118107"/>
                <a:gd name="csX64" fmla="*/ 237474 w 305870"/>
                <a:gd name="csY64" fmla="*/ 25516 h 118107"/>
                <a:gd name="csX65" fmla="*/ 255216 w 305870"/>
                <a:gd name="csY65" fmla="*/ 25516 h 118107"/>
                <a:gd name="csX66" fmla="*/ 255216 w 305870"/>
                <a:gd name="csY66" fmla="*/ 92590 h 118107"/>
                <a:gd name="csX67" fmla="*/ 238732 w 305870"/>
                <a:gd name="csY67" fmla="*/ 92590 h 118107"/>
                <a:gd name="csX68" fmla="*/ 304419 w 305870"/>
                <a:gd name="csY68" fmla="*/ 25516 h 118107"/>
                <a:gd name="csX69" fmla="*/ 304419 w 305870"/>
                <a:gd name="csY69" fmla="*/ 39664 h 118107"/>
                <a:gd name="csX70" fmla="*/ 292289 w 305870"/>
                <a:gd name="csY70" fmla="*/ 39664 h 118107"/>
                <a:gd name="csX71" fmla="*/ 292289 w 305870"/>
                <a:gd name="csY71" fmla="*/ 66695 h 118107"/>
                <a:gd name="csX72" fmla="*/ 292605 w 305870"/>
                <a:gd name="csY72" fmla="*/ 76295 h 118107"/>
                <a:gd name="csX73" fmla="*/ 294186 w 305870"/>
                <a:gd name="csY73" fmla="*/ 78505 h 118107"/>
                <a:gd name="csX74" fmla="*/ 297218 w 305870"/>
                <a:gd name="csY74" fmla="*/ 79390 h 118107"/>
                <a:gd name="csX75" fmla="*/ 304354 w 305870"/>
                <a:gd name="csY75" fmla="*/ 77685 h 118107"/>
                <a:gd name="csX76" fmla="*/ 305870 w 305870"/>
                <a:gd name="csY76" fmla="*/ 91453 h 118107"/>
                <a:gd name="csX77" fmla="*/ 291850 w 305870"/>
                <a:gd name="csY77" fmla="*/ 94105 h 118107"/>
                <a:gd name="csX78" fmla="*/ 283198 w 305870"/>
                <a:gd name="csY78" fmla="*/ 92526 h 118107"/>
                <a:gd name="csX79" fmla="*/ 277514 w 305870"/>
                <a:gd name="csY79" fmla="*/ 88358 h 118107"/>
                <a:gd name="csX80" fmla="*/ 275050 w 305870"/>
                <a:gd name="csY80" fmla="*/ 81410 h 118107"/>
                <a:gd name="csX81" fmla="*/ 274482 w 305870"/>
                <a:gd name="csY81" fmla="*/ 68905 h 118107"/>
                <a:gd name="csX82" fmla="*/ 274482 w 305870"/>
                <a:gd name="csY82" fmla="*/ 39664 h 118107"/>
                <a:gd name="csX83" fmla="*/ 266333 w 305870"/>
                <a:gd name="csY83" fmla="*/ 39664 h 118107"/>
                <a:gd name="csX84" fmla="*/ 266333 w 305870"/>
                <a:gd name="csY84" fmla="*/ 25516 h 118107"/>
                <a:gd name="csX85" fmla="*/ 274482 w 305870"/>
                <a:gd name="csY85" fmla="*/ 25516 h 118107"/>
                <a:gd name="csX86" fmla="*/ 274482 w 305870"/>
                <a:gd name="csY86" fmla="*/ 12190 h 118107"/>
                <a:gd name="csX87" fmla="*/ 292289 w 305870"/>
                <a:gd name="csY87" fmla="*/ 1832 h 118107"/>
                <a:gd name="csX88" fmla="*/ 292289 w 305870"/>
                <a:gd name="csY88" fmla="*/ 25516 h 118107"/>
                <a:gd name="csX89" fmla="*/ 304419 w 305870"/>
                <a:gd name="csY89" fmla="*/ 25516 h 118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305870" h="118107">
                  <a:moveTo>
                    <a:pt x="0" y="92590"/>
                  </a:moveTo>
                  <a:lnTo>
                    <a:pt x="0" y="0"/>
                  </a:lnTo>
                  <a:lnTo>
                    <a:pt x="18690" y="0"/>
                  </a:lnTo>
                  <a:lnTo>
                    <a:pt x="18690" y="92590"/>
                  </a:lnTo>
                  <a:lnTo>
                    <a:pt x="0" y="92590"/>
                  </a:lnTo>
                  <a:close/>
                  <a:moveTo>
                    <a:pt x="97449" y="92590"/>
                  </a:moveTo>
                  <a:lnTo>
                    <a:pt x="79700" y="92590"/>
                  </a:lnTo>
                  <a:lnTo>
                    <a:pt x="79700" y="58358"/>
                  </a:lnTo>
                  <a:cubicBezTo>
                    <a:pt x="79700" y="51116"/>
                    <a:pt x="79326" y="46442"/>
                    <a:pt x="78564" y="44337"/>
                  </a:cubicBezTo>
                  <a:cubicBezTo>
                    <a:pt x="77810" y="42190"/>
                    <a:pt x="76566" y="40527"/>
                    <a:pt x="74842" y="39347"/>
                  </a:cubicBezTo>
                  <a:cubicBezTo>
                    <a:pt x="73153" y="38169"/>
                    <a:pt x="71112" y="37579"/>
                    <a:pt x="68712" y="37579"/>
                  </a:cubicBezTo>
                  <a:cubicBezTo>
                    <a:pt x="65636" y="37579"/>
                    <a:pt x="62884" y="38421"/>
                    <a:pt x="60441" y="40106"/>
                  </a:cubicBezTo>
                  <a:cubicBezTo>
                    <a:pt x="57998" y="41790"/>
                    <a:pt x="56316" y="44021"/>
                    <a:pt x="55389" y="46800"/>
                  </a:cubicBezTo>
                  <a:cubicBezTo>
                    <a:pt x="54505" y="49579"/>
                    <a:pt x="54060" y="54716"/>
                    <a:pt x="54060" y="62211"/>
                  </a:cubicBezTo>
                  <a:lnTo>
                    <a:pt x="54060" y="92590"/>
                  </a:lnTo>
                  <a:lnTo>
                    <a:pt x="36310" y="92590"/>
                  </a:lnTo>
                  <a:lnTo>
                    <a:pt x="36310" y="25516"/>
                  </a:lnTo>
                  <a:lnTo>
                    <a:pt x="52795" y="25516"/>
                  </a:lnTo>
                  <a:lnTo>
                    <a:pt x="52795" y="35369"/>
                  </a:lnTo>
                  <a:cubicBezTo>
                    <a:pt x="58652" y="27790"/>
                    <a:pt x="66017" y="24000"/>
                    <a:pt x="74899" y="24000"/>
                  </a:cubicBezTo>
                  <a:cubicBezTo>
                    <a:pt x="78815" y="24000"/>
                    <a:pt x="82394" y="24716"/>
                    <a:pt x="85642" y="26148"/>
                  </a:cubicBezTo>
                  <a:cubicBezTo>
                    <a:pt x="88883" y="27537"/>
                    <a:pt x="91326" y="29327"/>
                    <a:pt x="92964" y="31516"/>
                  </a:cubicBezTo>
                  <a:cubicBezTo>
                    <a:pt x="94653" y="33706"/>
                    <a:pt x="95810" y="36190"/>
                    <a:pt x="96442" y="38969"/>
                  </a:cubicBezTo>
                  <a:cubicBezTo>
                    <a:pt x="97111" y="41748"/>
                    <a:pt x="97449" y="45726"/>
                    <a:pt x="97449" y="50905"/>
                  </a:cubicBezTo>
                  <a:lnTo>
                    <a:pt x="97449" y="92590"/>
                  </a:lnTo>
                  <a:close/>
                  <a:moveTo>
                    <a:pt x="115011" y="25516"/>
                  </a:moveTo>
                  <a:lnTo>
                    <a:pt x="131553" y="25516"/>
                  </a:lnTo>
                  <a:lnTo>
                    <a:pt x="131553" y="35369"/>
                  </a:lnTo>
                  <a:cubicBezTo>
                    <a:pt x="133702" y="32001"/>
                    <a:pt x="136605" y="29263"/>
                    <a:pt x="140270" y="27158"/>
                  </a:cubicBezTo>
                  <a:cubicBezTo>
                    <a:pt x="143935" y="25053"/>
                    <a:pt x="147995" y="24000"/>
                    <a:pt x="152457" y="24000"/>
                  </a:cubicBezTo>
                  <a:cubicBezTo>
                    <a:pt x="160247" y="24000"/>
                    <a:pt x="166858" y="27053"/>
                    <a:pt x="172290" y="33158"/>
                  </a:cubicBezTo>
                  <a:cubicBezTo>
                    <a:pt x="177723" y="39263"/>
                    <a:pt x="180439" y="47769"/>
                    <a:pt x="180439" y="58674"/>
                  </a:cubicBezTo>
                  <a:cubicBezTo>
                    <a:pt x="180439" y="69874"/>
                    <a:pt x="177702" y="78590"/>
                    <a:pt x="172226" y="84821"/>
                  </a:cubicBezTo>
                  <a:cubicBezTo>
                    <a:pt x="166757" y="91011"/>
                    <a:pt x="160124" y="94105"/>
                    <a:pt x="152335" y="94105"/>
                  </a:cubicBezTo>
                  <a:cubicBezTo>
                    <a:pt x="148627" y="94105"/>
                    <a:pt x="145264" y="93369"/>
                    <a:pt x="142231" y="91895"/>
                  </a:cubicBezTo>
                  <a:cubicBezTo>
                    <a:pt x="139242" y="90421"/>
                    <a:pt x="136080" y="87895"/>
                    <a:pt x="132753" y="84316"/>
                  </a:cubicBezTo>
                  <a:lnTo>
                    <a:pt x="132753" y="118107"/>
                  </a:lnTo>
                  <a:lnTo>
                    <a:pt x="115011" y="118107"/>
                  </a:lnTo>
                  <a:lnTo>
                    <a:pt x="115011" y="25516"/>
                  </a:lnTo>
                  <a:close/>
                  <a:moveTo>
                    <a:pt x="132567" y="57916"/>
                  </a:moveTo>
                  <a:cubicBezTo>
                    <a:pt x="132567" y="65453"/>
                    <a:pt x="134061" y="71032"/>
                    <a:pt x="137050" y="74653"/>
                  </a:cubicBezTo>
                  <a:cubicBezTo>
                    <a:pt x="140040" y="78232"/>
                    <a:pt x="143683" y="80021"/>
                    <a:pt x="147973" y="80021"/>
                  </a:cubicBezTo>
                  <a:cubicBezTo>
                    <a:pt x="152105" y="80021"/>
                    <a:pt x="155533" y="78379"/>
                    <a:pt x="158270" y="75095"/>
                  </a:cubicBezTo>
                  <a:cubicBezTo>
                    <a:pt x="161009" y="71768"/>
                    <a:pt x="162374" y="66337"/>
                    <a:pt x="162374" y="58801"/>
                  </a:cubicBezTo>
                  <a:cubicBezTo>
                    <a:pt x="162374" y="51768"/>
                    <a:pt x="160965" y="46548"/>
                    <a:pt x="158141" y="43137"/>
                  </a:cubicBezTo>
                  <a:cubicBezTo>
                    <a:pt x="155324" y="39727"/>
                    <a:pt x="151832" y="38021"/>
                    <a:pt x="147657" y="38021"/>
                  </a:cubicBezTo>
                  <a:cubicBezTo>
                    <a:pt x="143324" y="38021"/>
                    <a:pt x="139724" y="39705"/>
                    <a:pt x="136863" y="43074"/>
                  </a:cubicBezTo>
                  <a:cubicBezTo>
                    <a:pt x="133996" y="46401"/>
                    <a:pt x="132567" y="51347"/>
                    <a:pt x="132567" y="57916"/>
                  </a:cubicBezTo>
                  <a:close/>
                  <a:moveTo>
                    <a:pt x="238732" y="92590"/>
                  </a:moveTo>
                  <a:lnTo>
                    <a:pt x="238732" y="82547"/>
                  </a:lnTo>
                  <a:cubicBezTo>
                    <a:pt x="236288" y="86127"/>
                    <a:pt x="233069" y="88948"/>
                    <a:pt x="229074" y="91011"/>
                  </a:cubicBezTo>
                  <a:cubicBezTo>
                    <a:pt x="225114" y="93074"/>
                    <a:pt x="220925" y="94105"/>
                    <a:pt x="216506" y="94105"/>
                  </a:cubicBezTo>
                  <a:cubicBezTo>
                    <a:pt x="212000" y="94105"/>
                    <a:pt x="207954" y="93116"/>
                    <a:pt x="204376" y="91137"/>
                  </a:cubicBezTo>
                  <a:cubicBezTo>
                    <a:pt x="200797" y="89158"/>
                    <a:pt x="198210" y="86379"/>
                    <a:pt x="196608" y="82800"/>
                  </a:cubicBezTo>
                  <a:cubicBezTo>
                    <a:pt x="195005" y="79221"/>
                    <a:pt x="194208" y="74274"/>
                    <a:pt x="194208" y="67958"/>
                  </a:cubicBezTo>
                  <a:lnTo>
                    <a:pt x="194208" y="25516"/>
                  </a:lnTo>
                  <a:lnTo>
                    <a:pt x="211957" y="25516"/>
                  </a:lnTo>
                  <a:lnTo>
                    <a:pt x="211957" y="56337"/>
                  </a:lnTo>
                  <a:cubicBezTo>
                    <a:pt x="211957" y="65769"/>
                    <a:pt x="212273" y="71558"/>
                    <a:pt x="212906" y="73706"/>
                  </a:cubicBezTo>
                  <a:cubicBezTo>
                    <a:pt x="213574" y="75810"/>
                    <a:pt x="214774" y="77495"/>
                    <a:pt x="216506" y="78758"/>
                  </a:cubicBezTo>
                  <a:cubicBezTo>
                    <a:pt x="218230" y="79979"/>
                    <a:pt x="220415" y="80590"/>
                    <a:pt x="223074" y="80590"/>
                  </a:cubicBezTo>
                  <a:cubicBezTo>
                    <a:pt x="226106" y="80590"/>
                    <a:pt x="228815" y="79768"/>
                    <a:pt x="231215" y="78126"/>
                  </a:cubicBezTo>
                  <a:cubicBezTo>
                    <a:pt x="233615" y="76442"/>
                    <a:pt x="235261" y="74379"/>
                    <a:pt x="236145" y="71937"/>
                  </a:cubicBezTo>
                  <a:cubicBezTo>
                    <a:pt x="237029" y="69453"/>
                    <a:pt x="237474" y="63411"/>
                    <a:pt x="237474" y="53811"/>
                  </a:cubicBezTo>
                  <a:lnTo>
                    <a:pt x="237474" y="25516"/>
                  </a:lnTo>
                  <a:lnTo>
                    <a:pt x="255216" y="25516"/>
                  </a:lnTo>
                  <a:lnTo>
                    <a:pt x="255216" y="92590"/>
                  </a:lnTo>
                  <a:lnTo>
                    <a:pt x="238732" y="92590"/>
                  </a:lnTo>
                  <a:close/>
                  <a:moveTo>
                    <a:pt x="304419" y="25516"/>
                  </a:moveTo>
                  <a:lnTo>
                    <a:pt x="304419" y="39664"/>
                  </a:lnTo>
                  <a:lnTo>
                    <a:pt x="292289" y="39664"/>
                  </a:lnTo>
                  <a:lnTo>
                    <a:pt x="292289" y="66695"/>
                  </a:lnTo>
                  <a:cubicBezTo>
                    <a:pt x="292289" y="72169"/>
                    <a:pt x="292397" y="75369"/>
                    <a:pt x="292605" y="76295"/>
                  </a:cubicBezTo>
                  <a:cubicBezTo>
                    <a:pt x="292864" y="77179"/>
                    <a:pt x="293388" y="77916"/>
                    <a:pt x="294186" y="78505"/>
                  </a:cubicBezTo>
                  <a:cubicBezTo>
                    <a:pt x="295027" y="79095"/>
                    <a:pt x="296040" y="79390"/>
                    <a:pt x="297218" y="79390"/>
                  </a:cubicBezTo>
                  <a:cubicBezTo>
                    <a:pt x="298857" y="79390"/>
                    <a:pt x="301242" y="78821"/>
                    <a:pt x="304354" y="77685"/>
                  </a:cubicBezTo>
                  <a:lnTo>
                    <a:pt x="305870" y="91453"/>
                  </a:lnTo>
                  <a:cubicBezTo>
                    <a:pt x="301745" y="93221"/>
                    <a:pt x="297067" y="94105"/>
                    <a:pt x="291850" y="94105"/>
                  </a:cubicBezTo>
                  <a:cubicBezTo>
                    <a:pt x="288653" y="94105"/>
                    <a:pt x="285764" y="93579"/>
                    <a:pt x="283198" y="92526"/>
                  </a:cubicBezTo>
                  <a:cubicBezTo>
                    <a:pt x="280626" y="91432"/>
                    <a:pt x="278736" y="90042"/>
                    <a:pt x="277514" y="88358"/>
                  </a:cubicBezTo>
                  <a:cubicBezTo>
                    <a:pt x="276336" y="86632"/>
                    <a:pt x="275509" y="84316"/>
                    <a:pt x="275050" y="81410"/>
                  </a:cubicBezTo>
                  <a:cubicBezTo>
                    <a:pt x="274669" y="79347"/>
                    <a:pt x="274482" y="75179"/>
                    <a:pt x="274482" y="68905"/>
                  </a:cubicBezTo>
                  <a:lnTo>
                    <a:pt x="274482" y="39664"/>
                  </a:lnTo>
                  <a:lnTo>
                    <a:pt x="266333" y="39664"/>
                  </a:lnTo>
                  <a:lnTo>
                    <a:pt x="266333" y="25516"/>
                  </a:lnTo>
                  <a:lnTo>
                    <a:pt x="274482" y="25516"/>
                  </a:lnTo>
                  <a:lnTo>
                    <a:pt x="274482" y="12190"/>
                  </a:lnTo>
                  <a:lnTo>
                    <a:pt x="292289" y="1832"/>
                  </a:lnTo>
                  <a:lnTo>
                    <a:pt x="292289" y="25516"/>
                  </a:lnTo>
                  <a:lnTo>
                    <a:pt x="304419" y="25516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A681CE1-D11E-7314-5A3F-C7A13CD3FB1B}"/>
                </a:ext>
              </a:extLst>
            </p:cNvPr>
            <p:cNvSpPr/>
            <p:nvPr/>
          </p:nvSpPr>
          <p:spPr>
            <a:xfrm>
              <a:off x="5769048" y="2276371"/>
              <a:ext cx="2618116" cy="553831"/>
            </a:xfrm>
            <a:custGeom>
              <a:avLst/>
              <a:gdLst>
                <a:gd name="csX0" fmla="*/ 1782118 w 1868349"/>
                <a:gd name="csY0" fmla="*/ 0 h 395227"/>
                <a:gd name="csX1" fmla="*/ 86232 w 1868349"/>
                <a:gd name="csY1" fmla="*/ 0 h 395227"/>
                <a:gd name="csX2" fmla="*/ 0 w 1868349"/>
                <a:gd name="csY2" fmla="*/ 86232 h 395227"/>
                <a:gd name="csX3" fmla="*/ 0 w 1868349"/>
                <a:gd name="csY3" fmla="*/ 308996 h 395227"/>
                <a:gd name="csX4" fmla="*/ 86232 w 1868349"/>
                <a:gd name="csY4" fmla="*/ 395228 h 395227"/>
                <a:gd name="csX5" fmla="*/ 1782118 w 1868349"/>
                <a:gd name="csY5" fmla="*/ 395228 h 395227"/>
                <a:gd name="csX6" fmla="*/ 1868349 w 1868349"/>
                <a:gd name="csY6" fmla="*/ 308996 h 395227"/>
                <a:gd name="csX7" fmla="*/ 1868349 w 1868349"/>
                <a:gd name="csY7" fmla="*/ 86232 h 395227"/>
                <a:gd name="csX8" fmla="*/ 1782118 w 1868349"/>
                <a:gd name="csY8" fmla="*/ 0 h 395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68349" h="395227">
                  <a:moveTo>
                    <a:pt x="1782118" y="0"/>
                  </a:moveTo>
                  <a:lnTo>
                    <a:pt x="86232" y="0"/>
                  </a:lnTo>
                  <a:cubicBezTo>
                    <a:pt x="38610" y="0"/>
                    <a:pt x="0" y="38610"/>
                    <a:pt x="0" y="86232"/>
                  </a:cubicBezTo>
                  <a:lnTo>
                    <a:pt x="0" y="308996"/>
                  </a:lnTo>
                  <a:cubicBezTo>
                    <a:pt x="0" y="356618"/>
                    <a:pt x="38610" y="395228"/>
                    <a:pt x="86232" y="395228"/>
                  </a:cubicBezTo>
                  <a:lnTo>
                    <a:pt x="1782118" y="395228"/>
                  </a:lnTo>
                  <a:cubicBezTo>
                    <a:pt x="1829739" y="395228"/>
                    <a:pt x="1868349" y="356618"/>
                    <a:pt x="1868349" y="308996"/>
                  </a:cubicBezTo>
                  <a:lnTo>
                    <a:pt x="1868349" y="86232"/>
                  </a:lnTo>
                  <a:cubicBezTo>
                    <a:pt x="1868349" y="38610"/>
                    <a:pt x="1829739" y="0"/>
                    <a:pt x="1782118" y="0"/>
                  </a:cubicBezTo>
                  <a:close/>
                </a:path>
              </a:pathLst>
            </a:custGeom>
            <a:solidFill>
              <a:srgbClr val="FFFFFF"/>
            </a:solidFill>
            <a:ln w="21550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8E5330-5C7B-F86A-1DF0-90AECC2D8E02}"/>
                </a:ext>
              </a:extLst>
            </p:cNvPr>
            <p:cNvSpPr/>
            <p:nvPr/>
          </p:nvSpPr>
          <p:spPr>
            <a:xfrm>
              <a:off x="6341601" y="2490372"/>
              <a:ext cx="1429397" cy="205199"/>
            </a:xfrm>
            <a:custGeom>
              <a:avLst/>
              <a:gdLst>
                <a:gd name="csX0" fmla="*/ 0 w 1020051"/>
                <a:gd name="csY0" fmla="*/ 113165 h 146435"/>
                <a:gd name="csX1" fmla="*/ 0 w 1020051"/>
                <a:gd name="csY1" fmla="*/ 0 h 146435"/>
                <a:gd name="csX2" fmla="*/ 34198 w 1020051"/>
                <a:gd name="csY2" fmla="*/ 0 h 146435"/>
                <a:gd name="csX3" fmla="*/ 54735 w 1020051"/>
                <a:gd name="csY3" fmla="*/ 77192 h 146435"/>
                <a:gd name="csX4" fmla="*/ 75036 w 1020051"/>
                <a:gd name="csY4" fmla="*/ 0 h 146435"/>
                <a:gd name="csX5" fmla="*/ 109306 w 1020051"/>
                <a:gd name="csY5" fmla="*/ 0 h 146435"/>
                <a:gd name="csX6" fmla="*/ 109306 w 1020051"/>
                <a:gd name="csY6" fmla="*/ 113165 h 146435"/>
                <a:gd name="csX7" fmla="*/ 88078 w 1020051"/>
                <a:gd name="csY7" fmla="*/ 113165 h 146435"/>
                <a:gd name="csX8" fmla="*/ 88078 w 1020051"/>
                <a:gd name="csY8" fmla="*/ 24087 h 146435"/>
                <a:gd name="csX9" fmla="*/ 65615 w 1020051"/>
                <a:gd name="csY9" fmla="*/ 113165 h 146435"/>
                <a:gd name="csX10" fmla="*/ 43619 w 1020051"/>
                <a:gd name="csY10" fmla="*/ 113165 h 146435"/>
                <a:gd name="csX11" fmla="*/ 21227 w 1020051"/>
                <a:gd name="csY11" fmla="*/ 24087 h 146435"/>
                <a:gd name="csX12" fmla="*/ 21227 w 1020051"/>
                <a:gd name="csY12" fmla="*/ 113165 h 146435"/>
                <a:gd name="csX13" fmla="*/ 0 w 1020051"/>
                <a:gd name="csY13" fmla="*/ 113165 h 146435"/>
                <a:gd name="csX14" fmla="*/ 121579 w 1020051"/>
                <a:gd name="csY14" fmla="*/ 31187 h 146435"/>
                <a:gd name="csX15" fmla="*/ 144660 w 1020051"/>
                <a:gd name="csY15" fmla="*/ 31187 h 146435"/>
                <a:gd name="csX16" fmla="*/ 164271 w 1020051"/>
                <a:gd name="csY16" fmla="*/ 89386 h 146435"/>
                <a:gd name="csX17" fmla="*/ 183414 w 1020051"/>
                <a:gd name="csY17" fmla="*/ 31187 h 146435"/>
                <a:gd name="csX18" fmla="*/ 205877 w 1020051"/>
                <a:gd name="csY18" fmla="*/ 31187 h 146435"/>
                <a:gd name="csX19" fmla="*/ 176925 w 1020051"/>
                <a:gd name="csY19" fmla="*/ 110075 h 146435"/>
                <a:gd name="csX20" fmla="*/ 171759 w 1020051"/>
                <a:gd name="csY20" fmla="*/ 124360 h 146435"/>
                <a:gd name="csX21" fmla="*/ 166276 w 1020051"/>
                <a:gd name="csY21" fmla="*/ 135319 h 146435"/>
                <a:gd name="csX22" fmla="*/ 160333 w 1020051"/>
                <a:gd name="csY22" fmla="*/ 141420 h 146435"/>
                <a:gd name="csX23" fmla="*/ 152069 w 1020051"/>
                <a:gd name="csY23" fmla="*/ 145121 h 146435"/>
                <a:gd name="csX24" fmla="*/ 141031 w 1020051"/>
                <a:gd name="csY24" fmla="*/ 146436 h 146435"/>
                <a:gd name="csX25" fmla="*/ 128758 w 1020051"/>
                <a:gd name="csY25" fmla="*/ 145121 h 146435"/>
                <a:gd name="csX26" fmla="*/ 126832 w 1020051"/>
                <a:gd name="csY26" fmla="*/ 128140 h 146435"/>
                <a:gd name="csX27" fmla="*/ 136016 w 1020051"/>
                <a:gd name="csY27" fmla="*/ 129146 h 146435"/>
                <a:gd name="csX28" fmla="*/ 147211 w 1020051"/>
                <a:gd name="csY28" fmla="*/ 124669 h 146435"/>
                <a:gd name="csX29" fmla="*/ 152766 w 1020051"/>
                <a:gd name="csY29" fmla="*/ 113394 h 146435"/>
                <a:gd name="csX30" fmla="*/ 121579 w 1020051"/>
                <a:gd name="csY30" fmla="*/ 31187 h 146435"/>
                <a:gd name="csX31" fmla="*/ 335326 w 1020051"/>
                <a:gd name="csY31" fmla="*/ 55425 h 146435"/>
                <a:gd name="csX32" fmla="*/ 313947 w 1020051"/>
                <a:gd name="csY32" fmla="*/ 59284 h 146435"/>
                <a:gd name="csX33" fmla="*/ 309003 w 1020051"/>
                <a:gd name="csY33" fmla="*/ 49633 h 146435"/>
                <a:gd name="csX34" fmla="*/ 299123 w 1020051"/>
                <a:gd name="csY34" fmla="*/ 46393 h 146435"/>
                <a:gd name="csX35" fmla="*/ 286159 w 1020051"/>
                <a:gd name="csY35" fmla="*/ 52026 h 146435"/>
                <a:gd name="csX36" fmla="*/ 281373 w 1020051"/>
                <a:gd name="csY36" fmla="*/ 70710 h 146435"/>
                <a:gd name="csX37" fmla="*/ 286231 w 1020051"/>
                <a:gd name="csY37" fmla="*/ 91319 h 146435"/>
                <a:gd name="csX38" fmla="*/ 299432 w 1020051"/>
                <a:gd name="csY38" fmla="*/ 97341 h 146435"/>
                <a:gd name="csX39" fmla="*/ 309549 w 1020051"/>
                <a:gd name="csY39" fmla="*/ 93863 h 146435"/>
                <a:gd name="csX40" fmla="*/ 315104 w 1020051"/>
                <a:gd name="csY40" fmla="*/ 81748 h 146435"/>
                <a:gd name="csX41" fmla="*/ 336411 w 1020051"/>
                <a:gd name="csY41" fmla="*/ 85376 h 146435"/>
                <a:gd name="csX42" fmla="*/ 323670 w 1020051"/>
                <a:gd name="csY42" fmla="*/ 107531 h 146435"/>
                <a:gd name="csX43" fmla="*/ 298433 w 1020051"/>
                <a:gd name="csY43" fmla="*/ 115018 h 146435"/>
                <a:gd name="csX44" fmla="*/ 269718 w 1020051"/>
                <a:gd name="csY44" fmla="*/ 103672 h 146435"/>
                <a:gd name="csX45" fmla="*/ 259061 w 1020051"/>
                <a:gd name="csY45" fmla="*/ 72255 h 146435"/>
                <a:gd name="csX46" fmla="*/ 269790 w 1020051"/>
                <a:gd name="csY46" fmla="*/ 40680 h 146435"/>
                <a:gd name="csX47" fmla="*/ 298814 w 1020051"/>
                <a:gd name="csY47" fmla="*/ 29333 h 146435"/>
                <a:gd name="csX48" fmla="*/ 322592 w 1020051"/>
                <a:gd name="csY48" fmla="*/ 35815 h 146435"/>
                <a:gd name="csX49" fmla="*/ 335326 w 1020051"/>
                <a:gd name="csY49" fmla="*/ 55425 h 146435"/>
                <a:gd name="csX50" fmla="*/ 368058 w 1020051"/>
                <a:gd name="csY50" fmla="*/ 56194 h 146435"/>
                <a:gd name="csX51" fmla="*/ 348375 w 1020051"/>
                <a:gd name="csY51" fmla="*/ 52644 h 146435"/>
                <a:gd name="csX52" fmla="*/ 359801 w 1020051"/>
                <a:gd name="csY52" fmla="*/ 35046 h 146435"/>
                <a:gd name="csX53" fmla="*/ 383881 w 1020051"/>
                <a:gd name="csY53" fmla="*/ 29333 h 146435"/>
                <a:gd name="csX54" fmla="*/ 405497 w 1020051"/>
                <a:gd name="csY54" fmla="*/ 32804 h 146435"/>
                <a:gd name="csX55" fmla="*/ 415456 w 1020051"/>
                <a:gd name="csY55" fmla="*/ 41528 h 146435"/>
                <a:gd name="csX56" fmla="*/ 418388 w 1020051"/>
                <a:gd name="csY56" fmla="*/ 60908 h 146435"/>
                <a:gd name="csX57" fmla="*/ 418158 w 1020051"/>
                <a:gd name="csY57" fmla="*/ 86224 h 146435"/>
                <a:gd name="csX58" fmla="*/ 419157 w 1020051"/>
                <a:gd name="csY58" fmla="*/ 102206 h 146435"/>
                <a:gd name="csX59" fmla="*/ 423095 w 1020051"/>
                <a:gd name="csY59" fmla="*/ 113165 h 146435"/>
                <a:gd name="csX60" fmla="*/ 401637 w 1020051"/>
                <a:gd name="csY60" fmla="*/ 113165 h 146435"/>
                <a:gd name="csX61" fmla="*/ 399554 w 1020051"/>
                <a:gd name="csY61" fmla="*/ 106755 h 146435"/>
                <a:gd name="csX62" fmla="*/ 398785 w 1020051"/>
                <a:gd name="csY62" fmla="*/ 104211 h 146435"/>
                <a:gd name="csX63" fmla="*/ 386892 w 1020051"/>
                <a:gd name="csY63" fmla="*/ 112317 h 146435"/>
                <a:gd name="csX64" fmla="*/ 373382 w 1020051"/>
                <a:gd name="csY64" fmla="*/ 115018 h 146435"/>
                <a:gd name="csX65" fmla="*/ 353391 w 1020051"/>
                <a:gd name="csY65" fmla="*/ 108149 h 146435"/>
                <a:gd name="csX66" fmla="*/ 346133 w 1020051"/>
                <a:gd name="csY66" fmla="*/ 90780 h 146435"/>
                <a:gd name="csX67" fmla="*/ 349453 w 1020051"/>
                <a:gd name="csY67" fmla="*/ 78428 h 146435"/>
                <a:gd name="csX68" fmla="*/ 358716 w 1020051"/>
                <a:gd name="csY68" fmla="*/ 70092 h 146435"/>
                <a:gd name="csX69" fmla="*/ 376012 w 1020051"/>
                <a:gd name="csY69" fmla="*/ 64997 h 146435"/>
                <a:gd name="csX70" fmla="*/ 397082 w 1020051"/>
                <a:gd name="csY70" fmla="*/ 59672 h 146435"/>
                <a:gd name="csX71" fmla="*/ 397082 w 1020051"/>
                <a:gd name="csY71" fmla="*/ 57509 h 146435"/>
                <a:gd name="csX72" fmla="*/ 393999 w 1020051"/>
                <a:gd name="csY72" fmla="*/ 48635 h 146435"/>
                <a:gd name="csX73" fmla="*/ 382336 w 1020051"/>
                <a:gd name="csY73" fmla="*/ 45933 h 146435"/>
                <a:gd name="csX74" fmla="*/ 373311 w 1020051"/>
                <a:gd name="csY74" fmla="*/ 48247 h 146435"/>
                <a:gd name="csX75" fmla="*/ 368058 w 1020051"/>
                <a:gd name="csY75" fmla="*/ 56194 h 146435"/>
                <a:gd name="csX76" fmla="*/ 397082 w 1020051"/>
                <a:gd name="csY76" fmla="*/ 73793 h 146435"/>
                <a:gd name="csX77" fmla="*/ 383881 w 1020051"/>
                <a:gd name="csY77" fmla="*/ 77113 h 146435"/>
                <a:gd name="csX78" fmla="*/ 372075 w 1020051"/>
                <a:gd name="csY78" fmla="*/ 80900 h 146435"/>
                <a:gd name="csX79" fmla="*/ 367828 w 1020051"/>
                <a:gd name="csY79" fmla="*/ 88538 h 146435"/>
                <a:gd name="csX80" fmla="*/ 371226 w 1020051"/>
                <a:gd name="csY80" fmla="*/ 96414 h 146435"/>
                <a:gd name="csX81" fmla="*/ 379871 w 1020051"/>
                <a:gd name="csY81" fmla="*/ 99734 h 146435"/>
                <a:gd name="csX82" fmla="*/ 391060 w 1020051"/>
                <a:gd name="csY82" fmla="*/ 95875 h 146435"/>
                <a:gd name="csX83" fmla="*/ 396234 w 1020051"/>
                <a:gd name="csY83" fmla="*/ 88696 h 146435"/>
                <a:gd name="csX84" fmla="*/ 397082 w 1020051"/>
                <a:gd name="csY84" fmla="*/ 78119 h 146435"/>
                <a:gd name="csX85" fmla="*/ 397082 w 1020051"/>
                <a:gd name="csY85" fmla="*/ 73793 h 146435"/>
                <a:gd name="csX86" fmla="*/ 477442 w 1020051"/>
                <a:gd name="csY86" fmla="*/ 31187 h 146435"/>
                <a:gd name="csX87" fmla="*/ 477442 w 1020051"/>
                <a:gd name="csY87" fmla="*/ 48477 h 146435"/>
                <a:gd name="csX88" fmla="*/ 462618 w 1020051"/>
                <a:gd name="csY88" fmla="*/ 48477 h 146435"/>
                <a:gd name="csX89" fmla="*/ 462618 w 1020051"/>
                <a:gd name="csY89" fmla="*/ 81517 h 146435"/>
                <a:gd name="csX90" fmla="*/ 463006 w 1020051"/>
                <a:gd name="csY90" fmla="*/ 93252 h 146435"/>
                <a:gd name="csX91" fmla="*/ 464939 w 1020051"/>
                <a:gd name="csY91" fmla="*/ 95947 h 146435"/>
                <a:gd name="csX92" fmla="*/ 468640 w 1020051"/>
                <a:gd name="csY92" fmla="*/ 97032 h 146435"/>
                <a:gd name="csX93" fmla="*/ 477363 w 1020051"/>
                <a:gd name="csY93" fmla="*/ 94948 h 146435"/>
                <a:gd name="csX94" fmla="*/ 479217 w 1020051"/>
                <a:gd name="csY94" fmla="*/ 111778 h 146435"/>
                <a:gd name="csX95" fmla="*/ 462079 w 1020051"/>
                <a:gd name="csY95" fmla="*/ 115018 h 146435"/>
                <a:gd name="csX96" fmla="*/ 451501 w 1020051"/>
                <a:gd name="csY96" fmla="*/ 113085 h 146435"/>
                <a:gd name="csX97" fmla="*/ 444559 w 1020051"/>
                <a:gd name="csY97" fmla="*/ 107991 h 146435"/>
                <a:gd name="csX98" fmla="*/ 441548 w 1020051"/>
                <a:gd name="csY98" fmla="*/ 99504 h 146435"/>
                <a:gd name="csX99" fmla="*/ 440851 w 1020051"/>
                <a:gd name="csY99" fmla="*/ 84219 h 146435"/>
                <a:gd name="csX100" fmla="*/ 440851 w 1020051"/>
                <a:gd name="csY100" fmla="*/ 48477 h 146435"/>
                <a:gd name="csX101" fmla="*/ 430892 w 1020051"/>
                <a:gd name="csY101" fmla="*/ 48477 h 146435"/>
                <a:gd name="csX102" fmla="*/ 430892 w 1020051"/>
                <a:gd name="csY102" fmla="*/ 31187 h 146435"/>
                <a:gd name="csX103" fmla="*/ 440851 w 1020051"/>
                <a:gd name="csY103" fmla="*/ 31187 h 146435"/>
                <a:gd name="csX104" fmla="*/ 440851 w 1020051"/>
                <a:gd name="csY104" fmla="*/ 14896 h 146435"/>
                <a:gd name="csX105" fmla="*/ 462618 w 1020051"/>
                <a:gd name="csY105" fmla="*/ 2235 h 146435"/>
                <a:gd name="csX106" fmla="*/ 462618 w 1020051"/>
                <a:gd name="csY106" fmla="*/ 31187 h 146435"/>
                <a:gd name="csX107" fmla="*/ 477442 w 1020051"/>
                <a:gd name="csY107" fmla="*/ 31187 h 146435"/>
                <a:gd name="csX108" fmla="*/ 536497 w 1020051"/>
                <a:gd name="csY108" fmla="*/ 20070 h 146435"/>
                <a:gd name="csX109" fmla="*/ 536497 w 1020051"/>
                <a:gd name="csY109" fmla="*/ 0 h 146435"/>
                <a:gd name="csX110" fmla="*/ 558184 w 1020051"/>
                <a:gd name="csY110" fmla="*/ 0 h 146435"/>
                <a:gd name="csX111" fmla="*/ 558184 w 1020051"/>
                <a:gd name="csY111" fmla="*/ 20070 h 146435"/>
                <a:gd name="csX112" fmla="*/ 536497 w 1020051"/>
                <a:gd name="csY112" fmla="*/ 20070 h 146435"/>
                <a:gd name="csX113" fmla="*/ 536497 w 1020051"/>
                <a:gd name="csY113" fmla="*/ 113165 h 146435"/>
                <a:gd name="csX114" fmla="*/ 536497 w 1020051"/>
                <a:gd name="csY114" fmla="*/ 31187 h 146435"/>
                <a:gd name="csX115" fmla="*/ 558184 w 1020051"/>
                <a:gd name="csY115" fmla="*/ 31187 h 146435"/>
                <a:gd name="csX116" fmla="*/ 558184 w 1020051"/>
                <a:gd name="csY116" fmla="*/ 113165 h 146435"/>
                <a:gd name="csX117" fmla="*/ 536497 w 1020051"/>
                <a:gd name="csY117" fmla="*/ 113165 h 146435"/>
                <a:gd name="csX118" fmla="*/ 572850 w 1020051"/>
                <a:gd name="csY118" fmla="*/ 89774 h 146435"/>
                <a:gd name="csX119" fmla="*/ 594617 w 1020051"/>
                <a:gd name="csY119" fmla="*/ 86454 h 146435"/>
                <a:gd name="csX120" fmla="*/ 600257 w 1020051"/>
                <a:gd name="csY120" fmla="*/ 96105 h 146435"/>
                <a:gd name="csX121" fmla="*/ 612143 w 1020051"/>
                <a:gd name="csY121" fmla="*/ 99346 h 146435"/>
                <a:gd name="csX122" fmla="*/ 624805 w 1020051"/>
                <a:gd name="csY122" fmla="*/ 96256 h 146435"/>
                <a:gd name="csX123" fmla="*/ 627657 w 1020051"/>
                <a:gd name="csY123" fmla="*/ 90471 h 146435"/>
                <a:gd name="csX124" fmla="*/ 626113 w 1020051"/>
                <a:gd name="csY124" fmla="*/ 86375 h 146435"/>
                <a:gd name="csX125" fmla="*/ 618855 w 1020051"/>
                <a:gd name="csY125" fmla="*/ 83522 h 146435"/>
                <a:gd name="csX126" fmla="*/ 585591 w 1020051"/>
                <a:gd name="csY126" fmla="*/ 72945 h 146435"/>
                <a:gd name="csX127" fmla="*/ 575861 w 1020051"/>
                <a:gd name="csY127" fmla="*/ 54498 h 146435"/>
                <a:gd name="csX128" fmla="*/ 584276 w 1020051"/>
                <a:gd name="csY128" fmla="*/ 36591 h 146435"/>
                <a:gd name="csX129" fmla="*/ 610368 w 1020051"/>
                <a:gd name="csY129" fmla="*/ 29333 h 146435"/>
                <a:gd name="csX130" fmla="*/ 635375 w 1020051"/>
                <a:gd name="csY130" fmla="*/ 34816 h 146435"/>
                <a:gd name="csX131" fmla="*/ 646650 w 1020051"/>
                <a:gd name="csY131" fmla="*/ 51027 h 146435"/>
                <a:gd name="csX132" fmla="*/ 626192 w 1020051"/>
                <a:gd name="csY132" fmla="*/ 54807 h 146435"/>
                <a:gd name="csX133" fmla="*/ 621176 w 1020051"/>
                <a:gd name="csY133" fmla="*/ 47470 h 146435"/>
                <a:gd name="csX134" fmla="*/ 610756 w 1020051"/>
                <a:gd name="csY134" fmla="*/ 44927 h 146435"/>
                <a:gd name="csX135" fmla="*/ 598482 w 1020051"/>
                <a:gd name="csY135" fmla="*/ 47320 h 146435"/>
                <a:gd name="csX136" fmla="*/ 596011 w 1020051"/>
                <a:gd name="csY136" fmla="*/ 51717 h 146435"/>
                <a:gd name="csX137" fmla="*/ 598174 w 1020051"/>
                <a:gd name="csY137" fmla="*/ 55655 h 146435"/>
                <a:gd name="csX138" fmla="*/ 618395 w 1020051"/>
                <a:gd name="csY138" fmla="*/ 61756 h 146435"/>
                <a:gd name="csX139" fmla="*/ 642633 w 1020051"/>
                <a:gd name="csY139" fmla="*/ 71400 h 146435"/>
                <a:gd name="csX140" fmla="*/ 649424 w 1020051"/>
                <a:gd name="csY140" fmla="*/ 87539 h 146435"/>
                <a:gd name="csX141" fmla="*/ 640010 w 1020051"/>
                <a:gd name="csY141" fmla="*/ 106913 h 146435"/>
                <a:gd name="csX142" fmla="*/ 612143 w 1020051"/>
                <a:gd name="csY142" fmla="*/ 115018 h 146435"/>
                <a:gd name="csX143" fmla="*/ 585591 w 1020051"/>
                <a:gd name="csY143" fmla="*/ 108221 h 146435"/>
                <a:gd name="csX144" fmla="*/ 572850 w 1020051"/>
                <a:gd name="csY144" fmla="*/ 89774 h 146435"/>
                <a:gd name="csX145" fmla="*/ 783974 w 1020051"/>
                <a:gd name="csY145" fmla="*/ 55425 h 146435"/>
                <a:gd name="csX146" fmla="*/ 762588 w 1020051"/>
                <a:gd name="csY146" fmla="*/ 59284 h 146435"/>
                <a:gd name="csX147" fmla="*/ 757652 w 1020051"/>
                <a:gd name="csY147" fmla="*/ 49633 h 146435"/>
                <a:gd name="csX148" fmla="*/ 747771 w 1020051"/>
                <a:gd name="csY148" fmla="*/ 46393 h 146435"/>
                <a:gd name="csX149" fmla="*/ 734800 w 1020051"/>
                <a:gd name="csY149" fmla="*/ 52026 h 146435"/>
                <a:gd name="csX150" fmla="*/ 730014 w 1020051"/>
                <a:gd name="csY150" fmla="*/ 70710 h 146435"/>
                <a:gd name="csX151" fmla="*/ 734879 w 1020051"/>
                <a:gd name="csY151" fmla="*/ 91319 h 146435"/>
                <a:gd name="csX152" fmla="*/ 748080 w 1020051"/>
                <a:gd name="csY152" fmla="*/ 97341 h 146435"/>
                <a:gd name="csX153" fmla="*/ 758191 w 1020051"/>
                <a:gd name="csY153" fmla="*/ 93863 h 146435"/>
                <a:gd name="csX154" fmla="*/ 763752 w 1020051"/>
                <a:gd name="csY154" fmla="*/ 81748 h 146435"/>
                <a:gd name="csX155" fmla="*/ 785052 w 1020051"/>
                <a:gd name="csY155" fmla="*/ 85376 h 146435"/>
                <a:gd name="csX156" fmla="*/ 772318 w 1020051"/>
                <a:gd name="csY156" fmla="*/ 107531 h 146435"/>
                <a:gd name="csX157" fmla="*/ 747074 w 1020051"/>
                <a:gd name="csY157" fmla="*/ 115018 h 146435"/>
                <a:gd name="csX158" fmla="*/ 718359 w 1020051"/>
                <a:gd name="csY158" fmla="*/ 103672 h 146435"/>
                <a:gd name="csX159" fmla="*/ 707709 w 1020051"/>
                <a:gd name="csY159" fmla="*/ 72255 h 146435"/>
                <a:gd name="csX160" fmla="*/ 718438 w 1020051"/>
                <a:gd name="csY160" fmla="*/ 40680 h 146435"/>
                <a:gd name="csX161" fmla="*/ 747462 w 1020051"/>
                <a:gd name="csY161" fmla="*/ 29333 h 146435"/>
                <a:gd name="csX162" fmla="*/ 771240 w 1020051"/>
                <a:gd name="csY162" fmla="*/ 35815 h 146435"/>
                <a:gd name="csX163" fmla="*/ 783974 w 1020051"/>
                <a:gd name="csY163" fmla="*/ 55425 h 146435"/>
                <a:gd name="csX164" fmla="*/ 854454 w 1020051"/>
                <a:gd name="csY164" fmla="*/ 113165 h 146435"/>
                <a:gd name="csX165" fmla="*/ 854454 w 1020051"/>
                <a:gd name="csY165" fmla="*/ 100891 h 146435"/>
                <a:gd name="csX166" fmla="*/ 842640 w 1020051"/>
                <a:gd name="csY166" fmla="*/ 111232 h 146435"/>
                <a:gd name="csX167" fmla="*/ 827276 w 1020051"/>
                <a:gd name="csY167" fmla="*/ 115018 h 146435"/>
                <a:gd name="csX168" fmla="*/ 812459 w 1020051"/>
                <a:gd name="csY168" fmla="*/ 111390 h 146435"/>
                <a:gd name="csX169" fmla="*/ 802966 w 1020051"/>
                <a:gd name="csY169" fmla="*/ 101200 h 146435"/>
                <a:gd name="csX170" fmla="*/ 800027 w 1020051"/>
                <a:gd name="csY170" fmla="*/ 83063 h 146435"/>
                <a:gd name="csX171" fmla="*/ 800027 w 1020051"/>
                <a:gd name="csY171" fmla="*/ 31187 h 146435"/>
                <a:gd name="csX172" fmla="*/ 821722 w 1020051"/>
                <a:gd name="csY172" fmla="*/ 31187 h 146435"/>
                <a:gd name="csX173" fmla="*/ 821722 w 1020051"/>
                <a:gd name="csY173" fmla="*/ 68856 h 146435"/>
                <a:gd name="csX174" fmla="*/ 822878 w 1020051"/>
                <a:gd name="csY174" fmla="*/ 90083 h 146435"/>
                <a:gd name="csX175" fmla="*/ 827276 w 1020051"/>
                <a:gd name="csY175" fmla="*/ 96256 h 146435"/>
                <a:gd name="csX176" fmla="*/ 835310 w 1020051"/>
                <a:gd name="csY176" fmla="*/ 98498 h 146435"/>
                <a:gd name="csX177" fmla="*/ 845263 w 1020051"/>
                <a:gd name="csY177" fmla="*/ 95487 h 146435"/>
                <a:gd name="csX178" fmla="*/ 851284 w 1020051"/>
                <a:gd name="csY178" fmla="*/ 87920 h 146435"/>
                <a:gd name="csX179" fmla="*/ 852909 w 1020051"/>
                <a:gd name="csY179" fmla="*/ 65766 h 146435"/>
                <a:gd name="csX180" fmla="*/ 852909 w 1020051"/>
                <a:gd name="csY180" fmla="*/ 31187 h 146435"/>
                <a:gd name="csX181" fmla="*/ 874596 w 1020051"/>
                <a:gd name="csY181" fmla="*/ 31187 h 146435"/>
                <a:gd name="csX182" fmla="*/ 874596 w 1020051"/>
                <a:gd name="csY182" fmla="*/ 113165 h 146435"/>
                <a:gd name="csX183" fmla="*/ 854454 w 1020051"/>
                <a:gd name="csY183" fmla="*/ 113165 h 146435"/>
                <a:gd name="csX184" fmla="*/ 934735 w 1020051"/>
                <a:gd name="csY184" fmla="*/ 31187 h 146435"/>
                <a:gd name="csX185" fmla="*/ 934735 w 1020051"/>
                <a:gd name="csY185" fmla="*/ 48477 h 146435"/>
                <a:gd name="csX186" fmla="*/ 919911 w 1020051"/>
                <a:gd name="csY186" fmla="*/ 48477 h 146435"/>
                <a:gd name="csX187" fmla="*/ 919911 w 1020051"/>
                <a:gd name="csY187" fmla="*/ 81517 h 146435"/>
                <a:gd name="csX188" fmla="*/ 920298 w 1020051"/>
                <a:gd name="csY188" fmla="*/ 93252 h 146435"/>
                <a:gd name="csX189" fmla="*/ 922224 w 1020051"/>
                <a:gd name="csY189" fmla="*/ 95947 h 146435"/>
                <a:gd name="csX190" fmla="*/ 925932 w 1020051"/>
                <a:gd name="csY190" fmla="*/ 97032 h 146435"/>
                <a:gd name="csX191" fmla="*/ 934656 w 1020051"/>
                <a:gd name="csY191" fmla="*/ 94948 h 146435"/>
                <a:gd name="csX192" fmla="*/ 936510 w 1020051"/>
                <a:gd name="csY192" fmla="*/ 111778 h 146435"/>
                <a:gd name="csX193" fmla="*/ 919372 w 1020051"/>
                <a:gd name="csY193" fmla="*/ 115018 h 146435"/>
                <a:gd name="csX194" fmla="*/ 908794 w 1020051"/>
                <a:gd name="csY194" fmla="*/ 113085 h 146435"/>
                <a:gd name="csX195" fmla="*/ 901845 w 1020051"/>
                <a:gd name="csY195" fmla="*/ 107991 h 146435"/>
                <a:gd name="csX196" fmla="*/ 898834 w 1020051"/>
                <a:gd name="csY196" fmla="*/ 99504 h 146435"/>
                <a:gd name="csX197" fmla="*/ 898144 w 1020051"/>
                <a:gd name="csY197" fmla="*/ 84219 h 146435"/>
                <a:gd name="csX198" fmla="*/ 898144 w 1020051"/>
                <a:gd name="csY198" fmla="*/ 48477 h 146435"/>
                <a:gd name="csX199" fmla="*/ 888184 w 1020051"/>
                <a:gd name="csY199" fmla="*/ 48477 h 146435"/>
                <a:gd name="csX200" fmla="*/ 888184 w 1020051"/>
                <a:gd name="csY200" fmla="*/ 31187 h 146435"/>
                <a:gd name="csX201" fmla="*/ 898144 w 1020051"/>
                <a:gd name="csY201" fmla="*/ 31187 h 146435"/>
                <a:gd name="csX202" fmla="*/ 898144 w 1020051"/>
                <a:gd name="csY202" fmla="*/ 14896 h 146435"/>
                <a:gd name="csX203" fmla="*/ 919911 w 1020051"/>
                <a:gd name="csY203" fmla="*/ 2235 h 146435"/>
                <a:gd name="csX204" fmla="*/ 919911 w 1020051"/>
                <a:gd name="csY204" fmla="*/ 31187 h 146435"/>
                <a:gd name="csX205" fmla="*/ 934735 w 1020051"/>
                <a:gd name="csY205" fmla="*/ 31187 h 146435"/>
                <a:gd name="csX206" fmla="*/ 997260 w 1020051"/>
                <a:gd name="csY206" fmla="*/ 87072 h 146435"/>
                <a:gd name="csX207" fmla="*/ 1018876 w 1020051"/>
                <a:gd name="csY207" fmla="*/ 90701 h 146435"/>
                <a:gd name="csX208" fmla="*/ 1005675 w 1020051"/>
                <a:gd name="csY208" fmla="*/ 108839 h 146435"/>
                <a:gd name="csX209" fmla="*/ 983212 w 1020051"/>
                <a:gd name="csY209" fmla="*/ 115018 h 146435"/>
                <a:gd name="csX210" fmla="*/ 951558 w 1020051"/>
                <a:gd name="csY210" fmla="*/ 101042 h 146435"/>
                <a:gd name="csX211" fmla="*/ 943452 w 1020051"/>
                <a:gd name="csY211" fmla="*/ 72794 h 146435"/>
                <a:gd name="csX212" fmla="*/ 954108 w 1020051"/>
                <a:gd name="csY212" fmla="*/ 40910 h 146435"/>
                <a:gd name="csX213" fmla="*/ 981049 w 1020051"/>
                <a:gd name="csY213" fmla="*/ 29333 h 146435"/>
                <a:gd name="csX214" fmla="*/ 1009915 w 1020051"/>
                <a:gd name="csY214" fmla="*/ 41456 h 146435"/>
                <a:gd name="csX215" fmla="*/ 1020033 w 1020051"/>
                <a:gd name="csY215" fmla="*/ 78428 h 146435"/>
                <a:gd name="csX216" fmla="*/ 965685 w 1020051"/>
                <a:gd name="csY216" fmla="*/ 78428 h 146435"/>
                <a:gd name="csX217" fmla="*/ 970938 w 1020051"/>
                <a:gd name="csY217" fmla="*/ 93482 h 146435"/>
                <a:gd name="csX218" fmla="*/ 983442 w 1020051"/>
                <a:gd name="csY218" fmla="*/ 98807 h 146435"/>
                <a:gd name="csX219" fmla="*/ 992007 w 1020051"/>
                <a:gd name="csY219" fmla="*/ 96026 h 146435"/>
                <a:gd name="csX220" fmla="*/ 997260 w 1020051"/>
                <a:gd name="csY220" fmla="*/ 87072 h 146435"/>
                <a:gd name="csX221" fmla="*/ 998496 w 1020051"/>
                <a:gd name="csY221" fmla="*/ 65148 h 146435"/>
                <a:gd name="csX222" fmla="*/ 993631 w 1020051"/>
                <a:gd name="csY222" fmla="*/ 50869 h 146435"/>
                <a:gd name="csX223" fmla="*/ 982357 w 1020051"/>
                <a:gd name="csY223" fmla="*/ 45933 h 146435"/>
                <a:gd name="csX224" fmla="*/ 970629 w 1020051"/>
                <a:gd name="csY224" fmla="*/ 51099 h 146435"/>
                <a:gd name="csX225" fmla="*/ 966073 w 1020051"/>
                <a:gd name="csY225" fmla="*/ 65148 h 146435"/>
                <a:gd name="csX226" fmla="*/ 998496 w 1020051"/>
                <a:gd name="csY226" fmla="*/ 65148 h 146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</a:cxnLst>
              <a:rect l="l" t="t" r="r" b="b"/>
              <a:pathLst>
                <a:path w="1020051" h="146435">
                  <a:moveTo>
                    <a:pt x="0" y="113165"/>
                  </a:moveTo>
                  <a:lnTo>
                    <a:pt x="0" y="0"/>
                  </a:lnTo>
                  <a:lnTo>
                    <a:pt x="34198" y="0"/>
                  </a:lnTo>
                  <a:lnTo>
                    <a:pt x="54735" y="77192"/>
                  </a:lnTo>
                  <a:lnTo>
                    <a:pt x="75036" y="0"/>
                  </a:lnTo>
                  <a:lnTo>
                    <a:pt x="109306" y="0"/>
                  </a:lnTo>
                  <a:lnTo>
                    <a:pt x="109306" y="113165"/>
                  </a:lnTo>
                  <a:lnTo>
                    <a:pt x="88078" y="113165"/>
                  </a:lnTo>
                  <a:lnTo>
                    <a:pt x="88078" y="24087"/>
                  </a:lnTo>
                  <a:lnTo>
                    <a:pt x="65615" y="113165"/>
                  </a:lnTo>
                  <a:lnTo>
                    <a:pt x="43619" y="113165"/>
                  </a:lnTo>
                  <a:lnTo>
                    <a:pt x="21227" y="24087"/>
                  </a:lnTo>
                  <a:lnTo>
                    <a:pt x="21227" y="113165"/>
                  </a:lnTo>
                  <a:lnTo>
                    <a:pt x="0" y="113165"/>
                  </a:lnTo>
                  <a:close/>
                  <a:moveTo>
                    <a:pt x="121579" y="31187"/>
                  </a:moveTo>
                  <a:lnTo>
                    <a:pt x="144660" y="31187"/>
                  </a:lnTo>
                  <a:lnTo>
                    <a:pt x="164271" y="89386"/>
                  </a:lnTo>
                  <a:lnTo>
                    <a:pt x="183414" y="31187"/>
                  </a:lnTo>
                  <a:lnTo>
                    <a:pt x="205877" y="31187"/>
                  </a:lnTo>
                  <a:lnTo>
                    <a:pt x="176925" y="110075"/>
                  </a:lnTo>
                  <a:lnTo>
                    <a:pt x="171759" y="124360"/>
                  </a:lnTo>
                  <a:cubicBezTo>
                    <a:pt x="169854" y="129146"/>
                    <a:pt x="168029" y="132797"/>
                    <a:pt x="166276" y="135319"/>
                  </a:cubicBezTo>
                  <a:cubicBezTo>
                    <a:pt x="164580" y="137841"/>
                    <a:pt x="162597" y="139875"/>
                    <a:pt x="160333" y="141420"/>
                  </a:cubicBezTo>
                  <a:cubicBezTo>
                    <a:pt x="158120" y="143015"/>
                    <a:pt x="155367" y="144251"/>
                    <a:pt x="152069" y="145121"/>
                  </a:cubicBezTo>
                  <a:cubicBezTo>
                    <a:pt x="148828" y="145997"/>
                    <a:pt x="145149" y="146436"/>
                    <a:pt x="141031" y="146436"/>
                  </a:cubicBezTo>
                  <a:cubicBezTo>
                    <a:pt x="136864" y="146436"/>
                    <a:pt x="132775" y="145997"/>
                    <a:pt x="128758" y="145121"/>
                  </a:cubicBezTo>
                  <a:lnTo>
                    <a:pt x="126832" y="128140"/>
                  </a:lnTo>
                  <a:cubicBezTo>
                    <a:pt x="130224" y="128808"/>
                    <a:pt x="133292" y="129146"/>
                    <a:pt x="136016" y="129146"/>
                  </a:cubicBezTo>
                  <a:cubicBezTo>
                    <a:pt x="141060" y="129146"/>
                    <a:pt x="144790" y="127651"/>
                    <a:pt x="147211" y="124669"/>
                  </a:cubicBezTo>
                  <a:cubicBezTo>
                    <a:pt x="149626" y="121730"/>
                    <a:pt x="151480" y="117979"/>
                    <a:pt x="152766" y="113394"/>
                  </a:cubicBezTo>
                  <a:lnTo>
                    <a:pt x="121579" y="31187"/>
                  </a:lnTo>
                  <a:close/>
                  <a:moveTo>
                    <a:pt x="335326" y="55425"/>
                  </a:moveTo>
                  <a:lnTo>
                    <a:pt x="313947" y="59284"/>
                  </a:lnTo>
                  <a:cubicBezTo>
                    <a:pt x="313229" y="55016"/>
                    <a:pt x="311576" y="51796"/>
                    <a:pt x="309003" y="49633"/>
                  </a:cubicBezTo>
                  <a:cubicBezTo>
                    <a:pt x="306481" y="47470"/>
                    <a:pt x="303190" y="46393"/>
                    <a:pt x="299123" y="46393"/>
                  </a:cubicBezTo>
                  <a:cubicBezTo>
                    <a:pt x="293719" y="46393"/>
                    <a:pt x="289400" y="48268"/>
                    <a:pt x="286159" y="52026"/>
                  </a:cubicBezTo>
                  <a:cubicBezTo>
                    <a:pt x="282969" y="55734"/>
                    <a:pt x="281373" y="61957"/>
                    <a:pt x="281373" y="70710"/>
                  </a:cubicBezTo>
                  <a:cubicBezTo>
                    <a:pt x="281373" y="80433"/>
                    <a:pt x="282990" y="87302"/>
                    <a:pt x="286231" y="91319"/>
                  </a:cubicBezTo>
                  <a:cubicBezTo>
                    <a:pt x="289530" y="95336"/>
                    <a:pt x="293927" y="97341"/>
                    <a:pt x="299432" y="97341"/>
                  </a:cubicBezTo>
                  <a:cubicBezTo>
                    <a:pt x="303549" y="97341"/>
                    <a:pt x="306920" y="96184"/>
                    <a:pt x="309549" y="93863"/>
                  </a:cubicBezTo>
                  <a:cubicBezTo>
                    <a:pt x="312173" y="91499"/>
                    <a:pt x="314027" y="87460"/>
                    <a:pt x="315104" y="81748"/>
                  </a:cubicBezTo>
                  <a:lnTo>
                    <a:pt x="336411" y="85376"/>
                  </a:lnTo>
                  <a:cubicBezTo>
                    <a:pt x="334198" y="95149"/>
                    <a:pt x="329951" y="102536"/>
                    <a:pt x="323670" y="107531"/>
                  </a:cubicBezTo>
                  <a:cubicBezTo>
                    <a:pt x="317397" y="112518"/>
                    <a:pt x="308982" y="115018"/>
                    <a:pt x="298433" y="115018"/>
                  </a:cubicBezTo>
                  <a:cubicBezTo>
                    <a:pt x="286439" y="115018"/>
                    <a:pt x="276868" y="111232"/>
                    <a:pt x="269718" y="103672"/>
                  </a:cubicBezTo>
                  <a:cubicBezTo>
                    <a:pt x="262611" y="96105"/>
                    <a:pt x="259061" y="85635"/>
                    <a:pt x="259061" y="72255"/>
                  </a:cubicBezTo>
                  <a:cubicBezTo>
                    <a:pt x="259061" y="58717"/>
                    <a:pt x="262640" y="48196"/>
                    <a:pt x="269790" y="40680"/>
                  </a:cubicBezTo>
                  <a:cubicBezTo>
                    <a:pt x="276947" y="33113"/>
                    <a:pt x="286619" y="29333"/>
                    <a:pt x="298814" y="29333"/>
                  </a:cubicBezTo>
                  <a:cubicBezTo>
                    <a:pt x="308802" y="29333"/>
                    <a:pt x="316728" y="31496"/>
                    <a:pt x="322592" y="35815"/>
                  </a:cubicBezTo>
                  <a:cubicBezTo>
                    <a:pt x="328513" y="40090"/>
                    <a:pt x="332753" y="46623"/>
                    <a:pt x="335326" y="55425"/>
                  </a:cubicBezTo>
                  <a:close/>
                  <a:moveTo>
                    <a:pt x="368058" y="56194"/>
                  </a:moveTo>
                  <a:lnTo>
                    <a:pt x="348375" y="52644"/>
                  </a:lnTo>
                  <a:cubicBezTo>
                    <a:pt x="350588" y="44718"/>
                    <a:pt x="354397" y="38854"/>
                    <a:pt x="359801" y="35046"/>
                  </a:cubicBezTo>
                  <a:cubicBezTo>
                    <a:pt x="365205" y="31237"/>
                    <a:pt x="373231" y="29333"/>
                    <a:pt x="383881" y="29333"/>
                  </a:cubicBezTo>
                  <a:cubicBezTo>
                    <a:pt x="393561" y="29333"/>
                    <a:pt x="400761" y="30490"/>
                    <a:pt x="405497" y="32804"/>
                  </a:cubicBezTo>
                  <a:cubicBezTo>
                    <a:pt x="410232" y="35068"/>
                    <a:pt x="413552" y="37978"/>
                    <a:pt x="415456" y="41528"/>
                  </a:cubicBezTo>
                  <a:cubicBezTo>
                    <a:pt x="417411" y="45027"/>
                    <a:pt x="418388" y="51487"/>
                    <a:pt x="418388" y="60908"/>
                  </a:cubicBezTo>
                  <a:lnTo>
                    <a:pt x="418158" y="86224"/>
                  </a:lnTo>
                  <a:cubicBezTo>
                    <a:pt x="418158" y="93432"/>
                    <a:pt x="418489" y="98757"/>
                    <a:pt x="419157" y="102206"/>
                  </a:cubicBezTo>
                  <a:cubicBezTo>
                    <a:pt x="419883" y="105598"/>
                    <a:pt x="421190" y="109255"/>
                    <a:pt x="423095" y="113165"/>
                  </a:cubicBezTo>
                  <a:lnTo>
                    <a:pt x="401637" y="113165"/>
                  </a:lnTo>
                  <a:cubicBezTo>
                    <a:pt x="401070" y="111720"/>
                    <a:pt x="400380" y="109586"/>
                    <a:pt x="399554" y="106755"/>
                  </a:cubicBezTo>
                  <a:cubicBezTo>
                    <a:pt x="399194" y="105468"/>
                    <a:pt x="398936" y="104620"/>
                    <a:pt x="398785" y="104211"/>
                  </a:cubicBezTo>
                  <a:cubicBezTo>
                    <a:pt x="395077" y="107811"/>
                    <a:pt x="391110" y="110513"/>
                    <a:pt x="386892" y="112317"/>
                  </a:cubicBezTo>
                  <a:cubicBezTo>
                    <a:pt x="382674" y="114113"/>
                    <a:pt x="378168" y="115018"/>
                    <a:pt x="373382" y="115018"/>
                  </a:cubicBezTo>
                  <a:cubicBezTo>
                    <a:pt x="364946" y="115018"/>
                    <a:pt x="358277" y="112726"/>
                    <a:pt x="353391" y="108149"/>
                  </a:cubicBezTo>
                  <a:cubicBezTo>
                    <a:pt x="348555" y="103564"/>
                    <a:pt x="346133" y="97779"/>
                    <a:pt x="346133" y="90780"/>
                  </a:cubicBezTo>
                  <a:cubicBezTo>
                    <a:pt x="346133" y="86145"/>
                    <a:pt x="347240" y="82028"/>
                    <a:pt x="349453" y="78428"/>
                  </a:cubicBezTo>
                  <a:cubicBezTo>
                    <a:pt x="351666" y="74777"/>
                    <a:pt x="354756" y="71996"/>
                    <a:pt x="358716" y="70092"/>
                  </a:cubicBezTo>
                  <a:cubicBezTo>
                    <a:pt x="362733" y="68137"/>
                    <a:pt x="368496" y="66434"/>
                    <a:pt x="376012" y="64997"/>
                  </a:cubicBezTo>
                  <a:cubicBezTo>
                    <a:pt x="386144" y="63093"/>
                    <a:pt x="393173" y="61318"/>
                    <a:pt x="397082" y="59672"/>
                  </a:cubicBezTo>
                  <a:lnTo>
                    <a:pt x="397082" y="57509"/>
                  </a:lnTo>
                  <a:cubicBezTo>
                    <a:pt x="397082" y="53341"/>
                    <a:pt x="396054" y="50381"/>
                    <a:pt x="393999" y="48635"/>
                  </a:cubicBezTo>
                  <a:cubicBezTo>
                    <a:pt x="391937" y="46831"/>
                    <a:pt x="388049" y="45933"/>
                    <a:pt x="382336" y="45933"/>
                  </a:cubicBezTo>
                  <a:cubicBezTo>
                    <a:pt x="378477" y="45933"/>
                    <a:pt x="375466" y="46702"/>
                    <a:pt x="373311" y="48247"/>
                  </a:cubicBezTo>
                  <a:cubicBezTo>
                    <a:pt x="371148" y="49741"/>
                    <a:pt x="369394" y="52386"/>
                    <a:pt x="368058" y="56194"/>
                  </a:cubicBezTo>
                  <a:close/>
                  <a:moveTo>
                    <a:pt x="397082" y="73793"/>
                  </a:moveTo>
                  <a:cubicBezTo>
                    <a:pt x="394301" y="74720"/>
                    <a:pt x="389903" y="75826"/>
                    <a:pt x="383881" y="77113"/>
                  </a:cubicBezTo>
                  <a:cubicBezTo>
                    <a:pt x="377859" y="78399"/>
                    <a:pt x="373929" y="79664"/>
                    <a:pt x="372075" y="80900"/>
                  </a:cubicBezTo>
                  <a:cubicBezTo>
                    <a:pt x="369243" y="82904"/>
                    <a:pt x="367828" y="85455"/>
                    <a:pt x="367828" y="88538"/>
                  </a:cubicBezTo>
                  <a:cubicBezTo>
                    <a:pt x="367828" y="91578"/>
                    <a:pt x="368956" y="94201"/>
                    <a:pt x="371226" y="96414"/>
                  </a:cubicBezTo>
                  <a:cubicBezTo>
                    <a:pt x="373490" y="98627"/>
                    <a:pt x="376372" y="99734"/>
                    <a:pt x="379871" y="99734"/>
                  </a:cubicBezTo>
                  <a:cubicBezTo>
                    <a:pt x="383780" y="99734"/>
                    <a:pt x="387510" y="98448"/>
                    <a:pt x="391060" y="95875"/>
                  </a:cubicBezTo>
                  <a:cubicBezTo>
                    <a:pt x="393690" y="93921"/>
                    <a:pt x="395407" y="91528"/>
                    <a:pt x="396234" y="88696"/>
                  </a:cubicBezTo>
                  <a:cubicBezTo>
                    <a:pt x="396801" y="86842"/>
                    <a:pt x="397082" y="83314"/>
                    <a:pt x="397082" y="78119"/>
                  </a:cubicBezTo>
                  <a:lnTo>
                    <a:pt x="397082" y="73793"/>
                  </a:lnTo>
                  <a:close/>
                  <a:moveTo>
                    <a:pt x="477442" y="31187"/>
                  </a:moveTo>
                  <a:lnTo>
                    <a:pt x="477442" y="48477"/>
                  </a:lnTo>
                  <a:lnTo>
                    <a:pt x="462618" y="48477"/>
                  </a:lnTo>
                  <a:lnTo>
                    <a:pt x="462618" y="81517"/>
                  </a:lnTo>
                  <a:cubicBezTo>
                    <a:pt x="462618" y="88208"/>
                    <a:pt x="462747" y="92117"/>
                    <a:pt x="463006" y="93252"/>
                  </a:cubicBezTo>
                  <a:cubicBezTo>
                    <a:pt x="463315" y="94330"/>
                    <a:pt x="463961" y="95228"/>
                    <a:pt x="464939" y="95947"/>
                  </a:cubicBezTo>
                  <a:cubicBezTo>
                    <a:pt x="465966" y="96673"/>
                    <a:pt x="467202" y="97032"/>
                    <a:pt x="468640" y="97032"/>
                  </a:cubicBezTo>
                  <a:cubicBezTo>
                    <a:pt x="470644" y="97032"/>
                    <a:pt x="473554" y="96335"/>
                    <a:pt x="477363" y="94948"/>
                  </a:cubicBezTo>
                  <a:lnTo>
                    <a:pt x="479217" y="111778"/>
                  </a:lnTo>
                  <a:cubicBezTo>
                    <a:pt x="474172" y="113933"/>
                    <a:pt x="468460" y="115018"/>
                    <a:pt x="462079" y="115018"/>
                  </a:cubicBezTo>
                  <a:cubicBezTo>
                    <a:pt x="458169" y="115018"/>
                    <a:pt x="454641" y="114372"/>
                    <a:pt x="451501" y="113085"/>
                  </a:cubicBezTo>
                  <a:cubicBezTo>
                    <a:pt x="448368" y="111749"/>
                    <a:pt x="446047" y="110053"/>
                    <a:pt x="444559" y="107991"/>
                  </a:cubicBezTo>
                  <a:cubicBezTo>
                    <a:pt x="443115" y="105885"/>
                    <a:pt x="442109" y="103054"/>
                    <a:pt x="441548" y="99504"/>
                  </a:cubicBezTo>
                  <a:cubicBezTo>
                    <a:pt x="441081" y="96982"/>
                    <a:pt x="440851" y="91887"/>
                    <a:pt x="440851" y="84219"/>
                  </a:cubicBezTo>
                  <a:lnTo>
                    <a:pt x="440851" y="48477"/>
                  </a:lnTo>
                  <a:lnTo>
                    <a:pt x="430892" y="48477"/>
                  </a:lnTo>
                  <a:lnTo>
                    <a:pt x="430892" y="31187"/>
                  </a:lnTo>
                  <a:lnTo>
                    <a:pt x="440851" y="31187"/>
                  </a:lnTo>
                  <a:lnTo>
                    <a:pt x="440851" y="14896"/>
                  </a:lnTo>
                  <a:lnTo>
                    <a:pt x="462618" y="2235"/>
                  </a:lnTo>
                  <a:lnTo>
                    <a:pt x="462618" y="31187"/>
                  </a:lnTo>
                  <a:lnTo>
                    <a:pt x="477442" y="31187"/>
                  </a:lnTo>
                  <a:close/>
                  <a:moveTo>
                    <a:pt x="536497" y="20070"/>
                  </a:moveTo>
                  <a:lnTo>
                    <a:pt x="536497" y="0"/>
                  </a:lnTo>
                  <a:lnTo>
                    <a:pt x="558184" y="0"/>
                  </a:lnTo>
                  <a:lnTo>
                    <a:pt x="558184" y="20070"/>
                  </a:lnTo>
                  <a:lnTo>
                    <a:pt x="536497" y="20070"/>
                  </a:lnTo>
                  <a:close/>
                  <a:moveTo>
                    <a:pt x="536497" y="113165"/>
                  </a:moveTo>
                  <a:lnTo>
                    <a:pt x="536497" y="31187"/>
                  </a:lnTo>
                  <a:lnTo>
                    <a:pt x="558184" y="31187"/>
                  </a:lnTo>
                  <a:lnTo>
                    <a:pt x="558184" y="113165"/>
                  </a:lnTo>
                  <a:lnTo>
                    <a:pt x="536497" y="113165"/>
                  </a:lnTo>
                  <a:close/>
                  <a:moveTo>
                    <a:pt x="572850" y="89774"/>
                  </a:moveTo>
                  <a:lnTo>
                    <a:pt x="594617" y="86454"/>
                  </a:lnTo>
                  <a:cubicBezTo>
                    <a:pt x="595543" y="90672"/>
                    <a:pt x="597426" y="93892"/>
                    <a:pt x="600257" y="96105"/>
                  </a:cubicBezTo>
                  <a:cubicBezTo>
                    <a:pt x="603089" y="98268"/>
                    <a:pt x="607048" y="99346"/>
                    <a:pt x="612143" y="99346"/>
                  </a:cubicBezTo>
                  <a:cubicBezTo>
                    <a:pt x="617755" y="99346"/>
                    <a:pt x="621974" y="98318"/>
                    <a:pt x="624805" y="96256"/>
                  </a:cubicBezTo>
                  <a:cubicBezTo>
                    <a:pt x="626709" y="94819"/>
                    <a:pt x="627657" y="92886"/>
                    <a:pt x="627657" y="90471"/>
                  </a:cubicBezTo>
                  <a:cubicBezTo>
                    <a:pt x="627657" y="88826"/>
                    <a:pt x="627140" y="87460"/>
                    <a:pt x="626113" y="86375"/>
                  </a:cubicBezTo>
                  <a:cubicBezTo>
                    <a:pt x="625035" y="85348"/>
                    <a:pt x="622613" y="84399"/>
                    <a:pt x="618855" y="83522"/>
                  </a:cubicBezTo>
                  <a:cubicBezTo>
                    <a:pt x="601364" y="79664"/>
                    <a:pt x="590269" y="76135"/>
                    <a:pt x="585591" y="72945"/>
                  </a:cubicBezTo>
                  <a:cubicBezTo>
                    <a:pt x="579102" y="68518"/>
                    <a:pt x="575861" y="62374"/>
                    <a:pt x="575861" y="54498"/>
                  </a:cubicBezTo>
                  <a:cubicBezTo>
                    <a:pt x="575861" y="47399"/>
                    <a:pt x="578664" y="41427"/>
                    <a:pt x="584276" y="36591"/>
                  </a:cubicBezTo>
                  <a:cubicBezTo>
                    <a:pt x="589888" y="31755"/>
                    <a:pt x="598583" y="29333"/>
                    <a:pt x="610368" y="29333"/>
                  </a:cubicBezTo>
                  <a:cubicBezTo>
                    <a:pt x="621585" y="29333"/>
                    <a:pt x="629921" y="31158"/>
                    <a:pt x="635375" y="34816"/>
                  </a:cubicBezTo>
                  <a:cubicBezTo>
                    <a:pt x="640829" y="38466"/>
                    <a:pt x="644588" y="43870"/>
                    <a:pt x="646650" y="51027"/>
                  </a:cubicBezTo>
                  <a:lnTo>
                    <a:pt x="626192" y="54807"/>
                  </a:lnTo>
                  <a:cubicBezTo>
                    <a:pt x="625315" y="51617"/>
                    <a:pt x="623648" y="49174"/>
                    <a:pt x="621176" y="47470"/>
                  </a:cubicBezTo>
                  <a:cubicBezTo>
                    <a:pt x="618754" y="45775"/>
                    <a:pt x="615283" y="44927"/>
                    <a:pt x="610756" y="44927"/>
                  </a:cubicBezTo>
                  <a:cubicBezTo>
                    <a:pt x="605043" y="44927"/>
                    <a:pt x="600947" y="45724"/>
                    <a:pt x="598482" y="47320"/>
                  </a:cubicBezTo>
                  <a:cubicBezTo>
                    <a:pt x="596830" y="48448"/>
                    <a:pt x="596011" y="49921"/>
                    <a:pt x="596011" y="51717"/>
                  </a:cubicBezTo>
                  <a:cubicBezTo>
                    <a:pt x="596011" y="53262"/>
                    <a:pt x="596729" y="54577"/>
                    <a:pt x="598174" y="55655"/>
                  </a:cubicBezTo>
                  <a:cubicBezTo>
                    <a:pt x="600128" y="57100"/>
                    <a:pt x="606868" y="59126"/>
                    <a:pt x="618395" y="61756"/>
                  </a:cubicBezTo>
                  <a:cubicBezTo>
                    <a:pt x="629971" y="64379"/>
                    <a:pt x="638056" y="67598"/>
                    <a:pt x="642633" y="71400"/>
                  </a:cubicBezTo>
                  <a:cubicBezTo>
                    <a:pt x="647160" y="75266"/>
                    <a:pt x="649424" y="80641"/>
                    <a:pt x="649424" y="87539"/>
                  </a:cubicBezTo>
                  <a:cubicBezTo>
                    <a:pt x="649424" y="95049"/>
                    <a:pt x="646291" y="101509"/>
                    <a:pt x="640010" y="106913"/>
                  </a:cubicBezTo>
                  <a:cubicBezTo>
                    <a:pt x="633730" y="112317"/>
                    <a:pt x="624446" y="115018"/>
                    <a:pt x="612143" y="115018"/>
                  </a:cubicBezTo>
                  <a:cubicBezTo>
                    <a:pt x="600976" y="115018"/>
                    <a:pt x="592123" y="112755"/>
                    <a:pt x="585591" y="108221"/>
                  </a:cubicBezTo>
                  <a:cubicBezTo>
                    <a:pt x="579102" y="103693"/>
                    <a:pt x="574855" y="97542"/>
                    <a:pt x="572850" y="89774"/>
                  </a:cubicBezTo>
                  <a:close/>
                  <a:moveTo>
                    <a:pt x="783974" y="55425"/>
                  </a:moveTo>
                  <a:lnTo>
                    <a:pt x="762588" y="59284"/>
                  </a:lnTo>
                  <a:cubicBezTo>
                    <a:pt x="761870" y="55016"/>
                    <a:pt x="760224" y="51796"/>
                    <a:pt x="757652" y="49633"/>
                  </a:cubicBezTo>
                  <a:cubicBezTo>
                    <a:pt x="755129" y="47470"/>
                    <a:pt x="751838" y="46393"/>
                    <a:pt x="747771" y="46393"/>
                  </a:cubicBezTo>
                  <a:cubicBezTo>
                    <a:pt x="742367" y="46393"/>
                    <a:pt x="738041" y="48268"/>
                    <a:pt x="734800" y="52026"/>
                  </a:cubicBezTo>
                  <a:cubicBezTo>
                    <a:pt x="731610" y="55734"/>
                    <a:pt x="730014" y="61957"/>
                    <a:pt x="730014" y="70710"/>
                  </a:cubicBezTo>
                  <a:cubicBezTo>
                    <a:pt x="730014" y="80433"/>
                    <a:pt x="731638" y="87302"/>
                    <a:pt x="734879" y="91319"/>
                  </a:cubicBezTo>
                  <a:cubicBezTo>
                    <a:pt x="738170" y="95336"/>
                    <a:pt x="742575" y="97341"/>
                    <a:pt x="748080" y="97341"/>
                  </a:cubicBezTo>
                  <a:cubicBezTo>
                    <a:pt x="752197" y="97341"/>
                    <a:pt x="755568" y="96184"/>
                    <a:pt x="758191" y="93863"/>
                  </a:cubicBezTo>
                  <a:cubicBezTo>
                    <a:pt x="760813" y="91499"/>
                    <a:pt x="762667" y="87460"/>
                    <a:pt x="763752" y="81748"/>
                  </a:cubicBezTo>
                  <a:lnTo>
                    <a:pt x="785052" y="85376"/>
                  </a:lnTo>
                  <a:cubicBezTo>
                    <a:pt x="782838" y="95149"/>
                    <a:pt x="778599" y="102536"/>
                    <a:pt x="772318" y="107531"/>
                  </a:cubicBezTo>
                  <a:cubicBezTo>
                    <a:pt x="766038" y="112518"/>
                    <a:pt x="757623" y="115018"/>
                    <a:pt x="747074" y="115018"/>
                  </a:cubicBezTo>
                  <a:cubicBezTo>
                    <a:pt x="735088" y="115018"/>
                    <a:pt x="725516" y="111232"/>
                    <a:pt x="718359" y="103672"/>
                  </a:cubicBezTo>
                  <a:cubicBezTo>
                    <a:pt x="711259" y="96105"/>
                    <a:pt x="707709" y="85635"/>
                    <a:pt x="707709" y="72255"/>
                  </a:cubicBezTo>
                  <a:cubicBezTo>
                    <a:pt x="707709" y="58717"/>
                    <a:pt x="711281" y="48196"/>
                    <a:pt x="718438" y="40680"/>
                  </a:cubicBezTo>
                  <a:cubicBezTo>
                    <a:pt x="725588" y="33113"/>
                    <a:pt x="735267" y="29333"/>
                    <a:pt x="747462" y="29333"/>
                  </a:cubicBezTo>
                  <a:cubicBezTo>
                    <a:pt x="757443" y="29333"/>
                    <a:pt x="765369" y="31496"/>
                    <a:pt x="771240" y="35815"/>
                  </a:cubicBezTo>
                  <a:cubicBezTo>
                    <a:pt x="777154" y="40090"/>
                    <a:pt x="781401" y="46623"/>
                    <a:pt x="783974" y="55425"/>
                  </a:cubicBezTo>
                  <a:close/>
                  <a:moveTo>
                    <a:pt x="854454" y="113165"/>
                  </a:moveTo>
                  <a:lnTo>
                    <a:pt x="854454" y="100891"/>
                  </a:lnTo>
                  <a:cubicBezTo>
                    <a:pt x="851464" y="105267"/>
                    <a:pt x="847527" y="108716"/>
                    <a:pt x="842640" y="111232"/>
                  </a:cubicBezTo>
                  <a:cubicBezTo>
                    <a:pt x="837804" y="113754"/>
                    <a:pt x="832680" y="115018"/>
                    <a:pt x="827276" y="115018"/>
                  </a:cubicBezTo>
                  <a:cubicBezTo>
                    <a:pt x="821772" y="115018"/>
                    <a:pt x="816835" y="113811"/>
                    <a:pt x="812459" y="111390"/>
                  </a:cubicBezTo>
                  <a:cubicBezTo>
                    <a:pt x="808083" y="108968"/>
                    <a:pt x="804921" y="105576"/>
                    <a:pt x="802966" y="101200"/>
                  </a:cubicBezTo>
                  <a:cubicBezTo>
                    <a:pt x="801005" y="96824"/>
                    <a:pt x="800027" y="90780"/>
                    <a:pt x="800027" y="83063"/>
                  </a:cubicBezTo>
                  <a:lnTo>
                    <a:pt x="800027" y="31187"/>
                  </a:lnTo>
                  <a:lnTo>
                    <a:pt x="821722" y="31187"/>
                  </a:lnTo>
                  <a:lnTo>
                    <a:pt x="821722" y="68856"/>
                  </a:lnTo>
                  <a:cubicBezTo>
                    <a:pt x="821722" y="80382"/>
                    <a:pt x="822109" y="87460"/>
                    <a:pt x="822878" y="90083"/>
                  </a:cubicBezTo>
                  <a:cubicBezTo>
                    <a:pt x="823705" y="92656"/>
                    <a:pt x="825171" y="94718"/>
                    <a:pt x="827276" y="96256"/>
                  </a:cubicBezTo>
                  <a:cubicBezTo>
                    <a:pt x="829389" y="97751"/>
                    <a:pt x="832062" y="98498"/>
                    <a:pt x="835310" y="98498"/>
                  </a:cubicBezTo>
                  <a:cubicBezTo>
                    <a:pt x="839011" y="98498"/>
                    <a:pt x="842331" y="97492"/>
                    <a:pt x="845263" y="95487"/>
                  </a:cubicBezTo>
                  <a:cubicBezTo>
                    <a:pt x="848202" y="93432"/>
                    <a:pt x="850207" y="90910"/>
                    <a:pt x="851284" y="87920"/>
                  </a:cubicBezTo>
                  <a:cubicBezTo>
                    <a:pt x="852370" y="84888"/>
                    <a:pt x="852909" y="77501"/>
                    <a:pt x="852909" y="65766"/>
                  </a:cubicBezTo>
                  <a:lnTo>
                    <a:pt x="852909" y="31187"/>
                  </a:lnTo>
                  <a:lnTo>
                    <a:pt x="874596" y="31187"/>
                  </a:lnTo>
                  <a:lnTo>
                    <a:pt x="874596" y="113165"/>
                  </a:lnTo>
                  <a:lnTo>
                    <a:pt x="854454" y="113165"/>
                  </a:lnTo>
                  <a:close/>
                  <a:moveTo>
                    <a:pt x="934735" y="31187"/>
                  </a:moveTo>
                  <a:lnTo>
                    <a:pt x="934735" y="48477"/>
                  </a:lnTo>
                  <a:lnTo>
                    <a:pt x="919911" y="48477"/>
                  </a:lnTo>
                  <a:lnTo>
                    <a:pt x="919911" y="81517"/>
                  </a:lnTo>
                  <a:cubicBezTo>
                    <a:pt x="919911" y="88208"/>
                    <a:pt x="920040" y="92117"/>
                    <a:pt x="920298" y="93252"/>
                  </a:cubicBezTo>
                  <a:cubicBezTo>
                    <a:pt x="920608" y="94330"/>
                    <a:pt x="921247" y="95228"/>
                    <a:pt x="922224" y="95947"/>
                  </a:cubicBezTo>
                  <a:cubicBezTo>
                    <a:pt x="923259" y="96673"/>
                    <a:pt x="924488" y="97032"/>
                    <a:pt x="925932" y="97032"/>
                  </a:cubicBezTo>
                  <a:cubicBezTo>
                    <a:pt x="927937" y="97032"/>
                    <a:pt x="930848" y="96335"/>
                    <a:pt x="934656" y="94948"/>
                  </a:cubicBezTo>
                  <a:lnTo>
                    <a:pt x="936510" y="111778"/>
                  </a:lnTo>
                  <a:cubicBezTo>
                    <a:pt x="931466" y="113933"/>
                    <a:pt x="925753" y="115018"/>
                    <a:pt x="919372" y="115018"/>
                  </a:cubicBezTo>
                  <a:cubicBezTo>
                    <a:pt x="915462" y="115018"/>
                    <a:pt x="911934" y="114372"/>
                    <a:pt x="908794" y="113085"/>
                  </a:cubicBezTo>
                  <a:cubicBezTo>
                    <a:pt x="905654" y="111749"/>
                    <a:pt x="903340" y="110053"/>
                    <a:pt x="901845" y="107991"/>
                  </a:cubicBezTo>
                  <a:cubicBezTo>
                    <a:pt x="900408" y="105885"/>
                    <a:pt x="899402" y="103054"/>
                    <a:pt x="898834" y="99504"/>
                  </a:cubicBezTo>
                  <a:cubicBezTo>
                    <a:pt x="898374" y="96982"/>
                    <a:pt x="898144" y="91887"/>
                    <a:pt x="898144" y="84219"/>
                  </a:cubicBezTo>
                  <a:lnTo>
                    <a:pt x="898144" y="48477"/>
                  </a:lnTo>
                  <a:lnTo>
                    <a:pt x="888184" y="48477"/>
                  </a:lnTo>
                  <a:lnTo>
                    <a:pt x="888184" y="31187"/>
                  </a:lnTo>
                  <a:lnTo>
                    <a:pt x="898144" y="31187"/>
                  </a:lnTo>
                  <a:lnTo>
                    <a:pt x="898144" y="14896"/>
                  </a:lnTo>
                  <a:lnTo>
                    <a:pt x="919911" y="2235"/>
                  </a:lnTo>
                  <a:lnTo>
                    <a:pt x="919911" y="31187"/>
                  </a:lnTo>
                  <a:lnTo>
                    <a:pt x="934735" y="31187"/>
                  </a:lnTo>
                  <a:close/>
                  <a:moveTo>
                    <a:pt x="997260" y="87072"/>
                  </a:moveTo>
                  <a:lnTo>
                    <a:pt x="1018876" y="90701"/>
                  </a:lnTo>
                  <a:cubicBezTo>
                    <a:pt x="1016094" y="98627"/>
                    <a:pt x="1011690" y="104671"/>
                    <a:pt x="1005675" y="108839"/>
                  </a:cubicBezTo>
                  <a:cubicBezTo>
                    <a:pt x="999704" y="112956"/>
                    <a:pt x="992215" y="115018"/>
                    <a:pt x="983212" y="115018"/>
                  </a:cubicBezTo>
                  <a:cubicBezTo>
                    <a:pt x="968955" y="115018"/>
                    <a:pt x="958406" y="110362"/>
                    <a:pt x="951558" y="101042"/>
                  </a:cubicBezTo>
                  <a:cubicBezTo>
                    <a:pt x="946154" y="93583"/>
                    <a:pt x="943452" y="84169"/>
                    <a:pt x="943452" y="72794"/>
                  </a:cubicBezTo>
                  <a:cubicBezTo>
                    <a:pt x="943452" y="59205"/>
                    <a:pt x="947009" y="48577"/>
                    <a:pt x="954108" y="40910"/>
                  </a:cubicBezTo>
                  <a:cubicBezTo>
                    <a:pt x="961208" y="33192"/>
                    <a:pt x="970190" y="29333"/>
                    <a:pt x="981049" y="29333"/>
                  </a:cubicBezTo>
                  <a:cubicBezTo>
                    <a:pt x="993243" y="29333"/>
                    <a:pt x="1002865" y="33372"/>
                    <a:pt x="1009915" y="41456"/>
                  </a:cubicBezTo>
                  <a:cubicBezTo>
                    <a:pt x="1016971" y="49483"/>
                    <a:pt x="1020341" y="61806"/>
                    <a:pt x="1020033" y="78428"/>
                  </a:cubicBezTo>
                  <a:lnTo>
                    <a:pt x="965685" y="78428"/>
                  </a:lnTo>
                  <a:cubicBezTo>
                    <a:pt x="965843" y="84859"/>
                    <a:pt x="967589" y="89875"/>
                    <a:pt x="970938" y="93482"/>
                  </a:cubicBezTo>
                  <a:cubicBezTo>
                    <a:pt x="974280" y="97032"/>
                    <a:pt x="978447" y="98807"/>
                    <a:pt x="983442" y="98807"/>
                  </a:cubicBezTo>
                  <a:cubicBezTo>
                    <a:pt x="986840" y="98807"/>
                    <a:pt x="989694" y="97880"/>
                    <a:pt x="992007" y="96026"/>
                  </a:cubicBezTo>
                  <a:cubicBezTo>
                    <a:pt x="994321" y="94172"/>
                    <a:pt x="996075" y="91190"/>
                    <a:pt x="997260" y="87072"/>
                  </a:cubicBezTo>
                  <a:close/>
                  <a:moveTo>
                    <a:pt x="998496" y="65148"/>
                  </a:moveTo>
                  <a:cubicBezTo>
                    <a:pt x="998338" y="58875"/>
                    <a:pt x="996714" y="54110"/>
                    <a:pt x="993631" y="50869"/>
                  </a:cubicBezTo>
                  <a:cubicBezTo>
                    <a:pt x="990541" y="47578"/>
                    <a:pt x="986783" y="45933"/>
                    <a:pt x="982357" y="45933"/>
                  </a:cubicBezTo>
                  <a:cubicBezTo>
                    <a:pt x="977628" y="45933"/>
                    <a:pt x="973712" y="47650"/>
                    <a:pt x="970629" y="51099"/>
                  </a:cubicBezTo>
                  <a:cubicBezTo>
                    <a:pt x="967539" y="54549"/>
                    <a:pt x="966023" y="59234"/>
                    <a:pt x="966073" y="65148"/>
                  </a:cubicBezTo>
                  <a:lnTo>
                    <a:pt x="998496" y="65148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F04CC8-2A6F-85C0-3455-9D6A70332FC3}"/>
                </a:ext>
              </a:extLst>
            </p:cNvPr>
            <p:cNvSpPr/>
            <p:nvPr/>
          </p:nvSpPr>
          <p:spPr>
            <a:xfrm>
              <a:off x="7078107" y="2830203"/>
              <a:ext cx="10068" cy="553831"/>
            </a:xfrm>
            <a:custGeom>
              <a:avLst/>
              <a:gdLst>
                <a:gd name="csX0" fmla="*/ 0 w 7185"/>
                <a:gd name="csY0" fmla="*/ 0 h 395227"/>
                <a:gd name="csX1" fmla="*/ 0 w 7185"/>
                <a:gd name="csY1" fmla="*/ 395228 h 395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85" h="395227">
                  <a:moveTo>
                    <a:pt x="0" y="0"/>
                  </a:moveTo>
                  <a:lnTo>
                    <a:pt x="0" y="395228"/>
                  </a:lnTo>
                </a:path>
              </a:pathLst>
            </a:custGeom>
            <a:noFill/>
            <a:ln w="14367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619D618-C4D9-8F3B-6E68-B2AF898581F4}"/>
                </a:ext>
              </a:extLst>
            </p:cNvPr>
            <p:cNvSpPr/>
            <p:nvPr/>
          </p:nvSpPr>
          <p:spPr>
            <a:xfrm>
              <a:off x="7017689" y="3363895"/>
              <a:ext cx="120835" cy="120835"/>
            </a:xfrm>
            <a:custGeom>
              <a:avLst/>
              <a:gdLst>
                <a:gd name="csX0" fmla="*/ 43116 w 86231"/>
                <a:gd name="csY0" fmla="*/ 86232 h 86231"/>
                <a:gd name="csX1" fmla="*/ 0 w 86231"/>
                <a:gd name="csY1" fmla="*/ 0 h 86231"/>
                <a:gd name="csX2" fmla="*/ 86232 w 86231"/>
                <a:gd name="csY2" fmla="*/ 0 h 86231"/>
                <a:gd name="csX3" fmla="*/ 43116 w 86231"/>
                <a:gd name="csY3" fmla="*/ 86232 h 862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231" h="86231">
                  <a:moveTo>
                    <a:pt x="43116" y="86232"/>
                  </a:moveTo>
                  <a:lnTo>
                    <a:pt x="0" y="0"/>
                  </a:lnTo>
                  <a:lnTo>
                    <a:pt x="86232" y="0"/>
                  </a:lnTo>
                  <a:lnTo>
                    <a:pt x="43116" y="86232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D23BB49-9508-151E-6393-503B3151ACAD}"/>
              </a:ext>
            </a:extLst>
          </p:cNvPr>
          <p:cNvGrpSpPr/>
          <p:nvPr/>
        </p:nvGrpSpPr>
        <p:grpSpPr>
          <a:xfrm>
            <a:off x="3296663" y="3219420"/>
            <a:ext cx="2425214" cy="189007"/>
            <a:chOff x="3296663" y="3219420"/>
            <a:chExt cx="2425214" cy="189007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86A1871-93D3-DD1D-A03F-337A1AAE91B7}"/>
                </a:ext>
              </a:extLst>
            </p:cNvPr>
            <p:cNvSpPr/>
            <p:nvPr/>
          </p:nvSpPr>
          <p:spPr>
            <a:xfrm>
              <a:off x="3296663" y="3219420"/>
              <a:ext cx="1315935" cy="189007"/>
            </a:xfrm>
            <a:custGeom>
              <a:avLst/>
              <a:gdLst>
                <a:gd name="csX0" fmla="*/ 0 w 939082"/>
                <a:gd name="csY0" fmla="*/ 71579 h 134880"/>
                <a:gd name="csX1" fmla="*/ 12841 w 939082"/>
                <a:gd name="csY1" fmla="*/ 70458 h 134880"/>
                <a:gd name="csX2" fmla="*/ 17052 w 939082"/>
                <a:gd name="csY2" fmla="*/ 83163 h 134880"/>
                <a:gd name="csX3" fmla="*/ 27436 w 939082"/>
                <a:gd name="csY3" fmla="*/ 91161 h 134880"/>
                <a:gd name="csX4" fmla="*/ 43223 w 939082"/>
                <a:gd name="csY4" fmla="*/ 94179 h 134880"/>
                <a:gd name="csX5" fmla="*/ 56977 w 939082"/>
                <a:gd name="csY5" fmla="*/ 91865 h 134880"/>
                <a:gd name="csX6" fmla="*/ 65823 w 939082"/>
                <a:gd name="csY6" fmla="*/ 85549 h 134880"/>
                <a:gd name="csX7" fmla="*/ 68769 w 939082"/>
                <a:gd name="csY7" fmla="*/ 76703 h 134880"/>
                <a:gd name="csX8" fmla="*/ 65960 w 939082"/>
                <a:gd name="csY8" fmla="*/ 68281 h 134880"/>
                <a:gd name="csX9" fmla="*/ 56697 w 939082"/>
                <a:gd name="csY9" fmla="*/ 62180 h 134880"/>
                <a:gd name="csX10" fmla="*/ 38387 w 939082"/>
                <a:gd name="csY10" fmla="*/ 57193 h 134880"/>
                <a:gd name="csX11" fmla="*/ 18525 w 939082"/>
                <a:gd name="csY11" fmla="*/ 50740 h 134880"/>
                <a:gd name="csX12" fmla="*/ 7509 w 939082"/>
                <a:gd name="csY12" fmla="*/ 41197 h 134880"/>
                <a:gd name="csX13" fmla="*/ 3931 w 939082"/>
                <a:gd name="csY13" fmla="*/ 28356 h 134880"/>
                <a:gd name="csX14" fmla="*/ 8350 w 939082"/>
                <a:gd name="csY14" fmla="*/ 13826 h 134880"/>
                <a:gd name="csX15" fmla="*/ 21263 w 939082"/>
                <a:gd name="csY15" fmla="*/ 3514 h 134880"/>
                <a:gd name="csX16" fmla="*/ 40141 w 939082"/>
                <a:gd name="csY16" fmla="*/ 0 h 134880"/>
                <a:gd name="csX17" fmla="*/ 60276 w 939082"/>
                <a:gd name="csY17" fmla="*/ 3722 h 134880"/>
                <a:gd name="csX18" fmla="*/ 73750 w 939082"/>
                <a:gd name="csY18" fmla="*/ 14530 h 134880"/>
                <a:gd name="csX19" fmla="*/ 78808 w 939082"/>
                <a:gd name="csY19" fmla="*/ 30742 h 134880"/>
                <a:gd name="csX20" fmla="*/ 65751 w 939082"/>
                <a:gd name="csY20" fmla="*/ 31726 h 134880"/>
                <a:gd name="csX21" fmla="*/ 58594 w 939082"/>
                <a:gd name="csY21" fmla="*/ 16988 h 134880"/>
                <a:gd name="csX22" fmla="*/ 40701 w 939082"/>
                <a:gd name="csY22" fmla="*/ 12001 h 134880"/>
                <a:gd name="csX23" fmla="*/ 22664 w 939082"/>
                <a:gd name="csY23" fmla="*/ 16564 h 134880"/>
                <a:gd name="csX24" fmla="*/ 17052 w 939082"/>
                <a:gd name="csY24" fmla="*/ 27443 h 134880"/>
                <a:gd name="csX25" fmla="*/ 21048 w 939082"/>
                <a:gd name="csY25" fmla="*/ 36562 h 134880"/>
                <a:gd name="csX26" fmla="*/ 41542 w 939082"/>
                <a:gd name="csY26" fmla="*/ 43935 h 134880"/>
                <a:gd name="csX27" fmla="*/ 64350 w 939082"/>
                <a:gd name="csY27" fmla="*/ 50460 h 134880"/>
                <a:gd name="csX28" fmla="*/ 77616 w 939082"/>
                <a:gd name="csY28" fmla="*/ 60987 h 134880"/>
                <a:gd name="csX29" fmla="*/ 81891 w 939082"/>
                <a:gd name="csY29" fmla="*/ 75582 h 134880"/>
                <a:gd name="csX30" fmla="*/ 77192 w 939082"/>
                <a:gd name="csY30" fmla="*/ 91089 h 134880"/>
                <a:gd name="csX31" fmla="*/ 63646 w 939082"/>
                <a:gd name="csY31" fmla="*/ 102393 h 134880"/>
                <a:gd name="csX32" fmla="*/ 43856 w 939082"/>
                <a:gd name="csY32" fmla="*/ 106388 h 134880"/>
                <a:gd name="csX33" fmla="*/ 20422 w 939082"/>
                <a:gd name="csY33" fmla="*/ 102321 h 134880"/>
                <a:gd name="csX34" fmla="*/ 5612 w 939082"/>
                <a:gd name="csY34" fmla="*/ 90112 h 134880"/>
                <a:gd name="csX35" fmla="*/ 0 w 939082"/>
                <a:gd name="csY35" fmla="*/ 71579 h 134880"/>
                <a:gd name="csX36" fmla="*/ 98879 w 939082"/>
                <a:gd name="csY36" fmla="*/ 133199 h 134880"/>
                <a:gd name="csX37" fmla="*/ 98879 w 939082"/>
                <a:gd name="csY37" fmla="*/ 30109 h 134880"/>
                <a:gd name="csX38" fmla="*/ 110383 w 939082"/>
                <a:gd name="csY38" fmla="*/ 30109 h 134880"/>
                <a:gd name="csX39" fmla="*/ 110383 w 939082"/>
                <a:gd name="csY39" fmla="*/ 39796 h 134880"/>
                <a:gd name="csX40" fmla="*/ 119574 w 939082"/>
                <a:gd name="csY40" fmla="*/ 31302 h 134880"/>
                <a:gd name="csX41" fmla="*/ 131999 w 939082"/>
                <a:gd name="csY41" fmla="*/ 28428 h 134880"/>
                <a:gd name="csX42" fmla="*/ 148843 w 939082"/>
                <a:gd name="csY42" fmla="*/ 33336 h 134880"/>
                <a:gd name="csX43" fmla="*/ 159859 w 939082"/>
                <a:gd name="csY43" fmla="*/ 47233 h 134880"/>
                <a:gd name="csX44" fmla="*/ 163574 w 939082"/>
                <a:gd name="csY44" fmla="*/ 66808 h 134880"/>
                <a:gd name="csX45" fmla="*/ 159435 w 939082"/>
                <a:gd name="csY45" fmla="*/ 87439 h 134880"/>
                <a:gd name="csX46" fmla="*/ 147506 w 939082"/>
                <a:gd name="csY46" fmla="*/ 101480 h 134880"/>
                <a:gd name="csX47" fmla="*/ 131086 w 939082"/>
                <a:gd name="csY47" fmla="*/ 106316 h 134880"/>
                <a:gd name="csX48" fmla="*/ 119718 w 939082"/>
                <a:gd name="csY48" fmla="*/ 103650 h 134880"/>
                <a:gd name="csX49" fmla="*/ 111505 w 939082"/>
                <a:gd name="csY49" fmla="*/ 96917 h 134880"/>
                <a:gd name="csX50" fmla="*/ 111505 w 939082"/>
                <a:gd name="csY50" fmla="*/ 133199 h 134880"/>
                <a:gd name="csX51" fmla="*/ 98879 w 939082"/>
                <a:gd name="csY51" fmla="*/ 133199 h 134880"/>
                <a:gd name="csX52" fmla="*/ 110312 w 939082"/>
                <a:gd name="csY52" fmla="*/ 67792 h 134880"/>
                <a:gd name="csX53" fmla="*/ 116139 w 939082"/>
                <a:gd name="csY53" fmla="*/ 89056 h 134880"/>
                <a:gd name="csX54" fmla="*/ 130246 w 939082"/>
                <a:gd name="csY54" fmla="*/ 95933 h 134880"/>
                <a:gd name="csX55" fmla="*/ 144632 w 939082"/>
                <a:gd name="csY55" fmla="*/ 88847 h 134880"/>
                <a:gd name="csX56" fmla="*/ 150668 w 939082"/>
                <a:gd name="csY56" fmla="*/ 66743 h 134880"/>
                <a:gd name="csX57" fmla="*/ 144768 w 939082"/>
                <a:gd name="csY57" fmla="*/ 45408 h 134880"/>
                <a:gd name="csX58" fmla="*/ 130806 w 939082"/>
                <a:gd name="csY58" fmla="*/ 38316 h 134880"/>
                <a:gd name="csX59" fmla="*/ 116492 w 939082"/>
                <a:gd name="csY59" fmla="*/ 45897 h 134880"/>
                <a:gd name="csX60" fmla="*/ 110312 w 939082"/>
                <a:gd name="csY60" fmla="*/ 67792 h 134880"/>
                <a:gd name="csX61" fmla="*/ 178593 w 939082"/>
                <a:gd name="csY61" fmla="*/ 104635 h 134880"/>
                <a:gd name="csX62" fmla="*/ 178593 w 939082"/>
                <a:gd name="csY62" fmla="*/ 1761 h 134880"/>
                <a:gd name="csX63" fmla="*/ 191226 w 939082"/>
                <a:gd name="csY63" fmla="*/ 1761 h 134880"/>
                <a:gd name="csX64" fmla="*/ 191226 w 939082"/>
                <a:gd name="csY64" fmla="*/ 104635 h 134880"/>
                <a:gd name="csX65" fmla="*/ 178593 w 939082"/>
                <a:gd name="csY65" fmla="*/ 104635 h 134880"/>
                <a:gd name="csX66" fmla="*/ 210944 w 939082"/>
                <a:gd name="csY66" fmla="*/ 16283 h 134880"/>
                <a:gd name="csX67" fmla="*/ 210944 w 939082"/>
                <a:gd name="csY67" fmla="*/ 1761 h 134880"/>
                <a:gd name="csX68" fmla="*/ 223577 w 939082"/>
                <a:gd name="csY68" fmla="*/ 1761 h 134880"/>
                <a:gd name="csX69" fmla="*/ 223577 w 939082"/>
                <a:gd name="csY69" fmla="*/ 16283 h 134880"/>
                <a:gd name="csX70" fmla="*/ 210944 w 939082"/>
                <a:gd name="csY70" fmla="*/ 16283 h 134880"/>
                <a:gd name="csX71" fmla="*/ 210944 w 939082"/>
                <a:gd name="csY71" fmla="*/ 104635 h 134880"/>
                <a:gd name="csX72" fmla="*/ 210944 w 939082"/>
                <a:gd name="csY72" fmla="*/ 30109 h 134880"/>
                <a:gd name="csX73" fmla="*/ 223577 w 939082"/>
                <a:gd name="csY73" fmla="*/ 30109 h 134880"/>
                <a:gd name="csX74" fmla="*/ 223577 w 939082"/>
                <a:gd name="csY74" fmla="*/ 104635 h 134880"/>
                <a:gd name="csX75" fmla="*/ 210944 w 939082"/>
                <a:gd name="csY75" fmla="*/ 104635 h 134880"/>
                <a:gd name="csX76" fmla="*/ 270451 w 939082"/>
                <a:gd name="csY76" fmla="*/ 93339 h 134880"/>
                <a:gd name="csX77" fmla="*/ 272276 w 939082"/>
                <a:gd name="csY77" fmla="*/ 104491 h 134880"/>
                <a:gd name="csX78" fmla="*/ 262733 w 939082"/>
                <a:gd name="csY78" fmla="*/ 105619 h 134880"/>
                <a:gd name="csX79" fmla="*/ 252069 w 939082"/>
                <a:gd name="csY79" fmla="*/ 103442 h 134880"/>
                <a:gd name="csX80" fmla="*/ 246737 w 939082"/>
                <a:gd name="csY80" fmla="*/ 97758 h 134880"/>
                <a:gd name="csX81" fmla="*/ 245192 w 939082"/>
                <a:gd name="csY81" fmla="*/ 82811 h 134880"/>
                <a:gd name="csX82" fmla="*/ 245192 w 939082"/>
                <a:gd name="csY82" fmla="*/ 39932 h 134880"/>
                <a:gd name="csX83" fmla="*/ 235929 w 939082"/>
                <a:gd name="csY83" fmla="*/ 39932 h 134880"/>
                <a:gd name="csX84" fmla="*/ 235929 w 939082"/>
                <a:gd name="csY84" fmla="*/ 30109 h 134880"/>
                <a:gd name="csX85" fmla="*/ 245192 w 939082"/>
                <a:gd name="csY85" fmla="*/ 30109 h 134880"/>
                <a:gd name="csX86" fmla="*/ 245192 w 939082"/>
                <a:gd name="csY86" fmla="*/ 11656 h 134880"/>
                <a:gd name="csX87" fmla="*/ 257753 w 939082"/>
                <a:gd name="csY87" fmla="*/ 4074 h 134880"/>
                <a:gd name="csX88" fmla="*/ 257753 w 939082"/>
                <a:gd name="csY88" fmla="*/ 30109 h 134880"/>
                <a:gd name="csX89" fmla="*/ 270451 w 939082"/>
                <a:gd name="csY89" fmla="*/ 30109 h 134880"/>
                <a:gd name="csX90" fmla="*/ 270451 w 939082"/>
                <a:gd name="csY90" fmla="*/ 39932 h 134880"/>
                <a:gd name="csX91" fmla="*/ 257753 w 939082"/>
                <a:gd name="csY91" fmla="*/ 39932 h 134880"/>
                <a:gd name="csX92" fmla="*/ 257753 w 939082"/>
                <a:gd name="csY92" fmla="*/ 83515 h 134880"/>
                <a:gd name="csX93" fmla="*/ 258386 w 939082"/>
                <a:gd name="csY93" fmla="*/ 90457 h 134880"/>
                <a:gd name="csX94" fmla="*/ 260563 w 939082"/>
                <a:gd name="csY94" fmla="*/ 92914 h 134880"/>
                <a:gd name="csX95" fmla="*/ 264910 w 939082"/>
                <a:gd name="csY95" fmla="*/ 93827 h 134880"/>
                <a:gd name="csX96" fmla="*/ 270451 w 939082"/>
                <a:gd name="csY96" fmla="*/ 93339 h 134880"/>
                <a:gd name="csX97" fmla="*/ 326803 w 939082"/>
                <a:gd name="csY97" fmla="*/ 104635 h 134880"/>
                <a:gd name="csX98" fmla="*/ 326803 w 939082"/>
                <a:gd name="csY98" fmla="*/ 1761 h 134880"/>
                <a:gd name="csX99" fmla="*/ 340420 w 939082"/>
                <a:gd name="csY99" fmla="*/ 1761 h 134880"/>
                <a:gd name="csX100" fmla="*/ 340420 w 939082"/>
                <a:gd name="csY100" fmla="*/ 104635 h 134880"/>
                <a:gd name="csX101" fmla="*/ 326803 w 939082"/>
                <a:gd name="csY101" fmla="*/ 104635 h 134880"/>
                <a:gd name="csX102" fmla="*/ 362876 w 939082"/>
                <a:gd name="csY102" fmla="*/ 104635 h 134880"/>
                <a:gd name="csX103" fmla="*/ 362876 w 939082"/>
                <a:gd name="csY103" fmla="*/ 30109 h 134880"/>
                <a:gd name="csX104" fmla="*/ 374245 w 939082"/>
                <a:gd name="csY104" fmla="*/ 30109 h 134880"/>
                <a:gd name="csX105" fmla="*/ 374245 w 939082"/>
                <a:gd name="csY105" fmla="*/ 40709 h 134880"/>
                <a:gd name="csX106" fmla="*/ 397965 w 939082"/>
                <a:gd name="csY106" fmla="*/ 28428 h 134880"/>
                <a:gd name="csX107" fmla="*/ 410311 w 939082"/>
                <a:gd name="csY107" fmla="*/ 30878 h 134880"/>
                <a:gd name="csX108" fmla="*/ 418805 w 939082"/>
                <a:gd name="csY108" fmla="*/ 37194 h 134880"/>
                <a:gd name="csX109" fmla="*/ 422735 w 939082"/>
                <a:gd name="csY109" fmla="*/ 46529 h 134880"/>
                <a:gd name="csX110" fmla="*/ 423440 w 939082"/>
                <a:gd name="csY110" fmla="*/ 58810 h 134880"/>
                <a:gd name="csX111" fmla="*/ 423440 w 939082"/>
                <a:gd name="csY111" fmla="*/ 104635 h 134880"/>
                <a:gd name="csX112" fmla="*/ 410807 w 939082"/>
                <a:gd name="csY112" fmla="*/ 104635 h 134880"/>
                <a:gd name="csX113" fmla="*/ 410807 w 939082"/>
                <a:gd name="csY113" fmla="*/ 59299 h 134880"/>
                <a:gd name="csX114" fmla="*/ 409334 w 939082"/>
                <a:gd name="csY114" fmla="*/ 47794 h 134880"/>
                <a:gd name="csX115" fmla="*/ 404066 w 939082"/>
                <a:gd name="csY115" fmla="*/ 41686 h 134880"/>
                <a:gd name="csX116" fmla="*/ 395299 w 939082"/>
                <a:gd name="csY116" fmla="*/ 39372 h 134880"/>
                <a:gd name="csX117" fmla="*/ 381330 w 939082"/>
                <a:gd name="csY117" fmla="*/ 44496 h 134880"/>
                <a:gd name="csX118" fmla="*/ 375509 w 939082"/>
                <a:gd name="csY118" fmla="*/ 63934 h 134880"/>
                <a:gd name="csX119" fmla="*/ 375509 w 939082"/>
                <a:gd name="csY119" fmla="*/ 104635 h 134880"/>
                <a:gd name="csX120" fmla="*/ 362876 w 939082"/>
                <a:gd name="csY120" fmla="*/ 104635 h 134880"/>
                <a:gd name="csX121" fmla="*/ 442878 w 939082"/>
                <a:gd name="csY121" fmla="*/ 133199 h 134880"/>
                <a:gd name="csX122" fmla="*/ 442878 w 939082"/>
                <a:gd name="csY122" fmla="*/ 30109 h 134880"/>
                <a:gd name="csX123" fmla="*/ 454382 w 939082"/>
                <a:gd name="csY123" fmla="*/ 30109 h 134880"/>
                <a:gd name="csX124" fmla="*/ 454382 w 939082"/>
                <a:gd name="csY124" fmla="*/ 39796 h 134880"/>
                <a:gd name="csX125" fmla="*/ 463574 w 939082"/>
                <a:gd name="csY125" fmla="*/ 31302 h 134880"/>
                <a:gd name="csX126" fmla="*/ 475998 w 939082"/>
                <a:gd name="csY126" fmla="*/ 28428 h 134880"/>
                <a:gd name="csX127" fmla="*/ 492842 w 939082"/>
                <a:gd name="csY127" fmla="*/ 33336 h 134880"/>
                <a:gd name="csX128" fmla="*/ 503858 w 939082"/>
                <a:gd name="csY128" fmla="*/ 47233 h 134880"/>
                <a:gd name="csX129" fmla="*/ 507573 w 939082"/>
                <a:gd name="csY129" fmla="*/ 66808 h 134880"/>
                <a:gd name="csX130" fmla="*/ 503434 w 939082"/>
                <a:gd name="csY130" fmla="*/ 87439 h 134880"/>
                <a:gd name="csX131" fmla="*/ 491505 w 939082"/>
                <a:gd name="csY131" fmla="*/ 101480 h 134880"/>
                <a:gd name="csX132" fmla="*/ 475085 w 939082"/>
                <a:gd name="csY132" fmla="*/ 106316 h 134880"/>
                <a:gd name="csX133" fmla="*/ 463717 w 939082"/>
                <a:gd name="csY133" fmla="*/ 103650 h 134880"/>
                <a:gd name="csX134" fmla="*/ 455503 w 939082"/>
                <a:gd name="csY134" fmla="*/ 96917 h 134880"/>
                <a:gd name="csX135" fmla="*/ 455503 w 939082"/>
                <a:gd name="csY135" fmla="*/ 133199 h 134880"/>
                <a:gd name="csX136" fmla="*/ 442878 w 939082"/>
                <a:gd name="csY136" fmla="*/ 133199 h 134880"/>
                <a:gd name="csX137" fmla="*/ 454311 w 939082"/>
                <a:gd name="csY137" fmla="*/ 67792 h 134880"/>
                <a:gd name="csX138" fmla="*/ 460138 w 939082"/>
                <a:gd name="csY138" fmla="*/ 89056 h 134880"/>
                <a:gd name="csX139" fmla="*/ 474245 w 939082"/>
                <a:gd name="csY139" fmla="*/ 95933 h 134880"/>
                <a:gd name="csX140" fmla="*/ 488631 w 939082"/>
                <a:gd name="csY140" fmla="*/ 88847 h 134880"/>
                <a:gd name="csX141" fmla="*/ 494667 w 939082"/>
                <a:gd name="csY141" fmla="*/ 66743 h 134880"/>
                <a:gd name="csX142" fmla="*/ 488767 w 939082"/>
                <a:gd name="csY142" fmla="*/ 45408 h 134880"/>
                <a:gd name="csX143" fmla="*/ 474805 w 939082"/>
                <a:gd name="csY143" fmla="*/ 38316 h 134880"/>
                <a:gd name="csX144" fmla="*/ 460491 w 939082"/>
                <a:gd name="csY144" fmla="*/ 45897 h 134880"/>
                <a:gd name="csX145" fmla="*/ 454311 w 939082"/>
                <a:gd name="csY145" fmla="*/ 67792 h 134880"/>
                <a:gd name="csX146" fmla="*/ 571715 w 939082"/>
                <a:gd name="csY146" fmla="*/ 104635 h 134880"/>
                <a:gd name="csX147" fmla="*/ 571715 w 939082"/>
                <a:gd name="csY147" fmla="*/ 93691 h 134880"/>
                <a:gd name="csX148" fmla="*/ 548066 w 939082"/>
                <a:gd name="csY148" fmla="*/ 106316 h 134880"/>
                <a:gd name="csX149" fmla="*/ 535720 w 939082"/>
                <a:gd name="csY149" fmla="*/ 103794 h 134880"/>
                <a:gd name="csX150" fmla="*/ 527227 w 939082"/>
                <a:gd name="csY150" fmla="*/ 97478 h 134880"/>
                <a:gd name="csX151" fmla="*/ 523368 w 939082"/>
                <a:gd name="csY151" fmla="*/ 88071 h 134880"/>
                <a:gd name="csX152" fmla="*/ 522591 w 939082"/>
                <a:gd name="csY152" fmla="*/ 76286 h 134880"/>
                <a:gd name="csX153" fmla="*/ 522591 w 939082"/>
                <a:gd name="csY153" fmla="*/ 30109 h 134880"/>
                <a:gd name="csX154" fmla="*/ 535224 w 939082"/>
                <a:gd name="csY154" fmla="*/ 30109 h 134880"/>
                <a:gd name="csX155" fmla="*/ 535224 w 939082"/>
                <a:gd name="csY155" fmla="*/ 71443 h 134880"/>
                <a:gd name="csX156" fmla="*/ 536001 w 939082"/>
                <a:gd name="csY156" fmla="*/ 84773 h 134880"/>
                <a:gd name="csX157" fmla="*/ 541052 w 939082"/>
                <a:gd name="csY157" fmla="*/ 92634 h 134880"/>
                <a:gd name="csX158" fmla="*/ 550595 w 939082"/>
                <a:gd name="csY158" fmla="*/ 95444 h 134880"/>
                <a:gd name="csX159" fmla="*/ 561259 w 939082"/>
                <a:gd name="csY159" fmla="*/ 92562 h 134880"/>
                <a:gd name="csX160" fmla="*/ 568280 w 939082"/>
                <a:gd name="csY160" fmla="*/ 84636 h 134880"/>
                <a:gd name="csX161" fmla="*/ 570385 w 939082"/>
                <a:gd name="csY161" fmla="*/ 70042 h 134880"/>
                <a:gd name="csX162" fmla="*/ 570385 w 939082"/>
                <a:gd name="csY162" fmla="*/ 30109 h 134880"/>
                <a:gd name="csX163" fmla="*/ 583018 w 939082"/>
                <a:gd name="csY163" fmla="*/ 30109 h 134880"/>
                <a:gd name="csX164" fmla="*/ 583018 w 939082"/>
                <a:gd name="csY164" fmla="*/ 104635 h 134880"/>
                <a:gd name="csX165" fmla="*/ 571715 w 939082"/>
                <a:gd name="csY165" fmla="*/ 104635 h 134880"/>
                <a:gd name="csX166" fmla="*/ 630453 w 939082"/>
                <a:gd name="csY166" fmla="*/ 93339 h 134880"/>
                <a:gd name="csX167" fmla="*/ 632278 w 939082"/>
                <a:gd name="csY167" fmla="*/ 104491 h 134880"/>
                <a:gd name="csX168" fmla="*/ 622735 w 939082"/>
                <a:gd name="csY168" fmla="*/ 105619 h 134880"/>
                <a:gd name="csX169" fmla="*/ 612071 w 939082"/>
                <a:gd name="csY169" fmla="*/ 103442 h 134880"/>
                <a:gd name="csX170" fmla="*/ 606732 w 939082"/>
                <a:gd name="csY170" fmla="*/ 97758 h 134880"/>
                <a:gd name="csX171" fmla="*/ 605187 w 939082"/>
                <a:gd name="csY171" fmla="*/ 82811 h 134880"/>
                <a:gd name="csX172" fmla="*/ 605187 w 939082"/>
                <a:gd name="csY172" fmla="*/ 39932 h 134880"/>
                <a:gd name="csX173" fmla="*/ 595924 w 939082"/>
                <a:gd name="csY173" fmla="*/ 39932 h 134880"/>
                <a:gd name="csX174" fmla="*/ 595924 w 939082"/>
                <a:gd name="csY174" fmla="*/ 30109 h 134880"/>
                <a:gd name="csX175" fmla="*/ 605187 w 939082"/>
                <a:gd name="csY175" fmla="*/ 30109 h 134880"/>
                <a:gd name="csX176" fmla="*/ 605187 w 939082"/>
                <a:gd name="csY176" fmla="*/ 11656 h 134880"/>
                <a:gd name="csX177" fmla="*/ 617755 w 939082"/>
                <a:gd name="csY177" fmla="*/ 4074 h 134880"/>
                <a:gd name="csX178" fmla="*/ 617755 w 939082"/>
                <a:gd name="csY178" fmla="*/ 30109 h 134880"/>
                <a:gd name="csX179" fmla="*/ 630453 w 939082"/>
                <a:gd name="csY179" fmla="*/ 30109 h 134880"/>
                <a:gd name="csX180" fmla="*/ 630453 w 939082"/>
                <a:gd name="csY180" fmla="*/ 39932 h 134880"/>
                <a:gd name="csX181" fmla="*/ 617755 w 939082"/>
                <a:gd name="csY181" fmla="*/ 39932 h 134880"/>
                <a:gd name="csX182" fmla="*/ 617755 w 939082"/>
                <a:gd name="csY182" fmla="*/ 83515 h 134880"/>
                <a:gd name="csX183" fmla="*/ 618380 w 939082"/>
                <a:gd name="csY183" fmla="*/ 90457 h 134880"/>
                <a:gd name="csX184" fmla="*/ 620558 w 939082"/>
                <a:gd name="csY184" fmla="*/ 92914 h 134880"/>
                <a:gd name="csX185" fmla="*/ 624912 w 939082"/>
                <a:gd name="csY185" fmla="*/ 93827 h 134880"/>
                <a:gd name="csX186" fmla="*/ 630453 w 939082"/>
                <a:gd name="csY186" fmla="*/ 93339 h 134880"/>
                <a:gd name="csX187" fmla="*/ 694523 w 939082"/>
                <a:gd name="csY187" fmla="*/ 104635 h 134880"/>
                <a:gd name="csX188" fmla="*/ 682803 w 939082"/>
                <a:gd name="csY188" fmla="*/ 104635 h 134880"/>
                <a:gd name="csX189" fmla="*/ 682803 w 939082"/>
                <a:gd name="csY189" fmla="*/ 1761 h 134880"/>
                <a:gd name="csX190" fmla="*/ 695436 w 939082"/>
                <a:gd name="csY190" fmla="*/ 1761 h 134880"/>
                <a:gd name="csX191" fmla="*/ 695436 w 939082"/>
                <a:gd name="csY191" fmla="*/ 38459 h 134880"/>
                <a:gd name="csX192" fmla="*/ 715858 w 939082"/>
                <a:gd name="csY192" fmla="*/ 28428 h 134880"/>
                <a:gd name="csX193" fmla="*/ 728843 w 939082"/>
                <a:gd name="csY193" fmla="*/ 31230 h 134880"/>
                <a:gd name="csX194" fmla="*/ 738947 w 939082"/>
                <a:gd name="csY194" fmla="*/ 39020 h 134880"/>
                <a:gd name="csX195" fmla="*/ 745191 w 939082"/>
                <a:gd name="csY195" fmla="*/ 51092 h 134880"/>
                <a:gd name="csX196" fmla="*/ 747433 w 939082"/>
                <a:gd name="csY196" fmla="*/ 66247 h 134880"/>
                <a:gd name="csX197" fmla="*/ 737962 w 939082"/>
                <a:gd name="csY197" fmla="*/ 95861 h 134880"/>
                <a:gd name="csX198" fmla="*/ 715226 w 939082"/>
                <a:gd name="csY198" fmla="*/ 106316 h 134880"/>
                <a:gd name="csX199" fmla="*/ 694523 w 939082"/>
                <a:gd name="csY199" fmla="*/ 95300 h 134880"/>
                <a:gd name="csX200" fmla="*/ 694523 w 939082"/>
                <a:gd name="csY200" fmla="*/ 104635 h 134880"/>
                <a:gd name="csX201" fmla="*/ 694387 w 939082"/>
                <a:gd name="csY201" fmla="*/ 66808 h 134880"/>
                <a:gd name="csX202" fmla="*/ 698030 w 939082"/>
                <a:gd name="csY202" fmla="*/ 86181 h 134880"/>
                <a:gd name="csX203" fmla="*/ 714169 w 939082"/>
                <a:gd name="csY203" fmla="*/ 95933 h 134880"/>
                <a:gd name="csX204" fmla="*/ 728491 w 939082"/>
                <a:gd name="csY204" fmla="*/ 88775 h 134880"/>
                <a:gd name="csX205" fmla="*/ 734527 w 939082"/>
                <a:gd name="csY205" fmla="*/ 67304 h 134880"/>
                <a:gd name="csX206" fmla="*/ 728699 w 939082"/>
                <a:gd name="csY206" fmla="*/ 45760 h 134880"/>
                <a:gd name="csX207" fmla="*/ 714737 w 939082"/>
                <a:gd name="csY207" fmla="*/ 38811 h 134880"/>
                <a:gd name="csX208" fmla="*/ 700415 w 939082"/>
                <a:gd name="csY208" fmla="*/ 46041 h 134880"/>
                <a:gd name="csX209" fmla="*/ 694387 w 939082"/>
                <a:gd name="csY209" fmla="*/ 66808 h 134880"/>
                <a:gd name="csX210" fmla="*/ 762315 w 939082"/>
                <a:gd name="csY210" fmla="*/ 133335 h 134880"/>
                <a:gd name="csX211" fmla="*/ 760907 w 939082"/>
                <a:gd name="csY211" fmla="*/ 121479 h 134880"/>
                <a:gd name="csX212" fmla="*/ 768136 w 939082"/>
                <a:gd name="csY212" fmla="*/ 122600 h 134880"/>
                <a:gd name="csX213" fmla="*/ 774876 w 939082"/>
                <a:gd name="csY213" fmla="*/ 121198 h 134880"/>
                <a:gd name="csX214" fmla="*/ 779015 w 939082"/>
                <a:gd name="csY214" fmla="*/ 117268 h 134880"/>
                <a:gd name="csX215" fmla="*/ 782874 w 939082"/>
                <a:gd name="csY215" fmla="*/ 107861 h 134880"/>
                <a:gd name="csX216" fmla="*/ 783995 w 939082"/>
                <a:gd name="csY216" fmla="*/ 104778 h 134880"/>
                <a:gd name="csX217" fmla="*/ 755719 w 939082"/>
                <a:gd name="csY217" fmla="*/ 30109 h 134880"/>
                <a:gd name="csX218" fmla="*/ 769329 w 939082"/>
                <a:gd name="csY218" fmla="*/ 30109 h 134880"/>
                <a:gd name="csX219" fmla="*/ 784836 w 939082"/>
                <a:gd name="csY219" fmla="*/ 73268 h 134880"/>
                <a:gd name="csX220" fmla="*/ 790240 w 939082"/>
                <a:gd name="csY220" fmla="*/ 90529 h 134880"/>
                <a:gd name="csX221" fmla="*/ 795435 w 939082"/>
                <a:gd name="csY221" fmla="*/ 73548 h 134880"/>
                <a:gd name="csX222" fmla="*/ 811367 w 939082"/>
                <a:gd name="csY222" fmla="*/ 30109 h 134880"/>
                <a:gd name="csX223" fmla="*/ 824000 w 939082"/>
                <a:gd name="csY223" fmla="*/ 30109 h 134880"/>
                <a:gd name="csX224" fmla="*/ 795644 w 939082"/>
                <a:gd name="csY224" fmla="*/ 105899 h 134880"/>
                <a:gd name="csX225" fmla="*/ 788558 w 939082"/>
                <a:gd name="csY225" fmla="*/ 122808 h 134880"/>
                <a:gd name="csX226" fmla="*/ 780841 w 939082"/>
                <a:gd name="csY226" fmla="*/ 131934 h 134880"/>
                <a:gd name="csX227" fmla="*/ 770457 w 939082"/>
                <a:gd name="csY227" fmla="*/ 134881 h 134880"/>
                <a:gd name="csX228" fmla="*/ 762315 w 939082"/>
                <a:gd name="csY228" fmla="*/ 133335 h 134880"/>
                <a:gd name="csX229" fmla="*/ 923367 w 939082"/>
                <a:gd name="csY229" fmla="*/ 95444 h 134880"/>
                <a:gd name="csX230" fmla="*/ 909821 w 939082"/>
                <a:gd name="csY230" fmla="*/ 103866 h 134880"/>
                <a:gd name="csX231" fmla="*/ 895924 w 939082"/>
                <a:gd name="csY231" fmla="*/ 106316 h 134880"/>
                <a:gd name="csX232" fmla="*/ 877053 w 939082"/>
                <a:gd name="csY232" fmla="*/ 100352 h 134880"/>
                <a:gd name="csX233" fmla="*/ 870457 w 939082"/>
                <a:gd name="csY233" fmla="*/ 84988 h 134880"/>
                <a:gd name="csX234" fmla="*/ 872907 w 939082"/>
                <a:gd name="csY234" fmla="*/ 75021 h 134880"/>
                <a:gd name="csX235" fmla="*/ 879439 w 939082"/>
                <a:gd name="csY235" fmla="*/ 67721 h 134880"/>
                <a:gd name="csX236" fmla="*/ 888558 w 939082"/>
                <a:gd name="csY236" fmla="*/ 63581 h 134880"/>
                <a:gd name="csX237" fmla="*/ 899790 w 939082"/>
                <a:gd name="csY237" fmla="*/ 61684 h 134880"/>
                <a:gd name="csX238" fmla="*/ 922310 w 939082"/>
                <a:gd name="csY238" fmla="*/ 57337 h 134880"/>
                <a:gd name="csX239" fmla="*/ 922382 w 939082"/>
                <a:gd name="csY239" fmla="*/ 54039 h 134880"/>
                <a:gd name="csX240" fmla="*/ 918804 w 939082"/>
                <a:gd name="csY240" fmla="*/ 43159 h 134880"/>
                <a:gd name="csX241" fmla="*/ 904418 w 939082"/>
                <a:gd name="csY241" fmla="*/ 38883 h 134880"/>
                <a:gd name="csX242" fmla="*/ 891224 w 939082"/>
                <a:gd name="csY242" fmla="*/ 42038 h 134880"/>
                <a:gd name="csX243" fmla="*/ 884979 w 939082"/>
                <a:gd name="csY243" fmla="*/ 53054 h 134880"/>
                <a:gd name="csX244" fmla="*/ 872627 w 939082"/>
                <a:gd name="csY244" fmla="*/ 51373 h 134880"/>
                <a:gd name="csX245" fmla="*/ 878175 w 939082"/>
                <a:gd name="csY245" fmla="*/ 38603 h 134880"/>
                <a:gd name="csX246" fmla="*/ 889334 w 939082"/>
                <a:gd name="csY246" fmla="*/ 31094 h 134880"/>
                <a:gd name="csX247" fmla="*/ 906243 w 939082"/>
                <a:gd name="csY247" fmla="*/ 28428 h 134880"/>
                <a:gd name="csX248" fmla="*/ 921750 w 939082"/>
                <a:gd name="csY248" fmla="*/ 30670 h 134880"/>
                <a:gd name="csX249" fmla="*/ 930524 w 939082"/>
                <a:gd name="csY249" fmla="*/ 36354 h 134880"/>
                <a:gd name="csX250" fmla="*/ 934455 w 939082"/>
                <a:gd name="csY250" fmla="*/ 44912 h 134880"/>
                <a:gd name="csX251" fmla="*/ 935087 w 939082"/>
                <a:gd name="csY251" fmla="*/ 56568 h 134880"/>
                <a:gd name="csX252" fmla="*/ 935087 w 939082"/>
                <a:gd name="csY252" fmla="*/ 73405 h 134880"/>
                <a:gd name="csX253" fmla="*/ 935856 w 939082"/>
                <a:gd name="csY253" fmla="*/ 95724 h 134880"/>
                <a:gd name="csX254" fmla="*/ 939083 w 939082"/>
                <a:gd name="csY254" fmla="*/ 104635 h 134880"/>
                <a:gd name="csX255" fmla="*/ 925889 w 939082"/>
                <a:gd name="csY255" fmla="*/ 104635 h 134880"/>
                <a:gd name="csX256" fmla="*/ 923367 w 939082"/>
                <a:gd name="csY256" fmla="*/ 95444 h 134880"/>
                <a:gd name="csX257" fmla="*/ 922310 w 939082"/>
                <a:gd name="csY257" fmla="*/ 67232 h 134880"/>
                <a:gd name="csX258" fmla="*/ 901680 w 939082"/>
                <a:gd name="csY258" fmla="*/ 72003 h 134880"/>
                <a:gd name="csX259" fmla="*/ 890664 w 939082"/>
                <a:gd name="csY259" fmla="*/ 74533 h 134880"/>
                <a:gd name="csX260" fmla="*/ 885684 w 939082"/>
                <a:gd name="csY260" fmla="*/ 78672 h 134880"/>
                <a:gd name="csX261" fmla="*/ 883930 w 939082"/>
                <a:gd name="csY261" fmla="*/ 84636 h 134880"/>
                <a:gd name="csX262" fmla="*/ 887718 w 939082"/>
                <a:gd name="csY262" fmla="*/ 93058 h 134880"/>
                <a:gd name="csX263" fmla="*/ 898942 w 939082"/>
                <a:gd name="csY263" fmla="*/ 96421 h 134880"/>
                <a:gd name="csX264" fmla="*/ 911927 w 939082"/>
                <a:gd name="csY264" fmla="*/ 93267 h 134880"/>
                <a:gd name="csX265" fmla="*/ 920277 w 939082"/>
                <a:gd name="csY265" fmla="*/ 84492 h 134880"/>
                <a:gd name="csX266" fmla="*/ 922310 w 939082"/>
                <a:gd name="csY266" fmla="*/ 71860 h 134880"/>
                <a:gd name="csX267" fmla="*/ 922310 w 939082"/>
                <a:gd name="csY267" fmla="*/ 67232 h 13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</a:cxnLst>
              <a:rect l="l" t="t" r="r" b="b"/>
              <a:pathLst>
                <a:path w="939082" h="134880">
                  <a:moveTo>
                    <a:pt x="0" y="71579"/>
                  </a:moveTo>
                  <a:lnTo>
                    <a:pt x="12841" y="70458"/>
                  </a:lnTo>
                  <a:cubicBezTo>
                    <a:pt x="13445" y="75603"/>
                    <a:pt x="14853" y="79836"/>
                    <a:pt x="17052" y="83163"/>
                  </a:cubicBezTo>
                  <a:cubicBezTo>
                    <a:pt x="19294" y="86433"/>
                    <a:pt x="22758" y="89106"/>
                    <a:pt x="27436" y="91161"/>
                  </a:cubicBezTo>
                  <a:cubicBezTo>
                    <a:pt x="32114" y="93173"/>
                    <a:pt x="37381" y="94179"/>
                    <a:pt x="43223" y="94179"/>
                  </a:cubicBezTo>
                  <a:cubicBezTo>
                    <a:pt x="48419" y="94179"/>
                    <a:pt x="53003" y="93410"/>
                    <a:pt x="56977" y="91865"/>
                  </a:cubicBezTo>
                  <a:cubicBezTo>
                    <a:pt x="60959" y="90320"/>
                    <a:pt x="63905" y="88215"/>
                    <a:pt x="65823" y="85549"/>
                  </a:cubicBezTo>
                  <a:cubicBezTo>
                    <a:pt x="67785" y="82833"/>
                    <a:pt x="68769" y="79886"/>
                    <a:pt x="68769" y="76703"/>
                  </a:cubicBezTo>
                  <a:cubicBezTo>
                    <a:pt x="68769" y="73476"/>
                    <a:pt x="67835" y="70667"/>
                    <a:pt x="65960" y="68281"/>
                  </a:cubicBezTo>
                  <a:cubicBezTo>
                    <a:pt x="64091" y="65852"/>
                    <a:pt x="61001" y="63819"/>
                    <a:pt x="56697" y="62180"/>
                  </a:cubicBezTo>
                  <a:cubicBezTo>
                    <a:pt x="53938" y="61102"/>
                    <a:pt x="47837" y="59442"/>
                    <a:pt x="38387" y="57193"/>
                  </a:cubicBezTo>
                  <a:cubicBezTo>
                    <a:pt x="28931" y="54901"/>
                    <a:pt x="22312" y="52752"/>
                    <a:pt x="18525" y="50740"/>
                  </a:cubicBezTo>
                  <a:cubicBezTo>
                    <a:pt x="13610" y="48168"/>
                    <a:pt x="9938" y="44984"/>
                    <a:pt x="7509" y="41197"/>
                  </a:cubicBezTo>
                  <a:cubicBezTo>
                    <a:pt x="5123" y="37360"/>
                    <a:pt x="3931" y="33077"/>
                    <a:pt x="3931" y="28356"/>
                  </a:cubicBezTo>
                  <a:cubicBezTo>
                    <a:pt x="3931" y="23160"/>
                    <a:pt x="5404" y="18317"/>
                    <a:pt x="8350" y="13826"/>
                  </a:cubicBezTo>
                  <a:cubicBezTo>
                    <a:pt x="11296" y="9291"/>
                    <a:pt x="15601" y="5849"/>
                    <a:pt x="21263" y="3514"/>
                  </a:cubicBezTo>
                  <a:cubicBezTo>
                    <a:pt x="26919" y="1171"/>
                    <a:pt x="33213" y="0"/>
                    <a:pt x="40141" y="0"/>
                  </a:cubicBezTo>
                  <a:cubicBezTo>
                    <a:pt x="47765" y="0"/>
                    <a:pt x="54477" y="1243"/>
                    <a:pt x="60276" y="3722"/>
                  </a:cubicBezTo>
                  <a:cubicBezTo>
                    <a:pt x="66125" y="6158"/>
                    <a:pt x="70616" y="9759"/>
                    <a:pt x="73750" y="14530"/>
                  </a:cubicBezTo>
                  <a:cubicBezTo>
                    <a:pt x="76890" y="19302"/>
                    <a:pt x="78571" y="24705"/>
                    <a:pt x="78808" y="30742"/>
                  </a:cubicBezTo>
                  <a:lnTo>
                    <a:pt x="65751" y="31726"/>
                  </a:lnTo>
                  <a:cubicBezTo>
                    <a:pt x="65047" y="25223"/>
                    <a:pt x="62662" y="20308"/>
                    <a:pt x="58594" y="16988"/>
                  </a:cubicBezTo>
                  <a:cubicBezTo>
                    <a:pt x="54570" y="13661"/>
                    <a:pt x="48606" y="12001"/>
                    <a:pt x="40701" y="12001"/>
                  </a:cubicBezTo>
                  <a:cubicBezTo>
                    <a:pt x="32466" y="12001"/>
                    <a:pt x="26452" y="13524"/>
                    <a:pt x="22664" y="16564"/>
                  </a:cubicBezTo>
                  <a:cubicBezTo>
                    <a:pt x="18921" y="19560"/>
                    <a:pt x="17052" y="23182"/>
                    <a:pt x="17052" y="27443"/>
                  </a:cubicBezTo>
                  <a:cubicBezTo>
                    <a:pt x="17052" y="31137"/>
                    <a:pt x="18382" y="34177"/>
                    <a:pt x="21048" y="36562"/>
                  </a:cubicBezTo>
                  <a:cubicBezTo>
                    <a:pt x="23670" y="38948"/>
                    <a:pt x="30504" y="41405"/>
                    <a:pt x="41542" y="43935"/>
                  </a:cubicBezTo>
                  <a:cubicBezTo>
                    <a:pt x="52630" y="46414"/>
                    <a:pt x="60233" y="48591"/>
                    <a:pt x="64350" y="50460"/>
                  </a:cubicBezTo>
                  <a:cubicBezTo>
                    <a:pt x="70336" y="53219"/>
                    <a:pt x="74755" y="56726"/>
                    <a:pt x="77616" y="60987"/>
                  </a:cubicBezTo>
                  <a:cubicBezTo>
                    <a:pt x="80468" y="65198"/>
                    <a:pt x="81891" y="70063"/>
                    <a:pt x="81891" y="75582"/>
                  </a:cubicBezTo>
                  <a:cubicBezTo>
                    <a:pt x="81891" y="81058"/>
                    <a:pt x="80325" y="86224"/>
                    <a:pt x="77192" y="91089"/>
                  </a:cubicBezTo>
                  <a:cubicBezTo>
                    <a:pt x="74058" y="95911"/>
                    <a:pt x="69539" y="99676"/>
                    <a:pt x="63646" y="102393"/>
                  </a:cubicBezTo>
                  <a:cubicBezTo>
                    <a:pt x="57797" y="105059"/>
                    <a:pt x="51200" y="106388"/>
                    <a:pt x="43856" y="106388"/>
                  </a:cubicBezTo>
                  <a:cubicBezTo>
                    <a:pt x="34550" y="106388"/>
                    <a:pt x="26732" y="105030"/>
                    <a:pt x="20422" y="102321"/>
                  </a:cubicBezTo>
                  <a:cubicBezTo>
                    <a:pt x="14149" y="99605"/>
                    <a:pt x="9212" y="95537"/>
                    <a:pt x="5612" y="90112"/>
                  </a:cubicBezTo>
                  <a:cubicBezTo>
                    <a:pt x="2055" y="84636"/>
                    <a:pt x="187" y="78456"/>
                    <a:pt x="0" y="71579"/>
                  </a:cubicBezTo>
                  <a:close/>
                  <a:moveTo>
                    <a:pt x="98879" y="133199"/>
                  </a:moveTo>
                  <a:lnTo>
                    <a:pt x="98879" y="30109"/>
                  </a:lnTo>
                  <a:lnTo>
                    <a:pt x="110383" y="30109"/>
                  </a:lnTo>
                  <a:lnTo>
                    <a:pt x="110383" y="39796"/>
                  </a:lnTo>
                  <a:cubicBezTo>
                    <a:pt x="113100" y="36002"/>
                    <a:pt x="116161" y="33170"/>
                    <a:pt x="119574" y="31302"/>
                  </a:cubicBezTo>
                  <a:cubicBezTo>
                    <a:pt x="122995" y="29384"/>
                    <a:pt x="127134" y="28428"/>
                    <a:pt x="131999" y="28428"/>
                  </a:cubicBezTo>
                  <a:cubicBezTo>
                    <a:pt x="138358" y="28428"/>
                    <a:pt x="143978" y="30059"/>
                    <a:pt x="148843" y="33336"/>
                  </a:cubicBezTo>
                  <a:cubicBezTo>
                    <a:pt x="153708" y="36612"/>
                    <a:pt x="157380" y="41240"/>
                    <a:pt x="159859" y="47233"/>
                  </a:cubicBezTo>
                  <a:cubicBezTo>
                    <a:pt x="162338" y="53176"/>
                    <a:pt x="163574" y="59701"/>
                    <a:pt x="163574" y="66808"/>
                  </a:cubicBezTo>
                  <a:cubicBezTo>
                    <a:pt x="163574" y="74439"/>
                    <a:pt x="162194" y="81316"/>
                    <a:pt x="159435" y="87439"/>
                  </a:cubicBezTo>
                  <a:cubicBezTo>
                    <a:pt x="156726" y="93525"/>
                    <a:pt x="152745" y="98203"/>
                    <a:pt x="147506" y="101480"/>
                  </a:cubicBezTo>
                  <a:cubicBezTo>
                    <a:pt x="142311" y="104707"/>
                    <a:pt x="136842" y="106316"/>
                    <a:pt x="131086" y="106316"/>
                  </a:cubicBezTo>
                  <a:cubicBezTo>
                    <a:pt x="126875" y="106316"/>
                    <a:pt x="123088" y="105432"/>
                    <a:pt x="119718" y="103650"/>
                  </a:cubicBezTo>
                  <a:cubicBezTo>
                    <a:pt x="116398" y="101875"/>
                    <a:pt x="113660" y="99626"/>
                    <a:pt x="111505" y="96917"/>
                  </a:cubicBezTo>
                  <a:lnTo>
                    <a:pt x="111505" y="133199"/>
                  </a:lnTo>
                  <a:lnTo>
                    <a:pt x="98879" y="133199"/>
                  </a:lnTo>
                  <a:close/>
                  <a:moveTo>
                    <a:pt x="110312" y="67792"/>
                  </a:moveTo>
                  <a:cubicBezTo>
                    <a:pt x="110312" y="77386"/>
                    <a:pt x="112252" y="84471"/>
                    <a:pt x="116139" y="89056"/>
                  </a:cubicBezTo>
                  <a:cubicBezTo>
                    <a:pt x="120020" y="93640"/>
                    <a:pt x="124727" y="95933"/>
                    <a:pt x="130246" y="95933"/>
                  </a:cubicBezTo>
                  <a:cubicBezTo>
                    <a:pt x="135858" y="95933"/>
                    <a:pt x="140651" y="93568"/>
                    <a:pt x="144632" y="88847"/>
                  </a:cubicBezTo>
                  <a:cubicBezTo>
                    <a:pt x="148656" y="84076"/>
                    <a:pt x="150668" y="76703"/>
                    <a:pt x="150668" y="66743"/>
                  </a:cubicBezTo>
                  <a:cubicBezTo>
                    <a:pt x="150668" y="57243"/>
                    <a:pt x="148699" y="50129"/>
                    <a:pt x="144768" y="45408"/>
                  </a:cubicBezTo>
                  <a:cubicBezTo>
                    <a:pt x="140888" y="40680"/>
                    <a:pt x="136231" y="38316"/>
                    <a:pt x="130806" y="38316"/>
                  </a:cubicBezTo>
                  <a:cubicBezTo>
                    <a:pt x="125424" y="38316"/>
                    <a:pt x="120652" y="40845"/>
                    <a:pt x="116492" y="45897"/>
                  </a:cubicBezTo>
                  <a:cubicBezTo>
                    <a:pt x="112374" y="50905"/>
                    <a:pt x="110312" y="58199"/>
                    <a:pt x="110312" y="67792"/>
                  </a:cubicBezTo>
                  <a:close/>
                  <a:moveTo>
                    <a:pt x="178593" y="104635"/>
                  </a:moveTo>
                  <a:lnTo>
                    <a:pt x="178593" y="1761"/>
                  </a:lnTo>
                  <a:lnTo>
                    <a:pt x="191226" y="1761"/>
                  </a:lnTo>
                  <a:lnTo>
                    <a:pt x="191226" y="104635"/>
                  </a:lnTo>
                  <a:lnTo>
                    <a:pt x="178593" y="104635"/>
                  </a:lnTo>
                  <a:close/>
                  <a:moveTo>
                    <a:pt x="210944" y="16283"/>
                  </a:moveTo>
                  <a:lnTo>
                    <a:pt x="210944" y="1761"/>
                  </a:lnTo>
                  <a:lnTo>
                    <a:pt x="223577" y="1761"/>
                  </a:lnTo>
                  <a:lnTo>
                    <a:pt x="223577" y="16283"/>
                  </a:lnTo>
                  <a:lnTo>
                    <a:pt x="210944" y="16283"/>
                  </a:lnTo>
                  <a:close/>
                  <a:moveTo>
                    <a:pt x="210944" y="104635"/>
                  </a:moveTo>
                  <a:lnTo>
                    <a:pt x="210944" y="30109"/>
                  </a:lnTo>
                  <a:lnTo>
                    <a:pt x="223577" y="30109"/>
                  </a:lnTo>
                  <a:lnTo>
                    <a:pt x="223577" y="104635"/>
                  </a:lnTo>
                  <a:lnTo>
                    <a:pt x="210944" y="104635"/>
                  </a:lnTo>
                  <a:close/>
                  <a:moveTo>
                    <a:pt x="270451" y="93339"/>
                  </a:moveTo>
                  <a:lnTo>
                    <a:pt x="272276" y="104491"/>
                  </a:lnTo>
                  <a:cubicBezTo>
                    <a:pt x="268726" y="105246"/>
                    <a:pt x="265543" y="105619"/>
                    <a:pt x="262733" y="105619"/>
                  </a:cubicBezTo>
                  <a:cubicBezTo>
                    <a:pt x="258148" y="105619"/>
                    <a:pt x="254591" y="104894"/>
                    <a:pt x="252069" y="103442"/>
                  </a:cubicBezTo>
                  <a:cubicBezTo>
                    <a:pt x="249540" y="101990"/>
                    <a:pt x="247765" y="100093"/>
                    <a:pt x="246737" y="97758"/>
                  </a:cubicBezTo>
                  <a:cubicBezTo>
                    <a:pt x="245702" y="95372"/>
                    <a:pt x="245192" y="90392"/>
                    <a:pt x="245192" y="82811"/>
                  </a:cubicBezTo>
                  <a:lnTo>
                    <a:pt x="245192" y="39932"/>
                  </a:lnTo>
                  <a:lnTo>
                    <a:pt x="235929" y="39932"/>
                  </a:lnTo>
                  <a:lnTo>
                    <a:pt x="235929" y="30109"/>
                  </a:lnTo>
                  <a:lnTo>
                    <a:pt x="245192" y="30109"/>
                  </a:lnTo>
                  <a:lnTo>
                    <a:pt x="245192" y="11656"/>
                  </a:lnTo>
                  <a:lnTo>
                    <a:pt x="257753" y="4074"/>
                  </a:lnTo>
                  <a:lnTo>
                    <a:pt x="257753" y="30109"/>
                  </a:lnTo>
                  <a:lnTo>
                    <a:pt x="270451" y="30109"/>
                  </a:lnTo>
                  <a:lnTo>
                    <a:pt x="270451" y="39932"/>
                  </a:lnTo>
                  <a:lnTo>
                    <a:pt x="257753" y="39932"/>
                  </a:lnTo>
                  <a:lnTo>
                    <a:pt x="257753" y="83515"/>
                  </a:lnTo>
                  <a:cubicBezTo>
                    <a:pt x="257753" y="87116"/>
                    <a:pt x="257961" y="89429"/>
                    <a:pt x="258386" y="90457"/>
                  </a:cubicBezTo>
                  <a:cubicBezTo>
                    <a:pt x="258853" y="91492"/>
                    <a:pt x="259578" y="92311"/>
                    <a:pt x="260563" y="92914"/>
                  </a:cubicBezTo>
                  <a:cubicBezTo>
                    <a:pt x="261590" y="93525"/>
                    <a:pt x="263042" y="93827"/>
                    <a:pt x="264910" y="93827"/>
                  </a:cubicBezTo>
                  <a:cubicBezTo>
                    <a:pt x="266312" y="93827"/>
                    <a:pt x="268158" y="93662"/>
                    <a:pt x="270451" y="93339"/>
                  </a:cubicBezTo>
                  <a:close/>
                  <a:moveTo>
                    <a:pt x="326803" y="104635"/>
                  </a:moveTo>
                  <a:lnTo>
                    <a:pt x="326803" y="1761"/>
                  </a:lnTo>
                  <a:lnTo>
                    <a:pt x="340420" y="1761"/>
                  </a:lnTo>
                  <a:lnTo>
                    <a:pt x="340420" y="104635"/>
                  </a:lnTo>
                  <a:lnTo>
                    <a:pt x="326803" y="104635"/>
                  </a:lnTo>
                  <a:close/>
                  <a:moveTo>
                    <a:pt x="362876" y="104635"/>
                  </a:moveTo>
                  <a:lnTo>
                    <a:pt x="362876" y="30109"/>
                  </a:lnTo>
                  <a:lnTo>
                    <a:pt x="374245" y="30109"/>
                  </a:lnTo>
                  <a:lnTo>
                    <a:pt x="374245" y="40709"/>
                  </a:lnTo>
                  <a:cubicBezTo>
                    <a:pt x="379720" y="32516"/>
                    <a:pt x="387625" y="28428"/>
                    <a:pt x="397965" y="28428"/>
                  </a:cubicBezTo>
                  <a:cubicBezTo>
                    <a:pt x="402457" y="28428"/>
                    <a:pt x="406574" y="29240"/>
                    <a:pt x="410311" y="30878"/>
                  </a:cubicBezTo>
                  <a:cubicBezTo>
                    <a:pt x="414105" y="32473"/>
                    <a:pt x="416936" y="34579"/>
                    <a:pt x="418805" y="37194"/>
                  </a:cubicBezTo>
                  <a:cubicBezTo>
                    <a:pt x="420673" y="39818"/>
                    <a:pt x="421988" y="42929"/>
                    <a:pt x="422735" y="46529"/>
                  </a:cubicBezTo>
                  <a:cubicBezTo>
                    <a:pt x="423203" y="48872"/>
                    <a:pt x="423440" y="52960"/>
                    <a:pt x="423440" y="58810"/>
                  </a:cubicBezTo>
                  <a:lnTo>
                    <a:pt x="423440" y="104635"/>
                  </a:lnTo>
                  <a:lnTo>
                    <a:pt x="410807" y="104635"/>
                  </a:lnTo>
                  <a:lnTo>
                    <a:pt x="410807" y="59299"/>
                  </a:lnTo>
                  <a:cubicBezTo>
                    <a:pt x="410807" y="54153"/>
                    <a:pt x="410311" y="50316"/>
                    <a:pt x="409334" y="47794"/>
                  </a:cubicBezTo>
                  <a:cubicBezTo>
                    <a:pt x="408349" y="45221"/>
                    <a:pt x="406596" y="43188"/>
                    <a:pt x="404066" y="41686"/>
                  </a:cubicBezTo>
                  <a:cubicBezTo>
                    <a:pt x="401587" y="40141"/>
                    <a:pt x="398663" y="39372"/>
                    <a:pt x="395299" y="39372"/>
                  </a:cubicBezTo>
                  <a:cubicBezTo>
                    <a:pt x="389917" y="39372"/>
                    <a:pt x="385261" y="41082"/>
                    <a:pt x="381330" y="44496"/>
                  </a:cubicBezTo>
                  <a:cubicBezTo>
                    <a:pt x="377450" y="47909"/>
                    <a:pt x="375509" y="54391"/>
                    <a:pt x="375509" y="63934"/>
                  </a:cubicBezTo>
                  <a:lnTo>
                    <a:pt x="375509" y="104635"/>
                  </a:lnTo>
                  <a:lnTo>
                    <a:pt x="362876" y="104635"/>
                  </a:lnTo>
                  <a:close/>
                  <a:moveTo>
                    <a:pt x="442878" y="133199"/>
                  </a:moveTo>
                  <a:lnTo>
                    <a:pt x="442878" y="30109"/>
                  </a:lnTo>
                  <a:lnTo>
                    <a:pt x="454382" y="30109"/>
                  </a:lnTo>
                  <a:lnTo>
                    <a:pt x="454382" y="39796"/>
                  </a:lnTo>
                  <a:cubicBezTo>
                    <a:pt x="457099" y="36002"/>
                    <a:pt x="460160" y="33170"/>
                    <a:pt x="463574" y="31302"/>
                  </a:cubicBezTo>
                  <a:cubicBezTo>
                    <a:pt x="466994" y="29384"/>
                    <a:pt x="471133" y="28428"/>
                    <a:pt x="475998" y="28428"/>
                  </a:cubicBezTo>
                  <a:cubicBezTo>
                    <a:pt x="482357" y="28428"/>
                    <a:pt x="487977" y="30059"/>
                    <a:pt x="492842" y="33336"/>
                  </a:cubicBezTo>
                  <a:cubicBezTo>
                    <a:pt x="497707" y="36612"/>
                    <a:pt x="501379" y="41240"/>
                    <a:pt x="503858" y="47233"/>
                  </a:cubicBezTo>
                  <a:cubicBezTo>
                    <a:pt x="506337" y="53176"/>
                    <a:pt x="507573" y="59701"/>
                    <a:pt x="507573" y="66808"/>
                  </a:cubicBezTo>
                  <a:cubicBezTo>
                    <a:pt x="507573" y="74439"/>
                    <a:pt x="506193" y="81316"/>
                    <a:pt x="503434" y="87439"/>
                  </a:cubicBezTo>
                  <a:cubicBezTo>
                    <a:pt x="500725" y="93525"/>
                    <a:pt x="496744" y="98203"/>
                    <a:pt x="491505" y="101480"/>
                  </a:cubicBezTo>
                  <a:cubicBezTo>
                    <a:pt x="486317" y="104707"/>
                    <a:pt x="480841" y="106316"/>
                    <a:pt x="475085" y="106316"/>
                  </a:cubicBezTo>
                  <a:cubicBezTo>
                    <a:pt x="470874" y="106316"/>
                    <a:pt x="467087" y="105432"/>
                    <a:pt x="463717" y="103650"/>
                  </a:cubicBezTo>
                  <a:cubicBezTo>
                    <a:pt x="460397" y="101875"/>
                    <a:pt x="457660" y="99626"/>
                    <a:pt x="455503" y="96917"/>
                  </a:cubicBezTo>
                  <a:lnTo>
                    <a:pt x="455503" y="133199"/>
                  </a:lnTo>
                  <a:lnTo>
                    <a:pt x="442878" y="133199"/>
                  </a:lnTo>
                  <a:close/>
                  <a:moveTo>
                    <a:pt x="454311" y="67792"/>
                  </a:moveTo>
                  <a:cubicBezTo>
                    <a:pt x="454311" y="77386"/>
                    <a:pt x="456258" y="84471"/>
                    <a:pt x="460138" y="89056"/>
                  </a:cubicBezTo>
                  <a:cubicBezTo>
                    <a:pt x="464019" y="93640"/>
                    <a:pt x="468726" y="95933"/>
                    <a:pt x="474245" y="95933"/>
                  </a:cubicBezTo>
                  <a:cubicBezTo>
                    <a:pt x="479857" y="95933"/>
                    <a:pt x="484650" y="93568"/>
                    <a:pt x="488631" y="88847"/>
                  </a:cubicBezTo>
                  <a:cubicBezTo>
                    <a:pt x="492655" y="84076"/>
                    <a:pt x="494667" y="76703"/>
                    <a:pt x="494667" y="66743"/>
                  </a:cubicBezTo>
                  <a:cubicBezTo>
                    <a:pt x="494667" y="57243"/>
                    <a:pt x="492698" y="50129"/>
                    <a:pt x="488767" y="45408"/>
                  </a:cubicBezTo>
                  <a:cubicBezTo>
                    <a:pt x="484887" y="40680"/>
                    <a:pt x="480231" y="38316"/>
                    <a:pt x="474805" y="38316"/>
                  </a:cubicBezTo>
                  <a:cubicBezTo>
                    <a:pt x="469423" y="38316"/>
                    <a:pt x="464651" y="40845"/>
                    <a:pt x="460491" y="45897"/>
                  </a:cubicBezTo>
                  <a:cubicBezTo>
                    <a:pt x="456373" y="50905"/>
                    <a:pt x="454311" y="58199"/>
                    <a:pt x="454311" y="67792"/>
                  </a:cubicBezTo>
                  <a:close/>
                  <a:moveTo>
                    <a:pt x="571715" y="104635"/>
                  </a:moveTo>
                  <a:lnTo>
                    <a:pt x="571715" y="93691"/>
                  </a:lnTo>
                  <a:cubicBezTo>
                    <a:pt x="565916" y="102105"/>
                    <a:pt x="558033" y="106316"/>
                    <a:pt x="548066" y="106316"/>
                  </a:cubicBezTo>
                  <a:cubicBezTo>
                    <a:pt x="543668" y="106316"/>
                    <a:pt x="539551" y="105476"/>
                    <a:pt x="535720" y="103794"/>
                  </a:cubicBezTo>
                  <a:cubicBezTo>
                    <a:pt x="531926" y="102105"/>
                    <a:pt x="529095" y="100000"/>
                    <a:pt x="527227" y="97478"/>
                  </a:cubicBezTo>
                  <a:cubicBezTo>
                    <a:pt x="525402" y="94905"/>
                    <a:pt x="524115" y="91772"/>
                    <a:pt x="523368" y="88071"/>
                  </a:cubicBezTo>
                  <a:cubicBezTo>
                    <a:pt x="522850" y="85592"/>
                    <a:pt x="522591" y="81661"/>
                    <a:pt x="522591" y="76286"/>
                  </a:cubicBezTo>
                  <a:lnTo>
                    <a:pt x="522591" y="30109"/>
                  </a:lnTo>
                  <a:lnTo>
                    <a:pt x="535224" y="30109"/>
                  </a:lnTo>
                  <a:lnTo>
                    <a:pt x="535224" y="71443"/>
                  </a:lnTo>
                  <a:cubicBezTo>
                    <a:pt x="535224" y="78040"/>
                    <a:pt x="535483" y="82480"/>
                    <a:pt x="536001" y="84773"/>
                  </a:cubicBezTo>
                  <a:cubicBezTo>
                    <a:pt x="536791" y="88100"/>
                    <a:pt x="538480" y="90716"/>
                    <a:pt x="541052" y="92634"/>
                  </a:cubicBezTo>
                  <a:cubicBezTo>
                    <a:pt x="543625" y="94503"/>
                    <a:pt x="546801" y="95444"/>
                    <a:pt x="550595" y="95444"/>
                  </a:cubicBezTo>
                  <a:cubicBezTo>
                    <a:pt x="554382" y="95444"/>
                    <a:pt x="557939" y="94481"/>
                    <a:pt x="561259" y="92562"/>
                  </a:cubicBezTo>
                  <a:cubicBezTo>
                    <a:pt x="564579" y="90601"/>
                    <a:pt x="566922" y="87956"/>
                    <a:pt x="568280" y="84636"/>
                  </a:cubicBezTo>
                  <a:cubicBezTo>
                    <a:pt x="569681" y="81266"/>
                    <a:pt x="570385" y="76401"/>
                    <a:pt x="570385" y="70042"/>
                  </a:cubicBezTo>
                  <a:lnTo>
                    <a:pt x="570385" y="30109"/>
                  </a:lnTo>
                  <a:lnTo>
                    <a:pt x="583018" y="30109"/>
                  </a:lnTo>
                  <a:lnTo>
                    <a:pt x="583018" y="104635"/>
                  </a:lnTo>
                  <a:lnTo>
                    <a:pt x="571715" y="104635"/>
                  </a:lnTo>
                  <a:close/>
                  <a:moveTo>
                    <a:pt x="630453" y="93339"/>
                  </a:moveTo>
                  <a:lnTo>
                    <a:pt x="632278" y="104491"/>
                  </a:lnTo>
                  <a:cubicBezTo>
                    <a:pt x="628721" y="105246"/>
                    <a:pt x="625545" y="105619"/>
                    <a:pt x="622735" y="105619"/>
                  </a:cubicBezTo>
                  <a:cubicBezTo>
                    <a:pt x="618151" y="105619"/>
                    <a:pt x="614594" y="104894"/>
                    <a:pt x="612071" y="103442"/>
                  </a:cubicBezTo>
                  <a:cubicBezTo>
                    <a:pt x="609542" y="101990"/>
                    <a:pt x="607767" y="100093"/>
                    <a:pt x="606732" y="97758"/>
                  </a:cubicBezTo>
                  <a:cubicBezTo>
                    <a:pt x="605705" y="95372"/>
                    <a:pt x="605187" y="90392"/>
                    <a:pt x="605187" y="82811"/>
                  </a:cubicBezTo>
                  <a:lnTo>
                    <a:pt x="605187" y="39932"/>
                  </a:lnTo>
                  <a:lnTo>
                    <a:pt x="595924" y="39932"/>
                  </a:lnTo>
                  <a:lnTo>
                    <a:pt x="595924" y="30109"/>
                  </a:lnTo>
                  <a:lnTo>
                    <a:pt x="605187" y="30109"/>
                  </a:lnTo>
                  <a:lnTo>
                    <a:pt x="605187" y="11656"/>
                  </a:lnTo>
                  <a:lnTo>
                    <a:pt x="617755" y="4074"/>
                  </a:lnTo>
                  <a:lnTo>
                    <a:pt x="617755" y="30109"/>
                  </a:lnTo>
                  <a:lnTo>
                    <a:pt x="630453" y="30109"/>
                  </a:lnTo>
                  <a:lnTo>
                    <a:pt x="630453" y="39932"/>
                  </a:lnTo>
                  <a:lnTo>
                    <a:pt x="617755" y="39932"/>
                  </a:lnTo>
                  <a:lnTo>
                    <a:pt x="617755" y="83515"/>
                  </a:lnTo>
                  <a:cubicBezTo>
                    <a:pt x="617755" y="87116"/>
                    <a:pt x="617964" y="89429"/>
                    <a:pt x="618380" y="90457"/>
                  </a:cubicBezTo>
                  <a:cubicBezTo>
                    <a:pt x="618855" y="91492"/>
                    <a:pt x="619573" y="92311"/>
                    <a:pt x="620558" y="92914"/>
                  </a:cubicBezTo>
                  <a:cubicBezTo>
                    <a:pt x="621585" y="93525"/>
                    <a:pt x="623037" y="93827"/>
                    <a:pt x="624912" y="93827"/>
                  </a:cubicBezTo>
                  <a:cubicBezTo>
                    <a:pt x="626314" y="93827"/>
                    <a:pt x="628161" y="93662"/>
                    <a:pt x="630453" y="93339"/>
                  </a:cubicBezTo>
                  <a:close/>
                  <a:moveTo>
                    <a:pt x="694523" y="104635"/>
                  </a:moveTo>
                  <a:lnTo>
                    <a:pt x="682803" y="104635"/>
                  </a:lnTo>
                  <a:lnTo>
                    <a:pt x="682803" y="1761"/>
                  </a:lnTo>
                  <a:lnTo>
                    <a:pt x="695436" y="1761"/>
                  </a:lnTo>
                  <a:lnTo>
                    <a:pt x="695436" y="38459"/>
                  </a:lnTo>
                  <a:cubicBezTo>
                    <a:pt x="700768" y="31769"/>
                    <a:pt x="707580" y="28428"/>
                    <a:pt x="715858" y="28428"/>
                  </a:cubicBezTo>
                  <a:cubicBezTo>
                    <a:pt x="720443" y="28428"/>
                    <a:pt x="724769" y="29362"/>
                    <a:pt x="728843" y="31230"/>
                  </a:cubicBezTo>
                  <a:cubicBezTo>
                    <a:pt x="732954" y="33055"/>
                    <a:pt x="736324" y="35650"/>
                    <a:pt x="738947" y="39020"/>
                  </a:cubicBezTo>
                  <a:cubicBezTo>
                    <a:pt x="741612" y="42340"/>
                    <a:pt x="743697" y="46364"/>
                    <a:pt x="745191" y="51092"/>
                  </a:cubicBezTo>
                  <a:cubicBezTo>
                    <a:pt x="746686" y="55813"/>
                    <a:pt x="747433" y="60872"/>
                    <a:pt x="747433" y="66247"/>
                  </a:cubicBezTo>
                  <a:cubicBezTo>
                    <a:pt x="747433" y="79024"/>
                    <a:pt x="744279" y="88890"/>
                    <a:pt x="737962" y="95861"/>
                  </a:cubicBezTo>
                  <a:cubicBezTo>
                    <a:pt x="731646" y="102831"/>
                    <a:pt x="724065" y="106316"/>
                    <a:pt x="715226" y="106316"/>
                  </a:cubicBezTo>
                  <a:cubicBezTo>
                    <a:pt x="706430" y="106316"/>
                    <a:pt x="699532" y="102644"/>
                    <a:pt x="694523" y="95300"/>
                  </a:cubicBezTo>
                  <a:lnTo>
                    <a:pt x="694523" y="104635"/>
                  </a:lnTo>
                  <a:close/>
                  <a:moveTo>
                    <a:pt x="694387" y="66808"/>
                  </a:moveTo>
                  <a:cubicBezTo>
                    <a:pt x="694387" y="75747"/>
                    <a:pt x="695601" y="82200"/>
                    <a:pt x="698030" y="86181"/>
                  </a:cubicBezTo>
                  <a:cubicBezTo>
                    <a:pt x="702011" y="92685"/>
                    <a:pt x="707386" y="95933"/>
                    <a:pt x="714169" y="95933"/>
                  </a:cubicBezTo>
                  <a:cubicBezTo>
                    <a:pt x="719695" y="95933"/>
                    <a:pt x="724467" y="93547"/>
                    <a:pt x="728491" y="88775"/>
                  </a:cubicBezTo>
                  <a:cubicBezTo>
                    <a:pt x="732515" y="83954"/>
                    <a:pt x="734527" y="76796"/>
                    <a:pt x="734527" y="67304"/>
                  </a:cubicBezTo>
                  <a:cubicBezTo>
                    <a:pt x="734527" y="57574"/>
                    <a:pt x="732580" y="50388"/>
                    <a:pt x="728699" y="45760"/>
                  </a:cubicBezTo>
                  <a:cubicBezTo>
                    <a:pt x="724862" y="41125"/>
                    <a:pt x="720205" y="38811"/>
                    <a:pt x="714737" y="38811"/>
                  </a:cubicBezTo>
                  <a:cubicBezTo>
                    <a:pt x="709211" y="38811"/>
                    <a:pt x="704440" y="41219"/>
                    <a:pt x="700415" y="46041"/>
                  </a:cubicBezTo>
                  <a:cubicBezTo>
                    <a:pt x="696398" y="50812"/>
                    <a:pt x="694387" y="57732"/>
                    <a:pt x="694387" y="66808"/>
                  </a:cubicBezTo>
                  <a:close/>
                  <a:moveTo>
                    <a:pt x="762315" y="133335"/>
                  </a:moveTo>
                  <a:lnTo>
                    <a:pt x="760907" y="121479"/>
                  </a:lnTo>
                  <a:cubicBezTo>
                    <a:pt x="763673" y="122226"/>
                    <a:pt x="766081" y="122600"/>
                    <a:pt x="768136" y="122600"/>
                  </a:cubicBezTo>
                  <a:cubicBezTo>
                    <a:pt x="770946" y="122600"/>
                    <a:pt x="773188" y="122133"/>
                    <a:pt x="774876" y="121198"/>
                  </a:cubicBezTo>
                  <a:cubicBezTo>
                    <a:pt x="776558" y="120257"/>
                    <a:pt x="777937" y="118949"/>
                    <a:pt x="779015" y="117268"/>
                  </a:cubicBezTo>
                  <a:cubicBezTo>
                    <a:pt x="779813" y="116003"/>
                    <a:pt x="781099" y="112870"/>
                    <a:pt x="782874" y="107861"/>
                  </a:cubicBezTo>
                  <a:cubicBezTo>
                    <a:pt x="783111" y="107164"/>
                    <a:pt x="783485" y="106130"/>
                    <a:pt x="783995" y="104778"/>
                  </a:cubicBezTo>
                  <a:lnTo>
                    <a:pt x="755719" y="30109"/>
                  </a:lnTo>
                  <a:lnTo>
                    <a:pt x="769329" y="30109"/>
                  </a:lnTo>
                  <a:lnTo>
                    <a:pt x="784836" y="73268"/>
                  </a:lnTo>
                  <a:cubicBezTo>
                    <a:pt x="786848" y="78737"/>
                    <a:pt x="788652" y="84492"/>
                    <a:pt x="790240" y="90529"/>
                  </a:cubicBezTo>
                  <a:cubicBezTo>
                    <a:pt x="791691" y="84730"/>
                    <a:pt x="793423" y="79067"/>
                    <a:pt x="795435" y="73548"/>
                  </a:cubicBezTo>
                  <a:lnTo>
                    <a:pt x="811367" y="30109"/>
                  </a:lnTo>
                  <a:lnTo>
                    <a:pt x="824000" y="30109"/>
                  </a:lnTo>
                  <a:lnTo>
                    <a:pt x="795644" y="105899"/>
                  </a:lnTo>
                  <a:cubicBezTo>
                    <a:pt x="792604" y="114084"/>
                    <a:pt x="790240" y="119725"/>
                    <a:pt x="788558" y="122808"/>
                  </a:cubicBezTo>
                  <a:cubicBezTo>
                    <a:pt x="786316" y="126976"/>
                    <a:pt x="783736" y="130016"/>
                    <a:pt x="780841" y="131934"/>
                  </a:cubicBezTo>
                  <a:cubicBezTo>
                    <a:pt x="777937" y="133896"/>
                    <a:pt x="774474" y="134881"/>
                    <a:pt x="770457" y="134881"/>
                  </a:cubicBezTo>
                  <a:cubicBezTo>
                    <a:pt x="768021" y="134881"/>
                    <a:pt x="765304" y="134363"/>
                    <a:pt x="762315" y="133335"/>
                  </a:cubicBezTo>
                  <a:close/>
                  <a:moveTo>
                    <a:pt x="923367" y="95444"/>
                  </a:moveTo>
                  <a:cubicBezTo>
                    <a:pt x="918689" y="99418"/>
                    <a:pt x="914176" y="102228"/>
                    <a:pt x="909821" y="103866"/>
                  </a:cubicBezTo>
                  <a:cubicBezTo>
                    <a:pt x="905517" y="105497"/>
                    <a:pt x="900889" y="106316"/>
                    <a:pt x="895924" y="106316"/>
                  </a:cubicBezTo>
                  <a:cubicBezTo>
                    <a:pt x="887739" y="106316"/>
                    <a:pt x="881444" y="104333"/>
                    <a:pt x="877053" y="100352"/>
                  </a:cubicBezTo>
                  <a:cubicBezTo>
                    <a:pt x="872656" y="96328"/>
                    <a:pt x="870457" y="91211"/>
                    <a:pt x="870457" y="84988"/>
                  </a:cubicBezTo>
                  <a:cubicBezTo>
                    <a:pt x="870457" y="81338"/>
                    <a:pt x="871269" y="78018"/>
                    <a:pt x="872907" y="75021"/>
                  </a:cubicBezTo>
                  <a:cubicBezTo>
                    <a:pt x="874596" y="71982"/>
                    <a:pt x="876766" y="69546"/>
                    <a:pt x="879439" y="67721"/>
                  </a:cubicBezTo>
                  <a:cubicBezTo>
                    <a:pt x="882148" y="65895"/>
                    <a:pt x="885188" y="64516"/>
                    <a:pt x="888558" y="63581"/>
                  </a:cubicBezTo>
                  <a:cubicBezTo>
                    <a:pt x="891037" y="62928"/>
                    <a:pt x="894781" y="62295"/>
                    <a:pt x="899790" y="61684"/>
                  </a:cubicBezTo>
                  <a:cubicBezTo>
                    <a:pt x="909987" y="60470"/>
                    <a:pt x="917496" y="59018"/>
                    <a:pt x="922310" y="57337"/>
                  </a:cubicBezTo>
                  <a:cubicBezTo>
                    <a:pt x="922361" y="55605"/>
                    <a:pt x="922382" y="54505"/>
                    <a:pt x="922382" y="54039"/>
                  </a:cubicBezTo>
                  <a:cubicBezTo>
                    <a:pt x="922382" y="48893"/>
                    <a:pt x="921189" y="45264"/>
                    <a:pt x="918804" y="43159"/>
                  </a:cubicBezTo>
                  <a:cubicBezTo>
                    <a:pt x="915578" y="40306"/>
                    <a:pt x="910784" y="38883"/>
                    <a:pt x="904418" y="38883"/>
                  </a:cubicBezTo>
                  <a:cubicBezTo>
                    <a:pt x="898475" y="38883"/>
                    <a:pt x="894077" y="39932"/>
                    <a:pt x="891224" y="42038"/>
                  </a:cubicBezTo>
                  <a:cubicBezTo>
                    <a:pt x="888421" y="44100"/>
                    <a:pt x="886338" y="47772"/>
                    <a:pt x="884979" y="53054"/>
                  </a:cubicBezTo>
                  <a:lnTo>
                    <a:pt x="872627" y="51373"/>
                  </a:lnTo>
                  <a:cubicBezTo>
                    <a:pt x="873755" y="46084"/>
                    <a:pt x="875602" y="41830"/>
                    <a:pt x="878175" y="38603"/>
                  </a:cubicBezTo>
                  <a:cubicBezTo>
                    <a:pt x="880747" y="35326"/>
                    <a:pt x="884462" y="32825"/>
                    <a:pt x="889334" y="31094"/>
                  </a:cubicBezTo>
                  <a:cubicBezTo>
                    <a:pt x="894199" y="29312"/>
                    <a:pt x="899833" y="28428"/>
                    <a:pt x="906243" y="28428"/>
                  </a:cubicBezTo>
                  <a:cubicBezTo>
                    <a:pt x="912603" y="28428"/>
                    <a:pt x="917776" y="29175"/>
                    <a:pt x="921750" y="30670"/>
                  </a:cubicBezTo>
                  <a:cubicBezTo>
                    <a:pt x="925731" y="32164"/>
                    <a:pt x="928656" y="34061"/>
                    <a:pt x="930524" y="36354"/>
                  </a:cubicBezTo>
                  <a:cubicBezTo>
                    <a:pt x="932392" y="38603"/>
                    <a:pt x="933707" y="41456"/>
                    <a:pt x="934455" y="44912"/>
                  </a:cubicBezTo>
                  <a:cubicBezTo>
                    <a:pt x="934872" y="47068"/>
                    <a:pt x="935087" y="50948"/>
                    <a:pt x="935087" y="56568"/>
                  </a:cubicBezTo>
                  <a:lnTo>
                    <a:pt x="935087" y="73405"/>
                  </a:lnTo>
                  <a:cubicBezTo>
                    <a:pt x="935087" y="85146"/>
                    <a:pt x="935339" y="92591"/>
                    <a:pt x="935856" y="95724"/>
                  </a:cubicBezTo>
                  <a:cubicBezTo>
                    <a:pt x="936417" y="98807"/>
                    <a:pt x="937495" y="101782"/>
                    <a:pt x="939083" y="104635"/>
                  </a:cubicBezTo>
                  <a:lnTo>
                    <a:pt x="925889" y="104635"/>
                  </a:lnTo>
                  <a:cubicBezTo>
                    <a:pt x="924582" y="102012"/>
                    <a:pt x="923741" y="98951"/>
                    <a:pt x="923367" y="95444"/>
                  </a:cubicBezTo>
                  <a:close/>
                  <a:moveTo>
                    <a:pt x="922310" y="67232"/>
                  </a:moveTo>
                  <a:cubicBezTo>
                    <a:pt x="917726" y="69100"/>
                    <a:pt x="910849" y="70696"/>
                    <a:pt x="901680" y="72003"/>
                  </a:cubicBezTo>
                  <a:cubicBezTo>
                    <a:pt x="896492" y="72751"/>
                    <a:pt x="892819" y="73591"/>
                    <a:pt x="890664" y="74533"/>
                  </a:cubicBezTo>
                  <a:cubicBezTo>
                    <a:pt x="888515" y="75467"/>
                    <a:pt x="886848" y="76847"/>
                    <a:pt x="885684" y="78672"/>
                  </a:cubicBezTo>
                  <a:cubicBezTo>
                    <a:pt x="884513" y="80447"/>
                    <a:pt x="883930" y="82437"/>
                    <a:pt x="883930" y="84636"/>
                  </a:cubicBezTo>
                  <a:cubicBezTo>
                    <a:pt x="883930" y="88007"/>
                    <a:pt x="885188" y="90809"/>
                    <a:pt x="887718" y="93058"/>
                  </a:cubicBezTo>
                  <a:cubicBezTo>
                    <a:pt x="890290" y="95300"/>
                    <a:pt x="894034" y="96421"/>
                    <a:pt x="898942" y="96421"/>
                  </a:cubicBezTo>
                  <a:cubicBezTo>
                    <a:pt x="903807" y="96421"/>
                    <a:pt x="908140" y="95372"/>
                    <a:pt x="911927" y="93267"/>
                  </a:cubicBezTo>
                  <a:cubicBezTo>
                    <a:pt x="915714" y="91111"/>
                    <a:pt x="918502" y="88193"/>
                    <a:pt x="920277" y="84492"/>
                  </a:cubicBezTo>
                  <a:cubicBezTo>
                    <a:pt x="921635" y="81640"/>
                    <a:pt x="922310" y="77429"/>
                    <a:pt x="922310" y="71860"/>
                  </a:cubicBezTo>
                  <a:lnTo>
                    <a:pt x="922310" y="67232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A4FA7B-9962-902C-CA10-889F77CDC5DC}"/>
                </a:ext>
              </a:extLst>
            </p:cNvPr>
            <p:cNvSpPr/>
            <p:nvPr/>
          </p:nvSpPr>
          <p:spPr>
            <a:xfrm>
              <a:off x="4756382" y="3219420"/>
              <a:ext cx="965495" cy="183881"/>
            </a:xfrm>
            <a:custGeom>
              <a:avLst/>
              <a:gdLst>
                <a:gd name="csX0" fmla="*/ 23577 w 689000"/>
                <a:gd name="csY0" fmla="*/ 102874 h 131222"/>
                <a:gd name="csX1" fmla="*/ 0 w 689000"/>
                <a:gd name="csY1" fmla="*/ 28349 h 131222"/>
                <a:gd name="csX2" fmla="*/ 19158 w 689000"/>
                <a:gd name="csY2" fmla="*/ 28349 h 131222"/>
                <a:gd name="csX3" fmla="*/ 33128 w 689000"/>
                <a:gd name="csY3" fmla="*/ 77192 h 131222"/>
                <a:gd name="csX4" fmla="*/ 45969 w 689000"/>
                <a:gd name="csY4" fmla="*/ 28349 h 131222"/>
                <a:gd name="csX5" fmla="*/ 64983 w 689000"/>
                <a:gd name="csY5" fmla="*/ 28349 h 131222"/>
                <a:gd name="csX6" fmla="*/ 77407 w 689000"/>
                <a:gd name="csY6" fmla="*/ 77192 h 131222"/>
                <a:gd name="csX7" fmla="*/ 91650 w 689000"/>
                <a:gd name="csY7" fmla="*/ 28349 h 131222"/>
                <a:gd name="csX8" fmla="*/ 111088 w 689000"/>
                <a:gd name="csY8" fmla="*/ 28349 h 131222"/>
                <a:gd name="csX9" fmla="*/ 87159 w 689000"/>
                <a:gd name="csY9" fmla="*/ 102874 h 131222"/>
                <a:gd name="csX10" fmla="*/ 68209 w 689000"/>
                <a:gd name="csY10" fmla="*/ 102874 h 131222"/>
                <a:gd name="csX11" fmla="*/ 55368 w 689000"/>
                <a:gd name="csY11" fmla="*/ 54944 h 131222"/>
                <a:gd name="csX12" fmla="*/ 42735 w 689000"/>
                <a:gd name="csY12" fmla="*/ 102874 h 131222"/>
                <a:gd name="csX13" fmla="*/ 23577 w 689000"/>
                <a:gd name="csY13" fmla="*/ 102874 h 131222"/>
                <a:gd name="csX14" fmla="*/ 141197 w 689000"/>
                <a:gd name="csY14" fmla="*/ 0 h 131222"/>
                <a:gd name="csX15" fmla="*/ 141197 w 689000"/>
                <a:gd name="csY15" fmla="*/ 37820 h 131222"/>
                <a:gd name="csX16" fmla="*/ 163998 w 689000"/>
                <a:gd name="csY16" fmla="*/ 26667 h 131222"/>
                <a:gd name="csX17" fmla="*/ 176279 w 689000"/>
                <a:gd name="csY17" fmla="*/ 29189 h 131222"/>
                <a:gd name="csX18" fmla="*/ 184492 w 689000"/>
                <a:gd name="csY18" fmla="*/ 35649 h 131222"/>
                <a:gd name="csX19" fmla="*/ 188280 w 689000"/>
                <a:gd name="csY19" fmla="*/ 44345 h 131222"/>
                <a:gd name="csX20" fmla="*/ 189336 w 689000"/>
                <a:gd name="csY20" fmla="*/ 59155 h 131222"/>
                <a:gd name="csX21" fmla="*/ 189336 w 689000"/>
                <a:gd name="csY21" fmla="*/ 102874 h 131222"/>
                <a:gd name="csX22" fmla="*/ 169617 w 689000"/>
                <a:gd name="csY22" fmla="*/ 102874 h 131222"/>
                <a:gd name="csX23" fmla="*/ 169617 w 689000"/>
                <a:gd name="csY23" fmla="*/ 63502 h 131222"/>
                <a:gd name="csX24" fmla="*/ 168489 w 689000"/>
                <a:gd name="csY24" fmla="*/ 48627 h 131222"/>
                <a:gd name="csX25" fmla="*/ 164494 w 689000"/>
                <a:gd name="csY25" fmla="*/ 43647 h 131222"/>
                <a:gd name="csX26" fmla="*/ 157409 w 689000"/>
                <a:gd name="csY26" fmla="*/ 41750 h 131222"/>
                <a:gd name="csX27" fmla="*/ 148635 w 689000"/>
                <a:gd name="csY27" fmla="*/ 44136 h 131222"/>
                <a:gd name="csX28" fmla="*/ 142950 w 689000"/>
                <a:gd name="csY28" fmla="*/ 51365 h 131222"/>
                <a:gd name="csX29" fmla="*/ 141197 w 689000"/>
                <a:gd name="csY29" fmla="*/ 65543 h 131222"/>
                <a:gd name="csX30" fmla="*/ 141197 w 689000"/>
                <a:gd name="csY30" fmla="*/ 102874 h 131222"/>
                <a:gd name="csX31" fmla="*/ 121479 w 689000"/>
                <a:gd name="csY31" fmla="*/ 102874 h 131222"/>
                <a:gd name="csX32" fmla="*/ 121479 w 689000"/>
                <a:gd name="csY32" fmla="*/ 0 h 131222"/>
                <a:gd name="csX33" fmla="*/ 141197 w 689000"/>
                <a:gd name="csY33" fmla="*/ 0 h 131222"/>
                <a:gd name="csX34" fmla="*/ 209406 w 689000"/>
                <a:gd name="csY34" fmla="*/ 18245 h 131222"/>
                <a:gd name="csX35" fmla="*/ 209406 w 689000"/>
                <a:gd name="csY35" fmla="*/ 0 h 131222"/>
                <a:gd name="csX36" fmla="*/ 229124 w 689000"/>
                <a:gd name="csY36" fmla="*/ 0 h 131222"/>
                <a:gd name="csX37" fmla="*/ 229124 w 689000"/>
                <a:gd name="csY37" fmla="*/ 18245 h 131222"/>
                <a:gd name="csX38" fmla="*/ 209406 w 689000"/>
                <a:gd name="csY38" fmla="*/ 18245 h 131222"/>
                <a:gd name="csX39" fmla="*/ 209406 w 689000"/>
                <a:gd name="csY39" fmla="*/ 102874 h 131222"/>
                <a:gd name="csX40" fmla="*/ 209406 w 689000"/>
                <a:gd name="csY40" fmla="*/ 28349 h 131222"/>
                <a:gd name="csX41" fmla="*/ 229124 w 689000"/>
                <a:gd name="csY41" fmla="*/ 28349 h 131222"/>
                <a:gd name="csX42" fmla="*/ 229124 w 689000"/>
                <a:gd name="csY42" fmla="*/ 102874 h 131222"/>
                <a:gd name="csX43" fmla="*/ 209406 w 689000"/>
                <a:gd name="csY43" fmla="*/ 102874 h 131222"/>
                <a:gd name="csX44" fmla="*/ 283580 w 689000"/>
                <a:gd name="csY44" fmla="*/ 28349 h 131222"/>
                <a:gd name="csX45" fmla="*/ 283580 w 689000"/>
                <a:gd name="csY45" fmla="*/ 44064 h 131222"/>
                <a:gd name="csX46" fmla="*/ 270106 w 689000"/>
                <a:gd name="csY46" fmla="*/ 44064 h 131222"/>
                <a:gd name="csX47" fmla="*/ 270106 w 689000"/>
                <a:gd name="csY47" fmla="*/ 74102 h 131222"/>
                <a:gd name="csX48" fmla="*/ 270458 w 689000"/>
                <a:gd name="csY48" fmla="*/ 84766 h 131222"/>
                <a:gd name="csX49" fmla="*/ 272212 w 689000"/>
                <a:gd name="csY49" fmla="*/ 87223 h 131222"/>
                <a:gd name="csX50" fmla="*/ 275582 w 689000"/>
                <a:gd name="csY50" fmla="*/ 88208 h 131222"/>
                <a:gd name="csX51" fmla="*/ 283508 w 689000"/>
                <a:gd name="csY51" fmla="*/ 86311 h 131222"/>
                <a:gd name="csX52" fmla="*/ 285197 w 689000"/>
                <a:gd name="csY52" fmla="*/ 101609 h 131222"/>
                <a:gd name="csX53" fmla="*/ 269617 w 689000"/>
                <a:gd name="csY53" fmla="*/ 104556 h 131222"/>
                <a:gd name="csX54" fmla="*/ 260002 w 689000"/>
                <a:gd name="csY54" fmla="*/ 102802 h 131222"/>
                <a:gd name="csX55" fmla="*/ 253686 w 689000"/>
                <a:gd name="csY55" fmla="*/ 98175 h 131222"/>
                <a:gd name="csX56" fmla="*/ 250948 w 689000"/>
                <a:gd name="csY56" fmla="*/ 90450 h 131222"/>
                <a:gd name="csX57" fmla="*/ 250316 w 689000"/>
                <a:gd name="csY57" fmla="*/ 76559 h 131222"/>
                <a:gd name="csX58" fmla="*/ 250316 w 689000"/>
                <a:gd name="csY58" fmla="*/ 44064 h 131222"/>
                <a:gd name="csX59" fmla="*/ 241262 w 689000"/>
                <a:gd name="csY59" fmla="*/ 44064 h 131222"/>
                <a:gd name="csX60" fmla="*/ 241262 w 689000"/>
                <a:gd name="csY60" fmla="*/ 28349 h 131222"/>
                <a:gd name="csX61" fmla="*/ 250316 w 689000"/>
                <a:gd name="csY61" fmla="*/ 28349 h 131222"/>
                <a:gd name="csX62" fmla="*/ 250316 w 689000"/>
                <a:gd name="csY62" fmla="*/ 13538 h 131222"/>
                <a:gd name="csX63" fmla="*/ 270106 w 689000"/>
                <a:gd name="csY63" fmla="*/ 2034 h 131222"/>
                <a:gd name="csX64" fmla="*/ 270106 w 689000"/>
                <a:gd name="csY64" fmla="*/ 28349 h 131222"/>
                <a:gd name="csX65" fmla="*/ 283580 w 689000"/>
                <a:gd name="csY65" fmla="*/ 28349 h 131222"/>
                <a:gd name="csX66" fmla="*/ 340421 w 689000"/>
                <a:gd name="csY66" fmla="*/ 79153 h 131222"/>
                <a:gd name="csX67" fmla="*/ 360074 w 689000"/>
                <a:gd name="csY67" fmla="*/ 82452 h 131222"/>
                <a:gd name="csX68" fmla="*/ 348074 w 689000"/>
                <a:gd name="csY68" fmla="*/ 98943 h 131222"/>
                <a:gd name="csX69" fmla="*/ 327651 w 689000"/>
                <a:gd name="csY69" fmla="*/ 104556 h 131222"/>
                <a:gd name="csX70" fmla="*/ 298879 w 689000"/>
                <a:gd name="csY70" fmla="*/ 91858 h 131222"/>
                <a:gd name="csX71" fmla="*/ 291513 w 689000"/>
                <a:gd name="csY71" fmla="*/ 66176 h 131222"/>
                <a:gd name="csX72" fmla="*/ 301192 w 689000"/>
                <a:gd name="csY72" fmla="*/ 37187 h 131222"/>
                <a:gd name="csX73" fmla="*/ 325682 w 689000"/>
                <a:gd name="csY73" fmla="*/ 26667 h 131222"/>
                <a:gd name="csX74" fmla="*/ 351933 w 689000"/>
                <a:gd name="csY74" fmla="*/ 37683 h 131222"/>
                <a:gd name="csX75" fmla="*/ 361123 w 689000"/>
                <a:gd name="csY75" fmla="*/ 71292 h 131222"/>
                <a:gd name="csX76" fmla="*/ 311720 w 689000"/>
                <a:gd name="csY76" fmla="*/ 71292 h 131222"/>
                <a:gd name="csX77" fmla="*/ 316491 w 689000"/>
                <a:gd name="csY77" fmla="*/ 84981 h 131222"/>
                <a:gd name="csX78" fmla="*/ 327859 w 689000"/>
                <a:gd name="csY78" fmla="*/ 89824 h 131222"/>
                <a:gd name="csX79" fmla="*/ 335649 w 689000"/>
                <a:gd name="csY79" fmla="*/ 87295 h 131222"/>
                <a:gd name="csX80" fmla="*/ 340421 w 689000"/>
                <a:gd name="csY80" fmla="*/ 79153 h 131222"/>
                <a:gd name="csX81" fmla="*/ 341549 w 689000"/>
                <a:gd name="csY81" fmla="*/ 59227 h 131222"/>
                <a:gd name="csX82" fmla="*/ 337122 w 689000"/>
                <a:gd name="csY82" fmla="*/ 46242 h 131222"/>
                <a:gd name="csX83" fmla="*/ 326882 w 689000"/>
                <a:gd name="csY83" fmla="*/ 41750 h 131222"/>
                <a:gd name="csX84" fmla="*/ 316211 w 689000"/>
                <a:gd name="csY84" fmla="*/ 46450 h 131222"/>
                <a:gd name="csX85" fmla="*/ 312072 w 689000"/>
                <a:gd name="csY85" fmla="*/ 59227 h 131222"/>
                <a:gd name="csX86" fmla="*/ 341549 w 689000"/>
                <a:gd name="csY86" fmla="*/ 59227 h 131222"/>
                <a:gd name="csX87" fmla="*/ 376702 w 689000"/>
                <a:gd name="csY87" fmla="*/ 28349 h 131222"/>
                <a:gd name="csX88" fmla="*/ 395091 w 689000"/>
                <a:gd name="csY88" fmla="*/ 28349 h 131222"/>
                <a:gd name="csX89" fmla="*/ 395091 w 689000"/>
                <a:gd name="csY89" fmla="*/ 39293 h 131222"/>
                <a:gd name="csX90" fmla="*/ 404771 w 689000"/>
                <a:gd name="csY90" fmla="*/ 30174 h 131222"/>
                <a:gd name="csX91" fmla="*/ 418316 w 689000"/>
                <a:gd name="csY91" fmla="*/ 26667 h 131222"/>
                <a:gd name="csX92" fmla="*/ 440356 w 689000"/>
                <a:gd name="csY92" fmla="*/ 36842 h 131222"/>
                <a:gd name="csX93" fmla="*/ 449403 w 689000"/>
                <a:gd name="csY93" fmla="*/ 65191 h 131222"/>
                <a:gd name="csX94" fmla="*/ 440284 w 689000"/>
                <a:gd name="csY94" fmla="*/ 94244 h 131222"/>
                <a:gd name="csX95" fmla="*/ 418180 w 689000"/>
                <a:gd name="csY95" fmla="*/ 104556 h 131222"/>
                <a:gd name="csX96" fmla="*/ 406948 w 689000"/>
                <a:gd name="csY96" fmla="*/ 102105 h 131222"/>
                <a:gd name="csX97" fmla="*/ 396421 w 689000"/>
                <a:gd name="csY97" fmla="*/ 93683 h 131222"/>
                <a:gd name="csX98" fmla="*/ 396421 w 689000"/>
                <a:gd name="csY98" fmla="*/ 131223 h 131222"/>
                <a:gd name="csX99" fmla="*/ 376702 w 689000"/>
                <a:gd name="csY99" fmla="*/ 131223 h 131222"/>
                <a:gd name="csX100" fmla="*/ 376702 w 689000"/>
                <a:gd name="csY100" fmla="*/ 28349 h 131222"/>
                <a:gd name="csX101" fmla="*/ 396212 w 689000"/>
                <a:gd name="csY101" fmla="*/ 64350 h 131222"/>
                <a:gd name="csX102" fmla="*/ 401192 w 689000"/>
                <a:gd name="csY102" fmla="*/ 82947 h 131222"/>
                <a:gd name="csX103" fmla="*/ 413337 w 689000"/>
                <a:gd name="csY103" fmla="*/ 88912 h 131222"/>
                <a:gd name="csX104" fmla="*/ 424776 w 689000"/>
                <a:gd name="csY104" fmla="*/ 83436 h 131222"/>
                <a:gd name="csX105" fmla="*/ 429333 w 689000"/>
                <a:gd name="csY105" fmla="*/ 65327 h 131222"/>
                <a:gd name="csX106" fmla="*/ 424633 w 689000"/>
                <a:gd name="csY106" fmla="*/ 47930 h 131222"/>
                <a:gd name="csX107" fmla="*/ 412984 w 689000"/>
                <a:gd name="csY107" fmla="*/ 42239 h 131222"/>
                <a:gd name="csX108" fmla="*/ 400984 w 689000"/>
                <a:gd name="csY108" fmla="*/ 47858 h 131222"/>
                <a:gd name="csX109" fmla="*/ 396212 w 689000"/>
                <a:gd name="csY109" fmla="*/ 64350 h 131222"/>
                <a:gd name="csX110" fmla="*/ 479864 w 689000"/>
                <a:gd name="csY110" fmla="*/ 51085 h 131222"/>
                <a:gd name="csX111" fmla="*/ 461964 w 689000"/>
                <a:gd name="csY111" fmla="*/ 47858 h 131222"/>
                <a:gd name="csX112" fmla="*/ 472355 w 689000"/>
                <a:gd name="csY112" fmla="*/ 31855 h 131222"/>
                <a:gd name="csX113" fmla="*/ 494250 w 689000"/>
                <a:gd name="csY113" fmla="*/ 26667 h 131222"/>
                <a:gd name="csX114" fmla="*/ 513897 w 689000"/>
                <a:gd name="csY114" fmla="*/ 29822 h 131222"/>
                <a:gd name="csX115" fmla="*/ 522951 w 689000"/>
                <a:gd name="csY115" fmla="*/ 37755 h 131222"/>
                <a:gd name="csX116" fmla="*/ 525617 w 689000"/>
                <a:gd name="csY116" fmla="*/ 55368 h 131222"/>
                <a:gd name="csX117" fmla="*/ 525402 w 689000"/>
                <a:gd name="csY117" fmla="*/ 78384 h 131222"/>
                <a:gd name="csX118" fmla="*/ 526314 w 689000"/>
                <a:gd name="csY118" fmla="*/ 92907 h 131222"/>
                <a:gd name="csX119" fmla="*/ 529893 w 689000"/>
                <a:gd name="csY119" fmla="*/ 102874 h 131222"/>
                <a:gd name="csX120" fmla="*/ 510390 w 689000"/>
                <a:gd name="csY120" fmla="*/ 102874 h 131222"/>
                <a:gd name="csX121" fmla="*/ 508493 w 689000"/>
                <a:gd name="csY121" fmla="*/ 97046 h 131222"/>
                <a:gd name="csX122" fmla="*/ 507789 w 689000"/>
                <a:gd name="csY122" fmla="*/ 94733 h 131222"/>
                <a:gd name="csX123" fmla="*/ 496981 w 689000"/>
                <a:gd name="csY123" fmla="*/ 102105 h 131222"/>
                <a:gd name="csX124" fmla="*/ 484701 w 689000"/>
                <a:gd name="csY124" fmla="*/ 104556 h 131222"/>
                <a:gd name="csX125" fmla="*/ 466527 w 689000"/>
                <a:gd name="csY125" fmla="*/ 98311 h 131222"/>
                <a:gd name="csX126" fmla="*/ 459930 w 689000"/>
                <a:gd name="csY126" fmla="*/ 82524 h 131222"/>
                <a:gd name="csX127" fmla="*/ 462948 w 689000"/>
                <a:gd name="csY127" fmla="*/ 71292 h 131222"/>
                <a:gd name="csX128" fmla="*/ 471370 w 689000"/>
                <a:gd name="csY128" fmla="*/ 63718 h 131222"/>
                <a:gd name="csX129" fmla="*/ 487086 w 689000"/>
                <a:gd name="csY129" fmla="*/ 59083 h 131222"/>
                <a:gd name="csX130" fmla="*/ 506244 w 689000"/>
                <a:gd name="csY130" fmla="*/ 54240 h 131222"/>
                <a:gd name="csX131" fmla="*/ 506244 w 689000"/>
                <a:gd name="csY131" fmla="*/ 52278 h 131222"/>
                <a:gd name="csX132" fmla="*/ 503441 w 689000"/>
                <a:gd name="csY132" fmla="*/ 44208 h 131222"/>
                <a:gd name="csX133" fmla="*/ 492842 w 689000"/>
                <a:gd name="csY133" fmla="*/ 41750 h 131222"/>
                <a:gd name="csX134" fmla="*/ 484636 w 689000"/>
                <a:gd name="csY134" fmla="*/ 43856 h 131222"/>
                <a:gd name="csX135" fmla="*/ 479864 w 689000"/>
                <a:gd name="csY135" fmla="*/ 51085 h 131222"/>
                <a:gd name="csX136" fmla="*/ 506244 w 689000"/>
                <a:gd name="csY136" fmla="*/ 67088 h 131222"/>
                <a:gd name="csX137" fmla="*/ 494250 w 689000"/>
                <a:gd name="csY137" fmla="*/ 70099 h 131222"/>
                <a:gd name="csX138" fmla="*/ 483508 w 689000"/>
                <a:gd name="csY138" fmla="*/ 73541 h 131222"/>
                <a:gd name="csX139" fmla="*/ 479649 w 689000"/>
                <a:gd name="csY139" fmla="*/ 80490 h 131222"/>
                <a:gd name="csX140" fmla="*/ 482739 w 689000"/>
                <a:gd name="csY140" fmla="*/ 87647 h 131222"/>
                <a:gd name="csX141" fmla="*/ 490600 w 689000"/>
                <a:gd name="csY141" fmla="*/ 90665 h 131222"/>
                <a:gd name="csX142" fmla="*/ 500775 w 689000"/>
                <a:gd name="csY142" fmla="*/ 87151 h 131222"/>
                <a:gd name="csX143" fmla="*/ 505475 w 689000"/>
                <a:gd name="csY143" fmla="*/ 80626 h 131222"/>
                <a:gd name="csX144" fmla="*/ 506244 w 689000"/>
                <a:gd name="csY144" fmla="*/ 71012 h 131222"/>
                <a:gd name="csX145" fmla="*/ 506244 w 689000"/>
                <a:gd name="csY145" fmla="*/ 67088 h 131222"/>
                <a:gd name="csX146" fmla="*/ 610110 w 689000"/>
                <a:gd name="csY146" fmla="*/ 50381 h 131222"/>
                <a:gd name="csX147" fmla="*/ 590664 w 689000"/>
                <a:gd name="csY147" fmla="*/ 53895 h 131222"/>
                <a:gd name="csX148" fmla="*/ 586173 w 689000"/>
                <a:gd name="csY148" fmla="*/ 45121 h 131222"/>
                <a:gd name="csX149" fmla="*/ 577191 w 689000"/>
                <a:gd name="csY149" fmla="*/ 42174 h 131222"/>
                <a:gd name="csX150" fmla="*/ 565406 w 689000"/>
                <a:gd name="csY150" fmla="*/ 47298 h 131222"/>
                <a:gd name="csX151" fmla="*/ 561051 w 689000"/>
                <a:gd name="csY151" fmla="*/ 64278 h 131222"/>
                <a:gd name="csX152" fmla="*/ 565478 w 689000"/>
                <a:gd name="csY152" fmla="*/ 83012 h 131222"/>
                <a:gd name="csX153" fmla="*/ 577478 w 689000"/>
                <a:gd name="csY153" fmla="*/ 88488 h 131222"/>
                <a:gd name="csX154" fmla="*/ 586669 w 689000"/>
                <a:gd name="csY154" fmla="*/ 85333 h 131222"/>
                <a:gd name="csX155" fmla="*/ 591721 w 689000"/>
                <a:gd name="csY155" fmla="*/ 74310 h 131222"/>
                <a:gd name="csX156" fmla="*/ 611087 w 689000"/>
                <a:gd name="csY156" fmla="*/ 77608 h 131222"/>
                <a:gd name="csX157" fmla="*/ 599511 w 689000"/>
                <a:gd name="csY157" fmla="*/ 97750 h 131222"/>
                <a:gd name="csX158" fmla="*/ 576566 w 689000"/>
                <a:gd name="csY158" fmla="*/ 104556 h 131222"/>
                <a:gd name="csX159" fmla="*/ 550459 w 689000"/>
                <a:gd name="csY159" fmla="*/ 94244 h 131222"/>
                <a:gd name="csX160" fmla="*/ 540772 w 689000"/>
                <a:gd name="csY160" fmla="*/ 65680 h 131222"/>
                <a:gd name="csX161" fmla="*/ 550531 w 689000"/>
                <a:gd name="csY161" fmla="*/ 36979 h 131222"/>
                <a:gd name="csX162" fmla="*/ 576911 w 689000"/>
                <a:gd name="csY162" fmla="*/ 26667 h 131222"/>
                <a:gd name="csX163" fmla="*/ 598526 w 689000"/>
                <a:gd name="csY163" fmla="*/ 32560 h 131222"/>
                <a:gd name="csX164" fmla="*/ 610110 w 689000"/>
                <a:gd name="csY164" fmla="*/ 50381 h 131222"/>
                <a:gd name="csX165" fmla="*/ 668280 w 689000"/>
                <a:gd name="csY165" fmla="*/ 79153 h 131222"/>
                <a:gd name="csX166" fmla="*/ 687934 w 689000"/>
                <a:gd name="csY166" fmla="*/ 82452 h 131222"/>
                <a:gd name="csX167" fmla="*/ 675933 w 689000"/>
                <a:gd name="csY167" fmla="*/ 98943 h 131222"/>
                <a:gd name="csX168" fmla="*/ 655510 w 689000"/>
                <a:gd name="csY168" fmla="*/ 104556 h 131222"/>
                <a:gd name="csX169" fmla="*/ 626738 w 689000"/>
                <a:gd name="csY169" fmla="*/ 91858 h 131222"/>
                <a:gd name="csX170" fmla="*/ 619372 w 689000"/>
                <a:gd name="csY170" fmla="*/ 66176 h 131222"/>
                <a:gd name="csX171" fmla="*/ 629052 w 689000"/>
                <a:gd name="csY171" fmla="*/ 37187 h 131222"/>
                <a:gd name="csX172" fmla="*/ 653542 w 689000"/>
                <a:gd name="csY172" fmla="*/ 26667 h 131222"/>
                <a:gd name="csX173" fmla="*/ 679792 w 689000"/>
                <a:gd name="csY173" fmla="*/ 37683 h 131222"/>
                <a:gd name="csX174" fmla="*/ 688983 w 689000"/>
                <a:gd name="csY174" fmla="*/ 71292 h 131222"/>
                <a:gd name="csX175" fmla="*/ 639579 w 689000"/>
                <a:gd name="csY175" fmla="*/ 71292 h 131222"/>
                <a:gd name="csX176" fmla="*/ 644351 w 689000"/>
                <a:gd name="csY176" fmla="*/ 84981 h 131222"/>
                <a:gd name="csX177" fmla="*/ 655719 w 689000"/>
                <a:gd name="csY177" fmla="*/ 89824 h 131222"/>
                <a:gd name="csX178" fmla="*/ 663509 w 689000"/>
                <a:gd name="csY178" fmla="*/ 87295 h 131222"/>
                <a:gd name="csX179" fmla="*/ 668280 w 689000"/>
                <a:gd name="csY179" fmla="*/ 79153 h 131222"/>
                <a:gd name="csX180" fmla="*/ 669408 w 689000"/>
                <a:gd name="csY180" fmla="*/ 59227 h 131222"/>
                <a:gd name="csX181" fmla="*/ 664982 w 689000"/>
                <a:gd name="csY181" fmla="*/ 46242 h 131222"/>
                <a:gd name="csX182" fmla="*/ 654735 w 689000"/>
                <a:gd name="csY182" fmla="*/ 41750 h 131222"/>
                <a:gd name="csX183" fmla="*/ 644071 w 689000"/>
                <a:gd name="csY183" fmla="*/ 46450 h 131222"/>
                <a:gd name="csX184" fmla="*/ 639932 w 689000"/>
                <a:gd name="csY184" fmla="*/ 59227 h 131222"/>
                <a:gd name="csX185" fmla="*/ 669408 w 689000"/>
                <a:gd name="csY185" fmla="*/ 59227 h 131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</a:cxnLst>
              <a:rect l="l" t="t" r="r" b="b"/>
              <a:pathLst>
                <a:path w="689000" h="131222">
                  <a:moveTo>
                    <a:pt x="23577" y="102874"/>
                  </a:moveTo>
                  <a:lnTo>
                    <a:pt x="0" y="28349"/>
                  </a:lnTo>
                  <a:lnTo>
                    <a:pt x="19158" y="28349"/>
                  </a:lnTo>
                  <a:lnTo>
                    <a:pt x="33128" y="77192"/>
                  </a:lnTo>
                  <a:lnTo>
                    <a:pt x="45969" y="28349"/>
                  </a:lnTo>
                  <a:lnTo>
                    <a:pt x="64983" y="28349"/>
                  </a:lnTo>
                  <a:lnTo>
                    <a:pt x="77407" y="77192"/>
                  </a:lnTo>
                  <a:lnTo>
                    <a:pt x="91650" y="28349"/>
                  </a:lnTo>
                  <a:lnTo>
                    <a:pt x="111088" y="28349"/>
                  </a:lnTo>
                  <a:lnTo>
                    <a:pt x="87159" y="102874"/>
                  </a:lnTo>
                  <a:lnTo>
                    <a:pt x="68209" y="102874"/>
                  </a:lnTo>
                  <a:lnTo>
                    <a:pt x="55368" y="54944"/>
                  </a:lnTo>
                  <a:lnTo>
                    <a:pt x="42735" y="102874"/>
                  </a:lnTo>
                  <a:lnTo>
                    <a:pt x="23577" y="102874"/>
                  </a:lnTo>
                  <a:close/>
                  <a:moveTo>
                    <a:pt x="141197" y="0"/>
                  </a:moveTo>
                  <a:lnTo>
                    <a:pt x="141197" y="37820"/>
                  </a:lnTo>
                  <a:cubicBezTo>
                    <a:pt x="147556" y="30382"/>
                    <a:pt x="155160" y="26667"/>
                    <a:pt x="163998" y="26667"/>
                  </a:cubicBezTo>
                  <a:cubicBezTo>
                    <a:pt x="168540" y="26667"/>
                    <a:pt x="172636" y="27508"/>
                    <a:pt x="176279" y="29189"/>
                  </a:cubicBezTo>
                  <a:cubicBezTo>
                    <a:pt x="179929" y="30871"/>
                    <a:pt x="182667" y="33027"/>
                    <a:pt x="184492" y="35649"/>
                  </a:cubicBezTo>
                  <a:cubicBezTo>
                    <a:pt x="186361" y="38265"/>
                    <a:pt x="187626" y="41168"/>
                    <a:pt x="188280" y="44345"/>
                  </a:cubicBezTo>
                  <a:cubicBezTo>
                    <a:pt x="188984" y="47528"/>
                    <a:pt x="189336" y="52465"/>
                    <a:pt x="189336" y="59155"/>
                  </a:cubicBezTo>
                  <a:lnTo>
                    <a:pt x="189336" y="102874"/>
                  </a:lnTo>
                  <a:lnTo>
                    <a:pt x="169617" y="102874"/>
                  </a:lnTo>
                  <a:lnTo>
                    <a:pt x="169617" y="63502"/>
                  </a:lnTo>
                  <a:cubicBezTo>
                    <a:pt x="169617" y="55691"/>
                    <a:pt x="169244" y="50733"/>
                    <a:pt x="168489" y="48627"/>
                  </a:cubicBezTo>
                  <a:cubicBezTo>
                    <a:pt x="167742" y="46522"/>
                    <a:pt x="166413" y="44862"/>
                    <a:pt x="164494" y="43647"/>
                  </a:cubicBezTo>
                  <a:cubicBezTo>
                    <a:pt x="162618" y="42383"/>
                    <a:pt x="160261" y="41750"/>
                    <a:pt x="157409" y="41750"/>
                  </a:cubicBezTo>
                  <a:cubicBezTo>
                    <a:pt x="154132" y="41750"/>
                    <a:pt x="151207" y="42548"/>
                    <a:pt x="148635" y="44136"/>
                  </a:cubicBezTo>
                  <a:cubicBezTo>
                    <a:pt x="146062" y="45731"/>
                    <a:pt x="144165" y="48139"/>
                    <a:pt x="142950" y="51365"/>
                  </a:cubicBezTo>
                  <a:cubicBezTo>
                    <a:pt x="141779" y="54549"/>
                    <a:pt x="141197" y="59270"/>
                    <a:pt x="141197" y="65543"/>
                  </a:cubicBezTo>
                  <a:lnTo>
                    <a:pt x="141197" y="102874"/>
                  </a:lnTo>
                  <a:lnTo>
                    <a:pt x="121479" y="102874"/>
                  </a:lnTo>
                  <a:lnTo>
                    <a:pt x="121479" y="0"/>
                  </a:lnTo>
                  <a:lnTo>
                    <a:pt x="141197" y="0"/>
                  </a:lnTo>
                  <a:close/>
                  <a:moveTo>
                    <a:pt x="209406" y="18245"/>
                  </a:moveTo>
                  <a:lnTo>
                    <a:pt x="209406" y="0"/>
                  </a:lnTo>
                  <a:lnTo>
                    <a:pt x="229124" y="0"/>
                  </a:lnTo>
                  <a:lnTo>
                    <a:pt x="229124" y="18245"/>
                  </a:lnTo>
                  <a:lnTo>
                    <a:pt x="209406" y="18245"/>
                  </a:lnTo>
                  <a:close/>
                  <a:moveTo>
                    <a:pt x="209406" y="102874"/>
                  </a:moveTo>
                  <a:lnTo>
                    <a:pt x="209406" y="28349"/>
                  </a:lnTo>
                  <a:lnTo>
                    <a:pt x="229124" y="28349"/>
                  </a:lnTo>
                  <a:lnTo>
                    <a:pt x="229124" y="102874"/>
                  </a:lnTo>
                  <a:lnTo>
                    <a:pt x="209406" y="102874"/>
                  </a:lnTo>
                  <a:close/>
                  <a:moveTo>
                    <a:pt x="283580" y="28349"/>
                  </a:moveTo>
                  <a:lnTo>
                    <a:pt x="283580" y="44064"/>
                  </a:lnTo>
                  <a:lnTo>
                    <a:pt x="270106" y="44064"/>
                  </a:lnTo>
                  <a:lnTo>
                    <a:pt x="270106" y="74102"/>
                  </a:lnTo>
                  <a:cubicBezTo>
                    <a:pt x="270106" y="80181"/>
                    <a:pt x="270221" y="83738"/>
                    <a:pt x="270458" y="84766"/>
                  </a:cubicBezTo>
                  <a:cubicBezTo>
                    <a:pt x="270738" y="85750"/>
                    <a:pt x="271320" y="86569"/>
                    <a:pt x="272212" y="87223"/>
                  </a:cubicBezTo>
                  <a:cubicBezTo>
                    <a:pt x="273146" y="87877"/>
                    <a:pt x="274274" y="88208"/>
                    <a:pt x="275582" y="88208"/>
                  </a:cubicBezTo>
                  <a:cubicBezTo>
                    <a:pt x="277407" y="88208"/>
                    <a:pt x="280052" y="87575"/>
                    <a:pt x="283508" y="86311"/>
                  </a:cubicBezTo>
                  <a:lnTo>
                    <a:pt x="285197" y="101609"/>
                  </a:lnTo>
                  <a:cubicBezTo>
                    <a:pt x="280612" y="103578"/>
                    <a:pt x="275416" y="104556"/>
                    <a:pt x="269617" y="104556"/>
                  </a:cubicBezTo>
                  <a:cubicBezTo>
                    <a:pt x="266060" y="104556"/>
                    <a:pt x="262856" y="103974"/>
                    <a:pt x="260002" y="102802"/>
                  </a:cubicBezTo>
                  <a:cubicBezTo>
                    <a:pt x="257150" y="101588"/>
                    <a:pt x="255044" y="100043"/>
                    <a:pt x="253686" y="98175"/>
                  </a:cubicBezTo>
                  <a:cubicBezTo>
                    <a:pt x="252378" y="96256"/>
                    <a:pt x="251466" y="93683"/>
                    <a:pt x="250948" y="90450"/>
                  </a:cubicBezTo>
                  <a:cubicBezTo>
                    <a:pt x="250524" y="88157"/>
                    <a:pt x="250316" y="83530"/>
                    <a:pt x="250316" y="76559"/>
                  </a:cubicBezTo>
                  <a:lnTo>
                    <a:pt x="250316" y="44064"/>
                  </a:lnTo>
                  <a:lnTo>
                    <a:pt x="241262" y="44064"/>
                  </a:lnTo>
                  <a:lnTo>
                    <a:pt x="241262" y="28349"/>
                  </a:lnTo>
                  <a:lnTo>
                    <a:pt x="250316" y="28349"/>
                  </a:lnTo>
                  <a:lnTo>
                    <a:pt x="250316" y="13538"/>
                  </a:lnTo>
                  <a:lnTo>
                    <a:pt x="270106" y="2034"/>
                  </a:lnTo>
                  <a:lnTo>
                    <a:pt x="270106" y="28349"/>
                  </a:lnTo>
                  <a:lnTo>
                    <a:pt x="283580" y="28349"/>
                  </a:lnTo>
                  <a:close/>
                  <a:moveTo>
                    <a:pt x="340421" y="79153"/>
                  </a:moveTo>
                  <a:lnTo>
                    <a:pt x="360074" y="82452"/>
                  </a:lnTo>
                  <a:cubicBezTo>
                    <a:pt x="357545" y="89659"/>
                    <a:pt x="353542" y="95156"/>
                    <a:pt x="348074" y="98943"/>
                  </a:cubicBezTo>
                  <a:cubicBezTo>
                    <a:pt x="342648" y="102687"/>
                    <a:pt x="335836" y="104556"/>
                    <a:pt x="327651" y="104556"/>
                  </a:cubicBezTo>
                  <a:cubicBezTo>
                    <a:pt x="314695" y="104556"/>
                    <a:pt x="305102" y="100323"/>
                    <a:pt x="298879" y="91858"/>
                  </a:cubicBezTo>
                  <a:cubicBezTo>
                    <a:pt x="293963" y="85075"/>
                    <a:pt x="291513" y="76509"/>
                    <a:pt x="291513" y="66176"/>
                  </a:cubicBezTo>
                  <a:cubicBezTo>
                    <a:pt x="291513" y="53823"/>
                    <a:pt x="294740" y="44158"/>
                    <a:pt x="301192" y="37187"/>
                  </a:cubicBezTo>
                  <a:cubicBezTo>
                    <a:pt x="307653" y="30174"/>
                    <a:pt x="315816" y="26667"/>
                    <a:pt x="325682" y="26667"/>
                  </a:cubicBezTo>
                  <a:cubicBezTo>
                    <a:pt x="336770" y="26667"/>
                    <a:pt x="345523" y="30339"/>
                    <a:pt x="351933" y="37683"/>
                  </a:cubicBezTo>
                  <a:cubicBezTo>
                    <a:pt x="358342" y="44977"/>
                    <a:pt x="361404" y="56187"/>
                    <a:pt x="361123" y="71292"/>
                  </a:cubicBezTo>
                  <a:lnTo>
                    <a:pt x="311720" y="71292"/>
                  </a:lnTo>
                  <a:cubicBezTo>
                    <a:pt x="311864" y="77141"/>
                    <a:pt x="313452" y="81704"/>
                    <a:pt x="316491" y="84981"/>
                  </a:cubicBezTo>
                  <a:cubicBezTo>
                    <a:pt x="319531" y="88208"/>
                    <a:pt x="323325" y="89824"/>
                    <a:pt x="327859" y="89824"/>
                  </a:cubicBezTo>
                  <a:cubicBezTo>
                    <a:pt x="330950" y="89824"/>
                    <a:pt x="333544" y="88977"/>
                    <a:pt x="335649" y="87295"/>
                  </a:cubicBezTo>
                  <a:cubicBezTo>
                    <a:pt x="337755" y="85613"/>
                    <a:pt x="339350" y="82897"/>
                    <a:pt x="340421" y="79153"/>
                  </a:cubicBezTo>
                  <a:close/>
                  <a:moveTo>
                    <a:pt x="341549" y="59227"/>
                  </a:moveTo>
                  <a:cubicBezTo>
                    <a:pt x="341405" y="53521"/>
                    <a:pt x="339932" y="49188"/>
                    <a:pt x="337122" y="46242"/>
                  </a:cubicBezTo>
                  <a:cubicBezTo>
                    <a:pt x="334320" y="43245"/>
                    <a:pt x="330899" y="41750"/>
                    <a:pt x="326882" y="41750"/>
                  </a:cubicBezTo>
                  <a:cubicBezTo>
                    <a:pt x="322578" y="41750"/>
                    <a:pt x="319021" y="43317"/>
                    <a:pt x="316211" y="46450"/>
                  </a:cubicBezTo>
                  <a:cubicBezTo>
                    <a:pt x="313402" y="49590"/>
                    <a:pt x="312022" y="53844"/>
                    <a:pt x="312072" y="59227"/>
                  </a:cubicBezTo>
                  <a:lnTo>
                    <a:pt x="341549" y="59227"/>
                  </a:lnTo>
                  <a:close/>
                  <a:moveTo>
                    <a:pt x="376702" y="28349"/>
                  </a:moveTo>
                  <a:lnTo>
                    <a:pt x="395091" y="28349"/>
                  </a:lnTo>
                  <a:lnTo>
                    <a:pt x="395091" y="39293"/>
                  </a:lnTo>
                  <a:cubicBezTo>
                    <a:pt x="397477" y="35556"/>
                    <a:pt x="400704" y="32509"/>
                    <a:pt x="404771" y="30174"/>
                  </a:cubicBezTo>
                  <a:cubicBezTo>
                    <a:pt x="408845" y="27831"/>
                    <a:pt x="413358" y="26667"/>
                    <a:pt x="418316" y="26667"/>
                  </a:cubicBezTo>
                  <a:cubicBezTo>
                    <a:pt x="426976" y="26667"/>
                    <a:pt x="434319" y="30059"/>
                    <a:pt x="440356" y="36842"/>
                  </a:cubicBezTo>
                  <a:cubicBezTo>
                    <a:pt x="446385" y="43626"/>
                    <a:pt x="449403" y="53076"/>
                    <a:pt x="449403" y="65191"/>
                  </a:cubicBezTo>
                  <a:cubicBezTo>
                    <a:pt x="449403" y="77637"/>
                    <a:pt x="446363" y="87317"/>
                    <a:pt x="440284" y="94244"/>
                  </a:cubicBezTo>
                  <a:cubicBezTo>
                    <a:pt x="434197" y="101121"/>
                    <a:pt x="426832" y="104556"/>
                    <a:pt x="418180" y="104556"/>
                  </a:cubicBezTo>
                  <a:cubicBezTo>
                    <a:pt x="414062" y="104556"/>
                    <a:pt x="410319" y="103736"/>
                    <a:pt x="406948" y="102105"/>
                  </a:cubicBezTo>
                  <a:cubicBezTo>
                    <a:pt x="403628" y="100467"/>
                    <a:pt x="400122" y="97657"/>
                    <a:pt x="396421" y="93683"/>
                  </a:cubicBezTo>
                  <a:lnTo>
                    <a:pt x="396421" y="131223"/>
                  </a:lnTo>
                  <a:lnTo>
                    <a:pt x="376702" y="131223"/>
                  </a:lnTo>
                  <a:lnTo>
                    <a:pt x="376702" y="28349"/>
                  </a:lnTo>
                  <a:close/>
                  <a:moveTo>
                    <a:pt x="396212" y="64350"/>
                  </a:moveTo>
                  <a:cubicBezTo>
                    <a:pt x="396212" y="72722"/>
                    <a:pt x="397873" y="78923"/>
                    <a:pt x="401192" y="82947"/>
                  </a:cubicBezTo>
                  <a:cubicBezTo>
                    <a:pt x="404519" y="86921"/>
                    <a:pt x="408565" y="88912"/>
                    <a:pt x="413337" y="88912"/>
                  </a:cubicBezTo>
                  <a:cubicBezTo>
                    <a:pt x="417921" y="88912"/>
                    <a:pt x="421730" y="87087"/>
                    <a:pt x="424776" y="83436"/>
                  </a:cubicBezTo>
                  <a:cubicBezTo>
                    <a:pt x="427816" y="79743"/>
                    <a:pt x="429333" y="73706"/>
                    <a:pt x="429333" y="65327"/>
                  </a:cubicBezTo>
                  <a:cubicBezTo>
                    <a:pt x="429333" y="57516"/>
                    <a:pt x="427766" y="51717"/>
                    <a:pt x="424633" y="47930"/>
                  </a:cubicBezTo>
                  <a:cubicBezTo>
                    <a:pt x="421500" y="44136"/>
                    <a:pt x="417612" y="42239"/>
                    <a:pt x="412984" y="42239"/>
                  </a:cubicBezTo>
                  <a:cubicBezTo>
                    <a:pt x="408163" y="42239"/>
                    <a:pt x="404167" y="44115"/>
                    <a:pt x="400984" y="47858"/>
                  </a:cubicBezTo>
                  <a:cubicBezTo>
                    <a:pt x="397801" y="51552"/>
                    <a:pt x="396212" y="57049"/>
                    <a:pt x="396212" y="64350"/>
                  </a:cubicBezTo>
                  <a:close/>
                  <a:moveTo>
                    <a:pt x="479864" y="51085"/>
                  </a:moveTo>
                  <a:lnTo>
                    <a:pt x="461964" y="47858"/>
                  </a:lnTo>
                  <a:cubicBezTo>
                    <a:pt x="463976" y="40651"/>
                    <a:pt x="467440" y="35319"/>
                    <a:pt x="472355" y="31855"/>
                  </a:cubicBezTo>
                  <a:cubicBezTo>
                    <a:pt x="477263" y="28392"/>
                    <a:pt x="484564" y="26667"/>
                    <a:pt x="494250" y="26667"/>
                  </a:cubicBezTo>
                  <a:cubicBezTo>
                    <a:pt x="503039" y="26667"/>
                    <a:pt x="509593" y="27716"/>
                    <a:pt x="513897" y="29822"/>
                  </a:cubicBezTo>
                  <a:cubicBezTo>
                    <a:pt x="518201" y="31877"/>
                    <a:pt x="521219" y="34521"/>
                    <a:pt x="522951" y="37755"/>
                  </a:cubicBezTo>
                  <a:cubicBezTo>
                    <a:pt x="524726" y="40931"/>
                    <a:pt x="525617" y="46802"/>
                    <a:pt x="525617" y="55368"/>
                  </a:cubicBezTo>
                  <a:lnTo>
                    <a:pt x="525402" y="78384"/>
                  </a:lnTo>
                  <a:cubicBezTo>
                    <a:pt x="525402" y="84931"/>
                    <a:pt x="525711" y="89774"/>
                    <a:pt x="526314" y="92907"/>
                  </a:cubicBezTo>
                  <a:cubicBezTo>
                    <a:pt x="526975" y="95997"/>
                    <a:pt x="528168" y="99317"/>
                    <a:pt x="529893" y="102874"/>
                  </a:cubicBezTo>
                  <a:lnTo>
                    <a:pt x="510390" y="102874"/>
                  </a:lnTo>
                  <a:cubicBezTo>
                    <a:pt x="509873" y="101566"/>
                    <a:pt x="509240" y="99626"/>
                    <a:pt x="508493" y="97046"/>
                  </a:cubicBezTo>
                  <a:cubicBezTo>
                    <a:pt x="508162" y="95882"/>
                    <a:pt x="507933" y="95106"/>
                    <a:pt x="507789" y="94733"/>
                  </a:cubicBezTo>
                  <a:cubicBezTo>
                    <a:pt x="504426" y="98009"/>
                    <a:pt x="500818" y="100467"/>
                    <a:pt x="496981" y="102105"/>
                  </a:cubicBezTo>
                  <a:cubicBezTo>
                    <a:pt x="493151" y="103736"/>
                    <a:pt x="489055" y="104556"/>
                    <a:pt x="484701" y="104556"/>
                  </a:cubicBezTo>
                  <a:cubicBezTo>
                    <a:pt x="477033" y="104556"/>
                    <a:pt x="470975" y="102479"/>
                    <a:pt x="466527" y="98311"/>
                  </a:cubicBezTo>
                  <a:cubicBezTo>
                    <a:pt x="462129" y="94150"/>
                    <a:pt x="459930" y="88883"/>
                    <a:pt x="459930" y="82524"/>
                  </a:cubicBezTo>
                  <a:cubicBezTo>
                    <a:pt x="459930" y="78313"/>
                    <a:pt x="460936" y="74569"/>
                    <a:pt x="462948" y="71292"/>
                  </a:cubicBezTo>
                  <a:cubicBezTo>
                    <a:pt x="464961" y="67972"/>
                    <a:pt x="467770" y="65450"/>
                    <a:pt x="471370" y="63718"/>
                  </a:cubicBezTo>
                  <a:cubicBezTo>
                    <a:pt x="475021" y="61936"/>
                    <a:pt x="480259" y="60398"/>
                    <a:pt x="487086" y="59083"/>
                  </a:cubicBezTo>
                  <a:cubicBezTo>
                    <a:pt x="496306" y="57351"/>
                    <a:pt x="502694" y="55742"/>
                    <a:pt x="506244" y="54240"/>
                  </a:cubicBezTo>
                  <a:lnTo>
                    <a:pt x="506244" y="52278"/>
                  </a:lnTo>
                  <a:cubicBezTo>
                    <a:pt x="506244" y="48491"/>
                    <a:pt x="505310" y="45796"/>
                    <a:pt x="503441" y="44208"/>
                  </a:cubicBezTo>
                  <a:cubicBezTo>
                    <a:pt x="501566" y="42570"/>
                    <a:pt x="498037" y="41750"/>
                    <a:pt x="492842" y="41750"/>
                  </a:cubicBezTo>
                  <a:cubicBezTo>
                    <a:pt x="489335" y="41750"/>
                    <a:pt x="486597" y="42455"/>
                    <a:pt x="484636" y="43856"/>
                  </a:cubicBezTo>
                  <a:cubicBezTo>
                    <a:pt x="482667" y="45214"/>
                    <a:pt x="481079" y="47621"/>
                    <a:pt x="479864" y="51085"/>
                  </a:cubicBezTo>
                  <a:close/>
                  <a:moveTo>
                    <a:pt x="506244" y="67088"/>
                  </a:moveTo>
                  <a:cubicBezTo>
                    <a:pt x="503722" y="67929"/>
                    <a:pt x="499719" y="68935"/>
                    <a:pt x="494250" y="70099"/>
                  </a:cubicBezTo>
                  <a:cubicBezTo>
                    <a:pt x="488775" y="71270"/>
                    <a:pt x="485196" y="72420"/>
                    <a:pt x="483508" y="73541"/>
                  </a:cubicBezTo>
                  <a:cubicBezTo>
                    <a:pt x="480935" y="75366"/>
                    <a:pt x="479649" y="77680"/>
                    <a:pt x="479649" y="80490"/>
                  </a:cubicBezTo>
                  <a:cubicBezTo>
                    <a:pt x="479649" y="83249"/>
                    <a:pt x="480676" y="85635"/>
                    <a:pt x="482739" y="87647"/>
                  </a:cubicBezTo>
                  <a:cubicBezTo>
                    <a:pt x="484794" y="89659"/>
                    <a:pt x="487417" y="90665"/>
                    <a:pt x="490600" y="90665"/>
                  </a:cubicBezTo>
                  <a:cubicBezTo>
                    <a:pt x="494150" y="90665"/>
                    <a:pt x="497549" y="89494"/>
                    <a:pt x="500775" y="87151"/>
                  </a:cubicBezTo>
                  <a:cubicBezTo>
                    <a:pt x="503161" y="85376"/>
                    <a:pt x="504728" y="83199"/>
                    <a:pt x="505475" y="80626"/>
                  </a:cubicBezTo>
                  <a:cubicBezTo>
                    <a:pt x="505992" y="78945"/>
                    <a:pt x="506244" y="75740"/>
                    <a:pt x="506244" y="71012"/>
                  </a:cubicBezTo>
                  <a:lnTo>
                    <a:pt x="506244" y="67088"/>
                  </a:lnTo>
                  <a:close/>
                  <a:moveTo>
                    <a:pt x="610110" y="50381"/>
                  </a:moveTo>
                  <a:lnTo>
                    <a:pt x="590664" y="53895"/>
                  </a:lnTo>
                  <a:cubicBezTo>
                    <a:pt x="590011" y="50007"/>
                    <a:pt x="588516" y="47082"/>
                    <a:pt x="586173" y="45121"/>
                  </a:cubicBezTo>
                  <a:cubicBezTo>
                    <a:pt x="583881" y="43152"/>
                    <a:pt x="580892" y="42174"/>
                    <a:pt x="577191" y="42174"/>
                  </a:cubicBezTo>
                  <a:cubicBezTo>
                    <a:pt x="572283" y="42174"/>
                    <a:pt x="568352" y="43877"/>
                    <a:pt x="565406" y="47298"/>
                  </a:cubicBezTo>
                  <a:cubicBezTo>
                    <a:pt x="562503" y="50661"/>
                    <a:pt x="561051" y="56324"/>
                    <a:pt x="561051" y="64278"/>
                  </a:cubicBezTo>
                  <a:cubicBezTo>
                    <a:pt x="561051" y="73117"/>
                    <a:pt x="562524" y="79369"/>
                    <a:pt x="565478" y="83012"/>
                  </a:cubicBezTo>
                  <a:cubicBezTo>
                    <a:pt x="568467" y="86663"/>
                    <a:pt x="572470" y="88488"/>
                    <a:pt x="577478" y="88488"/>
                  </a:cubicBezTo>
                  <a:cubicBezTo>
                    <a:pt x="581215" y="88488"/>
                    <a:pt x="584283" y="87439"/>
                    <a:pt x="586669" y="85333"/>
                  </a:cubicBezTo>
                  <a:cubicBezTo>
                    <a:pt x="589055" y="83177"/>
                    <a:pt x="590736" y="79505"/>
                    <a:pt x="591721" y="74310"/>
                  </a:cubicBezTo>
                  <a:lnTo>
                    <a:pt x="611087" y="77608"/>
                  </a:lnTo>
                  <a:cubicBezTo>
                    <a:pt x="609075" y="86497"/>
                    <a:pt x="605216" y="93216"/>
                    <a:pt x="599511" y="97750"/>
                  </a:cubicBezTo>
                  <a:cubicBezTo>
                    <a:pt x="593805" y="102292"/>
                    <a:pt x="586152" y="104556"/>
                    <a:pt x="576566" y="104556"/>
                  </a:cubicBezTo>
                  <a:cubicBezTo>
                    <a:pt x="565664" y="104556"/>
                    <a:pt x="556962" y="101121"/>
                    <a:pt x="550459" y="94244"/>
                  </a:cubicBezTo>
                  <a:cubicBezTo>
                    <a:pt x="543999" y="87367"/>
                    <a:pt x="540772" y="77845"/>
                    <a:pt x="540772" y="65680"/>
                  </a:cubicBezTo>
                  <a:cubicBezTo>
                    <a:pt x="540772" y="53377"/>
                    <a:pt x="544028" y="43813"/>
                    <a:pt x="550531" y="36979"/>
                  </a:cubicBezTo>
                  <a:cubicBezTo>
                    <a:pt x="557027" y="30102"/>
                    <a:pt x="565823" y="26667"/>
                    <a:pt x="576911" y="26667"/>
                  </a:cubicBezTo>
                  <a:cubicBezTo>
                    <a:pt x="585986" y="26667"/>
                    <a:pt x="593194" y="28629"/>
                    <a:pt x="598526" y="32560"/>
                  </a:cubicBezTo>
                  <a:cubicBezTo>
                    <a:pt x="603908" y="36440"/>
                    <a:pt x="607767" y="42383"/>
                    <a:pt x="610110" y="50381"/>
                  </a:cubicBezTo>
                  <a:close/>
                  <a:moveTo>
                    <a:pt x="668280" y="79153"/>
                  </a:moveTo>
                  <a:lnTo>
                    <a:pt x="687934" y="82452"/>
                  </a:lnTo>
                  <a:cubicBezTo>
                    <a:pt x="685404" y="89659"/>
                    <a:pt x="681402" y="95156"/>
                    <a:pt x="675933" y="98943"/>
                  </a:cubicBezTo>
                  <a:cubicBezTo>
                    <a:pt x="670508" y="102687"/>
                    <a:pt x="663696" y="104556"/>
                    <a:pt x="655510" y="104556"/>
                  </a:cubicBezTo>
                  <a:cubicBezTo>
                    <a:pt x="642554" y="104556"/>
                    <a:pt x="632961" y="100323"/>
                    <a:pt x="626738" y="91858"/>
                  </a:cubicBezTo>
                  <a:cubicBezTo>
                    <a:pt x="621823" y="85075"/>
                    <a:pt x="619372" y="76509"/>
                    <a:pt x="619372" y="66176"/>
                  </a:cubicBezTo>
                  <a:cubicBezTo>
                    <a:pt x="619372" y="53823"/>
                    <a:pt x="622599" y="44158"/>
                    <a:pt x="629052" y="37187"/>
                  </a:cubicBezTo>
                  <a:cubicBezTo>
                    <a:pt x="635512" y="30174"/>
                    <a:pt x="643675" y="26667"/>
                    <a:pt x="653542" y="26667"/>
                  </a:cubicBezTo>
                  <a:cubicBezTo>
                    <a:pt x="664630" y="26667"/>
                    <a:pt x="673382" y="30339"/>
                    <a:pt x="679792" y="37683"/>
                  </a:cubicBezTo>
                  <a:cubicBezTo>
                    <a:pt x="686202" y="44977"/>
                    <a:pt x="689263" y="56187"/>
                    <a:pt x="688983" y="71292"/>
                  </a:cubicBezTo>
                  <a:lnTo>
                    <a:pt x="639579" y="71292"/>
                  </a:lnTo>
                  <a:cubicBezTo>
                    <a:pt x="639723" y="77141"/>
                    <a:pt x="641311" y="81704"/>
                    <a:pt x="644351" y="84981"/>
                  </a:cubicBezTo>
                  <a:cubicBezTo>
                    <a:pt x="647390" y="88208"/>
                    <a:pt x="651185" y="89824"/>
                    <a:pt x="655719" y="89824"/>
                  </a:cubicBezTo>
                  <a:cubicBezTo>
                    <a:pt x="658809" y="89824"/>
                    <a:pt x="661403" y="88977"/>
                    <a:pt x="663509" y="87295"/>
                  </a:cubicBezTo>
                  <a:cubicBezTo>
                    <a:pt x="665614" y="85613"/>
                    <a:pt x="667209" y="82897"/>
                    <a:pt x="668280" y="79153"/>
                  </a:cubicBezTo>
                  <a:close/>
                  <a:moveTo>
                    <a:pt x="669408" y="59227"/>
                  </a:moveTo>
                  <a:cubicBezTo>
                    <a:pt x="669264" y="53521"/>
                    <a:pt x="667792" y="49188"/>
                    <a:pt x="664982" y="46242"/>
                  </a:cubicBezTo>
                  <a:cubicBezTo>
                    <a:pt x="662179" y="43245"/>
                    <a:pt x="658759" y="41750"/>
                    <a:pt x="654735" y="41750"/>
                  </a:cubicBezTo>
                  <a:cubicBezTo>
                    <a:pt x="650437" y="41750"/>
                    <a:pt x="646880" y="43317"/>
                    <a:pt x="644071" y="46450"/>
                  </a:cubicBezTo>
                  <a:cubicBezTo>
                    <a:pt x="641268" y="49590"/>
                    <a:pt x="639881" y="53844"/>
                    <a:pt x="639932" y="59227"/>
                  </a:cubicBezTo>
                  <a:lnTo>
                    <a:pt x="669408" y="59227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4FCBAE-428B-B3EA-3BC3-C5A3E1EB122F}"/>
              </a:ext>
            </a:extLst>
          </p:cNvPr>
          <p:cNvGrpSpPr/>
          <p:nvPr/>
        </p:nvGrpSpPr>
        <p:grpSpPr>
          <a:xfrm>
            <a:off x="2138263" y="3717560"/>
            <a:ext cx="3171950" cy="517998"/>
            <a:chOff x="2138263" y="3717560"/>
            <a:chExt cx="3171950" cy="51799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7B4B51-7DC6-16F3-8DEB-CCB3F9145D16}"/>
                </a:ext>
              </a:extLst>
            </p:cNvPr>
            <p:cNvSpPr/>
            <p:nvPr/>
          </p:nvSpPr>
          <p:spPr>
            <a:xfrm>
              <a:off x="2138263" y="3732074"/>
              <a:ext cx="654529" cy="503484"/>
            </a:xfrm>
            <a:custGeom>
              <a:avLst/>
              <a:gdLst>
                <a:gd name="csX0" fmla="*/ 423972 w 467087"/>
                <a:gd name="csY0" fmla="*/ 0 h 359298"/>
                <a:gd name="csX1" fmla="*/ 43116 w 467087"/>
                <a:gd name="csY1" fmla="*/ 0 h 359298"/>
                <a:gd name="csX2" fmla="*/ 0 w 467087"/>
                <a:gd name="csY2" fmla="*/ 43116 h 359298"/>
                <a:gd name="csX3" fmla="*/ 0 w 467087"/>
                <a:gd name="csY3" fmla="*/ 316182 h 359298"/>
                <a:gd name="csX4" fmla="*/ 43116 w 467087"/>
                <a:gd name="csY4" fmla="*/ 359298 h 359298"/>
                <a:gd name="csX5" fmla="*/ 423972 w 467087"/>
                <a:gd name="csY5" fmla="*/ 359298 h 359298"/>
                <a:gd name="csX6" fmla="*/ 467087 w 467087"/>
                <a:gd name="csY6" fmla="*/ 316182 h 359298"/>
                <a:gd name="csX7" fmla="*/ 467087 w 467087"/>
                <a:gd name="csY7" fmla="*/ 43116 h 359298"/>
                <a:gd name="csX8" fmla="*/ 423972 w 46708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67087" h="359298">
                  <a:moveTo>
                    <a:pt x="423972" y="0"/>
                  </a:moveTo>
                  <a:lnTo>
                    <a:pt x="43116" y="0"/>
                  </a:lnTo>
                  <a:cubicBezTo>
                    <a:pt x="19302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2" y="359298"/>
                    <a:pt x="43116" y="359298"/>
                  </a:cubicBezTo>
                  <a:lnTo>
                    <a:pt x="423972" y="359298"/>
                  </a:lnTo>
                  <a:cubicBezTo>
                    <a:pt x="447786" y="359298"/>
                    <a:pt x="467087" y="339996"/>
                    <a:pt x="467087" y="316182"/>
                  </a:cubicBezTo>
                  <a:lnTo>
                    <a:pt x="467087" y="43116"/>
                  </a:lnTo>
                  <a:cubicBezTo>
                    <a:pt x="467087" y="19302"/>
                    <a:pt x="447786" y="0"/>
                    <a:pt x="423972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7183" cap="flat">
              <a:solidFill>
                <a:srgbClr val="CCCCCC"/>
              </a:solidFill>
              <a:prstDash val="solid"/>
              <a:miter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55E3498-DF6D-2314-DE9D-04EDCCAC0794}"/>
                </a:ext>
              </a:extLst>
            </p:cNvPr>
            <p:cNvSpPr/>
            <p:nvPr/>
          </p:nvSpPr>
          <p:spPr>
            <a:xfrm>
              <a:off x="2328803" y="3894252"/>
              <a:ext cx="264952" cy="117220"/>
            </a:xfrm>
            <a:custGeom>
              <a:avLst/>
              <a:gdLst>
                <a:gd name="csX0" fmla="*/ 27623 w 189076"/>
                <a:gd name="csY0" fmla="*/ 73261 h 83651"/>
                <a:gd name="csX1" fmla="*/ 29082 w 189076"/>
                <a:gd name="csY1" fmla="*/ 82186 h 83651"/>
                <a:gd name="csX2" fmla="*/ 21443 w 189076"/>
                <a:gd name="csY2" fmla="*/ 83084 h 83651"/>
                <a:gd name="csX3" fmla="*/ 12913 w 189076"/>
                <a:gd name="csY3" fmla="*/ 81345 h 83651"/>
                <a:gd name="csX4" fmla="*/ 8645 w 189076"/>
                <a:gd name="csY4" fmla="*/ 76796 h 83651"/>
                <a:gd name="csX5" fmla="*/ 7409 w 189076"/>
                <a:gd name="csY5" fmla="*/ 64839 h 83651"/>
                <a:gd name="csX6" fmla="*/ 7409 w 189076"/>
                <a:gd name="csY6" fmla="*/ 30540 h 83651"/>
                <a:gd name="csX7" fmla="*/ 0 w 189076"/>
                <a:gd name="csY7" fmla="*/ 30540 h 83651"/>
                <a:gd name="csX8" fmla="*/ 0 w 189076"/>
                <a:gd name="csY8" fmla="*/ 22679 h 83651"/>
                <a:gd name="csX9" fmla="*/ 7409 w 189076"/>
                <a:gd name="csY9" fmla="*/ 22679 h 83651"/>
                <a:gd name="csX10" fmla="*/ 7409 w 189076"/>
                <a:gd name="csY10" fmla="*/ 7912 h 83651"/>
                <a:gd name="csX11" fmla="*/ 17462 w 189076"/>
                <a:gd name="csY11" fmla="*/ 1854 h 83651"/>
                <a:gd name="csX12" fmla="*/ 17462 w 189076"/>
                <a:gd name="csY12" fmla="*/ 22679 h 83651"/>
                <a:gd name="csX13" fmla="*/ 27623 w 189076"/>
                <a:gd name="csY13" fmla="*/ 22679 h 83651"/>
                <a:gd name="csX14" fmla="*/ 27623 w 189076"/>
                <a:gd name="csY14" fmla="*/ 30540 h 83651"/>
                <a:gd name="csX15" fmla="*/ 17462 w 189076"/>
                <a:gd name="csY15" fmla="*/ 30540 h 83651"/>
                <a:gd name="csX16" fmla="*/ 17462 w 189076"/>
                <a:gd name="csY16" fmla="*/ 65400 h 83651"/>
                <a:gd name="csX17" fmla="*/ 17965 w 189076"/>
                <a:gd name="csY17" fmla="*/ 70961 h 83651"/>
                <a:gd name="csX18" fmla="*/ 19704 w 189076"/>
                <a:gd name="csY18" fmla="*/ 72923 h 83651"/>
                <a:gd name="csX19" fmla="*/ 23182 w 189076"/>
                <a:gd name="csY19" fmla="*/ 73656 h 83651"/>
                <a:gd name="csX20" fmla="*/ 27623 w 189076"/>
                <a:gd name="csY20" fmla="*/ 73261 h 83651"/>
                <a:gd name="csX21" fmla="*/ 37554 w 189076"/>
                <a:gd name="csY21" fmla="*/ 82301 h 83651"/>
                <a:gd name="csX22" fmla="*/ 37554 w 189076"/>
                <a:gd name="csY22" fmla="*/ 0 h 83651"/>
                <a:gd name="csX23" fmla="*/ 47664 w 189076"/>
                <a:gd name="csY23" fmla="*/ 0 h 83651"/>
                <a:gd name="csX24" fmla="*/ 47664 w 189076"/>
                <a:gd name="csY24" fmla="*/ 29527 h 83651"/>
                <a:gd name="csX25" fmla="*/ 65514 w 189076"/>
                <a:gd name="csY25" fmla="*/ 21335 h 83651"/>
                <a:gd name="csX26" fmla="*/ 77026 w 189076"/>
                <a:gd name="csY26" fmla="*/ 23972 h 83651"/>
                <a:gd name="csX27" fmla="*/ 83982 w 189076"/>
                <a:gd name="csY27" fmla="*/ 31158 h 83651"/>
                <a:gd name="csX28" fmla="*/ 86117 w 189076"/>
                <a:gd name="csY28" fmla="*/ 44517 h 83651"/>
                <a:gd name="csX29" fmla="*/ 86117 w 189076"/>
                <a:gd name="csY29" fmla="*/ 82301 h 83651"/>
                <a:gd name="csX30" fmla="*/ 76013 w 189076"/>
                <a:gd name="csY30" fmla="*/ 82301 h 83651"/>
                <a:gd name="csX31" fmla="*/ 76013 w 189076"/>
                <a:gd name="csY31" fmla="*/ 44517 h 83651"/>
                <a:gd name="csX32" fmla="*/ 72700 w 189076"/>
                <a:gd name="csY32" fmla="*/ 33515 h 83651"/>
                <a:gd name="csX33" fmla="*/ 63438 w 189076"/>
                <a:gd name="csY33" fmla="*/ 30037 h 83651"/>
                <a:gd name="csX34" fmla="*/ 54958 w 189076"/>
                <a:gd name="csY34" fmla="*/ 32394 h 83651"/>
                <a:gd name="csX35" fmla="*/ 49346 w 189076"/>
                <a:gd name="csY35" fmla="*/ 38682 h 83651"/>
                <a:gd name="csX36" fmla="*/ 47664 w 189076"/>
                <a:gd name="csY36" fmla="*/ 49684 h 83651"/>
                <a:gd name="csX37" fmla="*/ 47664 w 189076"/>
                <a:gd name="csY37" fmla="*/ 82301 h 83651"/>
                <a:gd name="csX38" fmla="*/ 37554 w 189076"/>
                <a:gd name="csY38" fmla="*/ 82301 h 83651"/>
                <a:gd name="csX39" fmla="*/ 140464 w 189076"/>
                <a:gd name="csY39" fmla="*/ 74950 h 83651"/>
                <a:gd name="csX40" fmla="*/ 129628 w 189076"/>
                <a:gd name="csY40" fmla="*/ 81683 h 83651"/>
                <a:gd name="csX41" fmla="*/ 118511 w 189076"/>
                <a:gd name="csY41" fmla="*/ 83652 h 83651"/>
                <a:gd name="csX42" fmla="*/ 103406 w 189076"/>
                <a:gd name="csY42" fmla="*/ 78873 h 83651"/>
                <a:gd name="csX43" fmla="*/ 98132 w 189076"/>
                <a:gd name="csY43" fmla="*/ 66578 h 83651"/>
                <a:gd name="csX44" fmla="*/ 100100 w 189076"/>
                <a:gd name="csY44" fmla="*/ 58609 h 83651"/>
                <a:gd name="csX45" fmla="*/ 105317 w 189076"/>
                <a:gd name="csY45" fmla="*/ 52774 h 83651"/>
                <a:gd name="csX46" fmla="*/ 112618 w 189076"/>
                <a:gd name="csY46" fmla="*/ 49461 h 83651"/>
                <a:gd name="csX47" fmla="*/ 121601 w 189076"/>
                <a:gd name="csY47" fmla="*/ 47945 h 83651"/>
                <a:gd name="csX48" fmla="*/ 139623 w 189076"/>
                <a:gd name="csY48" fmla="*/ 44460 h 83651"/>
                <a:gd name="csX49" fmla="*/ 139673 w 189076"/>
                <a:gd name="csY49" fmla="*/ 41822 h 83651"/>
                <a:gd name="csX50" fmla="*/ 136813 w 189076"/>
                <a:gd name="csY50" fmla="*/ 33120 h 83651"/>
                <a:gd name="csX51" fmla="*/ 125302 w 189076"/>
                <a:gd name="csY51" fmla="*/ 29700 h 83651"/>
                <a:gd name="csX52" fmla="*/ 114753 w 189076"/>
                <a:gd name="csY52" fmla="*/ 32222 h 83651"/>
                <a:gd name="csX53" fmla="*/ 109751 w 189076"/>
                <a:gd name="csY53" fmla="*/ 41039 h 83651"/>
                <a:gd name="csX54" fmla="*/ 99871 w 189076"/>
                <a:gd name="csY54" fmla="*/ 39688 h 83651"/>
                <a:gd name="csX55" fmla="*/ 104311 w 189076"/>
                <a:gd name="csY55" fmla="*/ 29470 h 83651"/>
                <a:gd name="csX56" fmla="*/ 113236 w 189076"/>
                <a:gd name="csY56" fmla="*/ 23462 h 83651"/>
                <a:gd name="csX57" fmla="*/ 126760 w 189076"/>
                <a:gd name="csY57" fmla="*/ 21335 h 83651"/>
                <a:gd name="csX58" fmla="*/ 139171 w 189076"/>
                <a:gd name="csY58" fmla="*/ 23132 h 83651"/>
                <a:gd name="csX59" fmla="*/ 146191 w 189076"/>
                <a:gd name="csY59" fmla="*/ 27673 h 83651"/>
                <a:gd name="csX60" fmla="*/ 149331 w 189076"/>
                <a:gd name="csY60" fmla="*/ 34528 h 83651"/>
                <a:gd name="csX61" fmla="*/ 149834 w 189076"/>
                <a:gd name="csY61" fmla="*/ 43842 h 83651"/>
                <a:gd name="csX62" fmla="*/ 149834 w 189076"/>
                <a:gd name="csY62" fmla="*/ 57315 h 83651"/>
                <a:gd name="csX63" fmla="*/ 150452 w 189076"/>
                <a:gd name="csY63" fmla="*/ 75172 h 83651"/>
                <a:gd name="csX64" fmla="*/ 153039 w 189076"/>
                <a:gd name="csY64" fmla="*/ 82301 h 83651"/>
                <a:gd name="csX65" fmla="*/ 142483 w 189076"/>
                <a:gd name="csY65" fmla="*/ 82301 h 83651"/>
                <a:gd name="csX66" fmla="*/ 140464 w 189076"/>
                <a:gd name="csY66" fmla="*/ 74950 h 83651"/>
                <a:gd name="csX67" fmla="*/ 139623 w 189076"/>
                <a:gd name="csY67" fmla="*/ 52378 h 83651"/>
                <a:gd name="csX68" fmla="*/ 123117 w 189076"/>
                <a:gd name="csY68" fmla="*/ 56194 h 83651"/>
                <a:gd name="csX69" fmla="*/ 114300 w 189076"/>
                <a:gd name="csY69" fmla="*/ 58214 h 83651"/>
                <a:gd name="csX70" fmla="*/ 110312 w 189076"/>
                <a:gd name="csY70" fmla="*/ 61526 h 83651"/>
                <a:gd name="csX71" fmla="*/ 108910 w 189076"/>
                <a:gd name="csY71" fmla="*/ 66298 h 83651"/>
                <a:gd name="csX72" fmla="*/ 111943 w 189076"/>
                <a:gd name="csY72" fmla="*/ 73038 h 83651"/>
                <a:gd name="csX73" fmla="*/ 120925 w 189076"/>
                <a:gd name="csY73" fmla="*/ 75733 h 83651"/>
                <a:gd name="csX74" fmla="*/ 131309 w 189076"/>
                <a:gd name="csY74" fmla="*/ 73203 h 83651"/>
                <a:gd name="csX75" fmla="*/ 137992 w 189076"/>
                <a:gd name="csY75" fmla="*/ 66190 h 83651"/>
                <a:gd name="csX76" fmla="*/ 139623 w 189076"/>
                <a:gd name="csY76" fmla="*/ 56086 h 83651"/>
                <a:gd name="csX77" fmla="*/ 139623 w 189076"/>
                <a:gd name="csY77" fmla="*/ 52378 h 83651"/>
                <a:gd name="csX78" fmla="*/ 187618 w 189076"/>
                <a:gd name="csY78" fmla="*/ 73261 h 83651"/>
                <a:gd name="csX79" fmla="*/ 189077 w 189076"/>
                <a:gd name="csY79" fmla="*/ 82186 h 83651"/>
                <a:gd name="csX80" fmla="*/ 181445 w 189076"/>
                <a:gd name="csY80" fmla="*/ 83084 h 83651"/>
                <a:gd name="csX81" fmla="*/ 172909 w 189076"/>
                <a:gd name="csY81" fmla="*/ 81345 h 83651"/>
                <a:gd name="csX82" fmla="*/ 168647 w 189076"/>
                <a:gd name="csY82" fmla="*/ 76796 h 83651"/>
                <a:gd name="csX83" fmla="*/ 167411 w 189076"/>
                <a:gd name="csY83" fmla="*/ 64839 h 83651"/>
                <a:gd name="csX84" fmla="*/ 167411 w 189076"/>
                <a:gd name="csY84" fmla="*/ 30540 h 83651"/>
                <a:gd name="csX85" fmla="*/ 160003 w 189076"/>
                <a:gd name="csY85" fmla="*/ 30540 h 83651"/>
                <a:gd name="csX86" fmla="*/ 160003 w 189076"/>
                <a:gd name="csY86" fmla="*/ 22679 h 83651"/>
                <a:gd name="csX87" fmla="*/ 167411 w 189076"/>
                <a:gd name="csY87" fmla="*/ 22679 h 83651"/>
                <a:gd name="csX88" fmla="*/ 167411 w 189076"/>
                <a:gd name="csY88" fmla="*/ 7912 h 83651"/>
                <a:gd name="csX89" fmla="*/ 177457 w 189076"/>
                <a:gd name="csY89" fmla="*/ 1854 h 83651"/>
                <a:gd name="csX90" fmla="*/ 177457 w 189076"/>
                <a:gd name="csY90" fmla="*/ 22679 h 83651"/>
                <a:gd name="csX91" fmla="*/ 187618 w 189076"/>
                <a:gd name="csY91" fmla="*/ 22679 h 83651"/>
                <a:gd name="csX92" fmla="*/ 187618 w 189076"/>
                <a:gd name="csY92" fmla="*/ 30540 h 83651"/>
                <a:gd name="csX93" fmla="*/ 177457 w 189076"/>
                <a:gd name="csY93" fmla="*/ 30540 h 83651"/>
                <a:gd name="csX94" fmla="*/ 177457 w 189076"/>
                <a:gd name="csY94" fmla="*/ 65400 h 83651"/>
                <a:gd name="csX95" fmla="*/ 177968 w 189076"/>
                <a:gd name="csY95" fmla="*/ 70961 h 83651"/>
                <a:gd name="csX96" fmla="*/ 179706 w 189076"/>
                <a:gd name="csY96" fmla="*/ 72923 h 83651"/>
                <a:gd name="csX97" fmla="*/ 183185 w 189076"/>
                <a:gd name="csY97" fmla="*/ 73656 h 83651"/>
                <a:gd name="csX98" fmla="*/ 187618 w 189076"/>
                <a:gd name="csY98" fmla="*/ 73261 h 83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</a:cxnLst>
              <a:rect l="l" t="t" r="r" b="b"/>
              <a:pathLst>
                <a:path w="189076" h="83651">
                  <a:moveTo>
                    <a:pt x="27623" y="73261"/>
                  </a:moveTo>
                  <a:lnTo>
                    <a:pt x="29082" y="82186"/>
                  </a:lnTo>
                  <a:cubicBezTo>
                    <a:pt x="26236" y="82789"/>
                    <a:pt x="23692" y="83084"/>
                    <a:pt x="21443" y="83084"/>
                  </a:cubicBezTo>
                  <a:cubicBezTo>
                    <a:pt x="17778" y="83084"/>
                    <a:pt x="14932" y="82509"/>
                    <a:pt x="12913" y="81345"/>
                  </a:cubicBezTo>
                  <a:cubicBezTo>
                    <a:pt x="10894" y="80188"/>
                    <a:pt x="9471" y="78672"/>
                    <a:pt x="8645" y="76796"/>
                  </a:cubicBezTo>
                  <a:cubicBezTo>
                    <a:pt x="7818" y="74892"/>
                    <a:pt x="7409" y="70904"/>
                    <a:pt x="7409" y="64839"/>
                  </a:cubicBezTo>
                  <a:lnTo>
                    <a:pt x="7409" y="30540"/>
                  </a:lnTo>
                  <a:lnTo>
                    <a:pt x="0" y="30540"/>
                  </a:lnTo>
                  <a:lnTo>
                    <a:pt x="0" y="22679"/>
                  </a:lnTo>
                  <a:lnTo>
                    <a:pt x="7409" y="22679"/>
                  </a:lnTo>
                  <a:lnTo>
                    <a:pt x="7409" y="7912"/>
                  </a:lnTo>
                  <a:lnTo>
                    <a:pt x="17462" y="1854"/>
                  </a:lnTo>
                  <a:lnTo>
                    <a:pt x="17462" y="22679"/>
                  </a:lnTo>
                  <a:lnTo>
                    <a:pt x="27623" y="22679"/>
                  </a:lnTo>
                  <a:lnTo>
                    <a:pt x="27623" y="30540"/>
                  </a:lnTo>
                  <a:lnTo>
                    <a:pt x="17462" y="30540"/>
                  </a:lnTo>
                  <a:lnTo>
                    <a:pt x="17462" y="65400"/>
                  </a:lnTo>
                  <a:cubicBezTo>
                    <a:pt x="17462" y="68281"/>
                    <a:pt x="17627" y="70135"/>
                    <a:pt x="17965" y="70961"/>
                  </a:cubicBezTo>
                  <a:cubicBezTo>
                    <a:pt x="18339" y="71781"/>
                    <a:pt x="18921" y="72442"/>
                    <a:pt x="19704" y="72923"/>
                  </a:cubicBezTo>
                  <a:cubicBezTo>
                    <a:pt x="20530" y="73412"/>
                    <a:pt x="21687" y="73656"/>
                    <a:pt x="23182" y="73656"/>
                  </a:cubicBezTo>
                  <a:cubicBezTo>
                    <a:pt x="24310" y="73656"/>
                    <a:pt x="25783" y="73527"/>
                    <a:pt x="27623" y="73261"/>
                  </a:cubicBezTo>
                  <a:close/>
                  <a:moveTo>
                    <a:pt x="37554" y="82301"/>
                  </a:moveTo>
                  <a:lnTo>
                    <a:pt x="37554" y="0"/>
                  </a:lnTo>
                  <a:lnTo>
                    <a:pt x="47664" y="0"/>
                  </a:lnTo>
                  <a:lnTo>
                    <a:pt x="47664" y="29527"/>
                  </a:lnTo>
                  <a:cubicBezTo>
                    <a:pt x="52378" y="24066"/>
                    <a:pt x="58328" y="21335"/>
                    <a:pt x="65514" y="21335"/>
                  </a:cubicBezTo>
                  <a:cubicBezTo>
                    <a:pt x="69934" y="21335"/>
                    <a:pt x="73771" y="22212"/>
                    <a:pt x="77026" y="23972"/>
                  </a:cubicBezTo>
                  <a:cubicBezTo>
                    <a:pt x="80282" y="25690"/>
                    <a:pt x="82603" y="28090"/>
                    <a:pt x="83982" y="31158"/>
                  </a:cubicBezTo>
                  <a:cubicBezTo>
                    <a:pt x="85405" y="34227"/>
                    <a:pt x="86117" y="38682"/>
                    <a:pt x="86117" y="44517"/>
                  </a:cubicBezTo>
                  <a:lnTo>
                    <a:pt x="86117" y="82301"/>
                  </a:lnTo>
                  <a:lnTo>
                    <a:pt x="76013" y="82301"/>
                  </a:lnTo>
                  <a:lnTo>
                    <a:pt x="76013" y="44517"/>
                  </a:lnTo>
                  <a:cubicBezTo>
                    <a:pt x="76013" y="39465"/>
                    <a:pt x="74906" y="35800"/>
                    <a:pt x="72700" y="33515"/>
                  </a:cubicBezTo>
                  <a:cubicBezTo>
                    <a:pt x="70530" y="31194"/>
                    <a:pt x="67440" y="30037"/>
                    <a:pt x="63438" y="30037"/>
                  </a:cubicBezTo>
                  <a:cubicBezTo>
                    <a:pt x="60441" y="30037"/>
                    <a:pt x="57617" y="30821"/>
                    <a:pt x="54958" y="32394"/>
                  </a:cubicBezTo>
                  <a:cubicBezTo>
                    <a:pt x="52343" y="33925"/>
                    <a:pt x="50467" y="36023"/>
                    <a:pt x="49346" y="38682"/>
                  </a:cubicBezTo>
                  <a:cubicBezTo>
                    <a:pt x="48225" y="41334"/>
                    <a:pt x="47664" y="45006"/>
                    <a:pt x="47664" y="49684"/>
                  </a:cubicBezTo>
                  <a:lnTo>
                    <a:pt x="47664" y="82301"/>
                  </a:lnTo>
                  <a:lnTo>
                    <a:pt x="37554" y="82301"/>
                  </a:lnTo>
                  <a:close/>
                  <a:moveTo>
                    <a:pt x="140464" y="74950"/>
                  </a:moveTo>
                  <a:cubicBezTo>
                    <a:pt x="136720" y="78126"/>
                    <a:pt x="133106" y="80375"/>
                    <a:pt x="129628" y="81683"/>
                  </a:cubicBezTo>
                  <a:cubicBezTo>
                    <a:pt x="126185" y="82991"/>
                    <a:pt x="122478" y="83652"/>
                    <a:pt x="118511" y="83652"/>
                  </a:cubicBezTo>
                  <a:cubicBezTo>
                    <a:pt x="111964" y="83652"/>
                    <a:pt x="106927" y="82057"/>
                    <a:pt x="103406" y="78873"/>
                  </a:cubicBezTo>
                  <a:cubicBezTo>
                    <a:pt x="99892" y="75661"/>
                    <a:pt x="98132" y="71558"/>
                    <a:pt x="98132" y="66578"/>
                  </a:cubicBezTo>
                  <a:cubicBezTo>
                    <a:pt x="98132" y="63660"/>
                    <a:pt x="98785" y="61002"/>
                    <a:pt x="100100" y="58609"/>
                  </a:cubicBezTo>
                  <a:cubicBezTo>
                    <a:pt x="101444" y="56180"/>
                    <a:pt x="103183" y="54232"/>
                    <a:pt x="105317" y="52774"/>
                  </a:cubicBezTo>
                  <a:cubicBezTo>
                    <a:pt x="107488" y="51315"/>
                    <a:pt x="109924" y="50208"/>
                    <a:pt x="112618" y="49461"/>
                  </a:cubicBezTo>
                  <a:cubicBezTo>
                    <a:pt x="114602" y="48936"/>
                    <a:pt x="117591" y="48426"/>
                    <a:pt x="121601" y="47945"/>
                  </a:cubicBezTo>
                  <a:cubicBezTo>
                    <a:pt x="129757" y="46968"/>
                    <a:pt x="135764" y="45810"/>
                    <a:pt x="139623" y="44460"/>
                  </a:cubicBezTo>
                  <a:cubicBezTo>
                    <a:pt x="139659" y="43080"/>
                    <a:pt x="139673" y="42196"/>
                    <a:pt x="139673" y="41822"/>
                  </a:cubicBezTo>
                  <a:cubicBezTo>
                    <a:pt x="139673" y="37705"/>
                    <a:pt x="138725" y="34809"/>
                    <a:pt x="136813" y="33120"/>
                  </a:cubicBezTo>
                  <a:cubicBezTo>
                    <a:pt x="134234" y="30842"/>
                    <a:pt x="130396" y="29700"/>
                    <a:pt x="125302" y="29700"/>
                  </a:cubicBezTo>
                  <a:cubicBezTo>
                    <a:pt x="120552" y="29700"/>
                    <a:pt x="117031" y="30540"/>
                    <a:pt x="114753" y="32222"/>
                  </a:cubicBezTo>
                  <a:cubicBezTo>
                    <a:pt x="112503" y="33868"/>
                    <a:pt x="110836" y="36807"/>
                    <a:pt x="109751" y="41039"/>
                  </a:cubicBezTo>
                  <a:lnTo>
                    <a:pt x="99871" y="39688"/>
                  </a:lnTo>
                  <a:cubicBezTo>
                    <a:pt x="100769" y="35463"/>
                    <a:pt x="102249" y="32057"/>
                    <a:pt x="104311" y="29470"/>
                  </a:cubicBezTo>
                  <a:cubicBezTo>
                    <a:pt x="106367" y="26854"/>
                    <a:pt x="109342" y="24849"/>
                    <a:pt x="113236" y="23462"/>
                  </a:cubicBezTo>
                  <a:cubicBezTo>
                    <a:pt x="117124" y="22046"/>
                    <a:pt x="121637" y="21335"/>
                    <a:pt x="126760" y="21335"/>
                  </a:cubicBezTo>
                  <a:cubicBezTo>
                    <a:pt x="131855" y="21335"/>
                    <a:pt x="135987" y="21932"/>
                    <a:pt x="139171" y="23132"/>
                  </a:cubicBezTo>
                  <a:cubicBezTo>
                    <a:pt x="142354" y="24325"/>
                    <a:pt x="144689" y="25841"/>
                    <a:pt x="146191" y="27673"/>
                  </a:cubicBezTo>
                  <a:cubicBezTo>
                    <a:pt x="147686" y="29470"/>
                    <a:pt x="148735" y="31755"/>
                    <a:pt x="149331" y="34528"/>
                  </a:cubicBezTo>
                  <a:cubicBezTo>
                    <a:pt x="149669" y="36246"/>
                    <a:pt x="149834" y="39350"/>
                    <a:pt x="149834" y="43842"/>
                  </a:cubicBezTo>
                  <a:lnTo>
                    <a:pt x="149834" y="57315"/>
                  </a:lnTo>
                  <a:cubicBezTo>
                    <a:pt x="149834" y="66714"/>
                    <a:pt x="150043" y="72664"/>
                    <a:pt x="150452" y="75172"/>
                  </a:cubicBezTo>
                  <a:cubicBezTo>
                    <a:pt x="150905" y="77644"/>
                    <a:pt x="151768" y="80016"/>
                    <a:pt x="153039" y="82301"/>
                  </a:cubicBezTo>
                  <a:lnTo>
                    <a:pt x="142483" y="82301"/>
                  </a:lnTo>
                  <a:cubicBezTo>
                    <a:pt x="141434" y="80203"/>
                    <a:pt x="140759" y="77752"/>
                    <a:pt x="140464" y="74950"/>
                  </a:cubicBezTo>
                  <a:close/>
                  <a:moveTo>
                    <a:pt x="139623" y="52378"/>
                  </a:moveTo>
                  <a:cubicBezTo>
                    <a:pt x="135951" y="53873"/>
                    <a:pt x="130454" y="55145"/>
                    <a:pt x="123117" y="56194"/>
                  </a:cubicBezTo>
                  <a:cubicBezTo>
                    <a:pt x="118964" y="56798"/>
                    <a:pt x="116024" y="57466"/>
                    <a:pt x="114300" y="58214"/>
                  </a:cubicBezTo>
                  <a:cubicBezTo>
                    <a:pt x="112582" y="58968"/>
                    <a:pt x="111253" y="60068"/>
                    <a:pt x="110312" y="61526"/>
                  </a:cubicBezTo>
                  <a:cubicBezTo>
                    <a:pt x="109378" y="62949"/>
                    <a:pt x="108910" y="64544"/>
                    <a:pt x="108910" y="66298"/>
                  </a:cubicBezTo>
                  <a:cubicBezTo>
                    <a:pt x="108910" y="68993"/>
                    <a:pt x="109924" y="71242"/>
                    <a:pt x="111943" y="73038"/>
                  </a:cubicBezTo>
                  <a:cubicBezTo>
                    <a:pt x="113998" y="74835"/>
                    <a:pt x="116995" y="75733"/>
                    <a:pt x="120925" y="75733"/>
                  </a:cubicBezTo>
                  <a:cubicBezTo>
                    <a:pt x="124820" y="75733"/>
                    <a:pt x="128277" y="74892"/>
                    <a:pt x="131309" y="73203"/>
                  </a:cubicBezTo>
                  <a:cubicBezTo>
                    <a:pt x="134342" y="71486"/>
                    <a:pt x="136569" y="69143"/>
                    <a:pt x="137992" y="66190"/>
                  </a:cubicBezTo>
                  <a:cubicBezTo>
                    <a:pt x="139077" y="63905"/>
                    <a:pt x="139623" y="60535"/>
                    <a:pt x="139623" y="56086"/>
                  </a:cubicBezTo>
                  <a:lnTo>
                    <a:pt x="139623" y="52378"/>
                  </a:lnTo>
                  <a:close/>
                  <a:moveTo>
                    <a:pt x="187618" y="73261"/>
                  </a:moveTo>
                  <a:lnTo>
                    <a:pt x="189077" y="82186"/>
                  </a:lnTo>
                  <a:cubicBezTo>
                    <a:pt x="186239" y="82789"/>
                    <a:pt x="183687" y="83084"/>
                    <a:pt x="181445" y="83084"/>
                  </a:cubicBezTo>
                  <a:cubicBezTo>
                    <a:pt x="177773" y="83084"/>
                    <a:pt x="174935" y="82509"/>
                    <a:pt x="172909" y="81345"/>
                  </a:cubicBezTo>
                  <a:cubicBezTo>
                    <a:pt x="170889" y="80188"/>
                    <a:pt x="169467" y="78672"/>
                    <a:pt x="168647" y="76796"/>
                  </a:cubicBezTo>
                  <a:cubicBezTo>
                    <a:pt x="167821" y="74892"/>
                    <a:pt x="167411" y="70904"/>
                    <a:pt x="167411" y="64839"/>
                  </a:cubicBezTo>
                  <a:lnTo>
                    <a:pt x="167411" y="30540"/>
                  </a:lnTo>
                  <a:lnTo>
                    <a:pt x="160003" y="30540"/>
                  </a:lnTo>
                  <a:lnTo>
                    <a:pt x="160003" y="22679"/>
                  </a:lnTo>
                  <a:lnTo>
                    <a:pt x="167411" y="22679"/>
                  </a:lnTo>
                  <a:lnTo>
                    <a:pt x="167411" y="7912"/>
                  </a:lnTo>
                  <a:lnTo>
                    <a:pt x="177457" y="1854"/>
                  </a:lnTo>
                  <a:lnTo>
                    <a:pt x="177457" y="22679"/>
                  </a:lnTo>
                  <a:lnTo>
                    <a:pt x="187618" y="22679"/>
                  </a:lnTo>
                  <a:lnTo>
                    <a:pt x="187618" y="30540"/>
                  </a:lnTo>
                  <a:lnTo>
                    <a:pt x="177457" y="30540"/>
                  </a:lnTo>
                  <a:lnTo>
                    <a:pt x="177457" y="65400"/>
                  </a:lnTo>
                  <a:cubicBezTo>
                    <a:pt x="177457" y="68281"/>
                    <a:pt x="177630" y="70135"/>
                    <a:pt x="177968" y="70961"/>
                  </a:cubicBezTo>
                  <a:cubicBezTo>
                    <a:pt x="178341" y="71781"/>
                    <a:pt x="178916" y="72442"/>
                    <a:pt x="179706" y="72923"/>
                  </a:cubicBezTo>
                  <a:cubicBezTo>
                    <a:pt x="180526" y="73412"/>
                    <a:pt x="181690" y="73656"/>
                    <a:pt x="183185" y="73656"/>
                  </a:cubicBezTo>
                  <a:cubicBezTo>
                    <a:pt x="184306" y="73656"/>
                    <a:pt x="185786" y="73527"/>
                    <a:pt x="187618" y="73261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59FA83D-16BC-F481-1111-5F520DBBAE3E}"/>
                </a:ext>
              </a:extLst>
            </p:cNvPr>
            <p:cNvSpPr/>
            <p:nvPr/>
          </p:nvSpPr>
          <p:spPr>
            <a:xfrm>
              <a:off x="2893491" y="3717560"/>
              <a:ext cx="503483" cy="503484"/>
            </a:xfrm>
            <a:custGeom>
              <a:avLst/>
              <a:gdLst>
                <a:gd name="csX0" fmla="*/ 316182 w 359297"/>
                <a:gd name="csY0" fmla="*/ 0 h 359298"/>
                <a:gd name="csX1" fmla="*/ 43116 w 359297"/>
                <a:gd name="csY1" fmla="*/ 0 h 359298"/>
                <a:gd name="csX2" fmla="*/ 0 w 359297"/>
                <a:gd name="csY2" fmla="*/ 43116 h 359298"/>
                <a:gd name="csX3" fmla="*/ 0 w 359297"/>
                <a:gd name="csY3" fmla="*/ 316182 h 359298"/>
                <a:gd name="csX4" fmla="*/ 43116 w 359297"/>
                <a:gd name="csY4" fmla="*/ 359298 h 359298"/>
                <a:gd name="csX5" fmla="*/ 316182 w 359297"/>
                <a:gd name="csY5" fmla="*/ 359298 h 359298"/>
                <a:gd name="csX6" fmla="*/ 359298 w 359297"/>
                <a:gd name="csY6" fmla="*/ 316182 h 359298"/>
                <a:gd name="csX7" fmla="*/ 359298 w 359297"/>
                <a:gd name="csY7" fmla="*/ 43116 h 359298"/>
                <a:gd name="csX8" fmla="*/ 316182 w 35929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97" h="359298">
                  <a:moveTo>
                    <a:pt x="316182" y="0"/>
                  </a:moveTo>
                  <a:lnTo>
                    <a:pt x="43116" y="0"/>
                  </a:lnTo>
                  <a:cubicBezTo>
                    <a:pt x="19302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2" y="359298"/>
                    <a:pt x="43116" y="359298"/>
                  </a:cubicBezTo>
                  <a:lnTo>
                    <a:pt x="316182" y="359298"/>
                  </a:lnTo>
                  <a:cubicBezTo>
                    <a:pt x="339996" y="359298"/>
                    <a:pt x="359298" y="339996"/>
                    <a:pt x="359298" y="316182"/>
                  </a:cubicBezTo>
                  <a:lnTo>
                    <a:pt x="359298" y="43116"/>
                  </a:lnTo>
                  <a:cubicBezTo>
                    <a:pt x="359298" y="19302"/>
                    <a:pt x="339996" y="0"/>
                    <a:pt x="316182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7183" cap="flat">
              <a:solidFill>
                <a:srgbClr val="CCCCCC"/>
              </a:solidFill>
              <a:prstDash val="solid"/>
              <a:miter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8E96F2E-E7A8-62D1-D68F-A243555275BB}"/>
                </a:ext>
              </a:extLst>
            </p:cNvPr>
            <p:cNvSpPr/>
            <p:nvPr/>
          </p:nvSpPr>
          <p:spPr>
            <a:xfrm>
              <a:off x="3097715" y="3894252"/>
              <a:ext cx="99517" cy="117220"/>
            </a:xfrm>
            <a:custGeom>
              <a:avLst/>
              <a:gdLst>
                <a:gd name="csX0" fmla="*/ 0 w 71018"/>
                <a:gd name="csY0" fmla="*/ 11620 h 83651"/>
                <a:gd name="csX1" fmla="*/ 0 w 71018"/>
                <a:gd name="csY1" fmla="*/ 0 h 83651"/>
                <a:gd name="csX2" fmla="*/ 10111 w 71018"/>
                <a:gd name="csY2" fmla="*/ 0 h 83651"/>
                <a:gd name="csX3" fmla="*/ 10111 w 71018"/>
                <a:gd name="csY3" fmla="*/ 11620 h 83651"/>
                <a:gd name="csX4" fmla="*/ 0 w 71018"/>
                <a:gd name="csY4" fmla="*/ 11620 h 83651"/>
                <a:gd name="csX5" fmla="*/ 0 w 71018"/>
                <a:gd name="csY5" fmla="*/ 82301 h 83651"/>
                <a:gd name="csX6" fmla="*/ 0 w 71018"/>
                <a:gd name="csY6" fmla="*/ 22679 h 83651"/>
                <a:gd name="csX7" fmla="*/ 10111 w 71018"/>
                <a:gd name="csY7" fmla="*/ 22679 h 83651"/>
                <a:gd name="csX8" fmla="*/ 10111 w 71018"/>
                <a:gd name="csY8" fmla="*/ 82301 h 83651"/>
                <a:gd name="csX9" fmla="*/ 0 w 71018"/>
                <a:gd name="csY9" fmla="*/ 82301 h 83651"/>
                <a:gd name="csX10" fmla="*/ 21500 w 71018"/>
                <a:gd name="csY10" fmla="*/ 64501 h 83651"/>
                <a:gd name="csX11" fmla="*/ 31496 w 71018"/>
                <a:gd name="csY11" fmla="*/ 62935 h 83651"/>
                <a:gd name="csX12" fmla="*/ 36153 w 71018"/>
                <a:gd name="csY12" fmla="*/ 72140 h 83651"/>
                <a:gd name="csX13" fmla="*/ 46932 w 71018"/>
                <a:gd name="csY13" fmla="*/ 75338 h 83651"/>
                <a:gd name="csX14" fmla="*/ 57265 w 71018"/>
                <a:gd name="csY14" fmla="*/ 72535 h 83651"/>
                <a:gd name="csX15" fmla="*/ 60635 w 71018"/>
                <a:gd name="csY15" fmla="*/ 65852 h 83651"/>
                <a:gd name="csX16" fmla="*/ 57660 w 71018"/>
                <a:gd name="csY16" fmla="*/ 60463 h 83651"/>
                <a:gd name="csX17" fmla="*/ 47327 w 71018"/>
                <a:gd name="csY17" fmla="*/ 57035 h 83651"/>
                <a:gd name="csX18" fmla="*/ 31891 w 71018"/>
                <a:gd name="csY18" fmla="*/ 52206 h 83651"/>
                <a:gd name="csX19" fmla="*/ 25374 w 71018"/>
                <a:gd name="csY19" fmla="*/ 46536 h 83651"/>
                <a:gd name="csX20" fmla="*/ 23189 w 71018"/>
                <a:gd name="csY20" fmla="*/ 38510 h 83651"/>
                <a:gd name="csX21" fmla="*/ 24986 w 71018"/>
                <a:gd name="csY21" fmla="*/ 31158 h 83651"/>
                <a:gd name="csX22" fmla="*/ 29980 w 71018"/>
                <a:gd name="csY22" fmla="*/ 25489 h 83651"/>
                <a:gd name="csX23" fmla="*/ 36382 w 71018"/>
                <a:gd name="csY23" fmla="*/ 22571 h 83651"/>
                <a:gd name="csX24" fmla="*/ 45135 w 71018"/>
                <a:gd name="csY24" fmla="*/ 21335 h 83651"/>
                <a:gd name="csX25" fmla="*/ 57430 w 71018"/>
                <a:gd name="csY25" fmla="*/ 23354 h 83651"/>
                <a:gd name="csX26" fmla="*/ 65292 w 71018"/>
                <a:gd name="csY26" fmla="*/ 28852 h 83651"/>
                <a:gd name="csX27" fmla="*/ 68777 w 71018"/>
                <a:gd name="csY27" fmla="*/ 38064 h 83651"/>
                <a:gd name="csX28" fmla="*/ 58896 w 71018"/>
                <a:gd name="csY28" fmla="*/ 39408 h 83651"/>
                <a:gd name="csX29" fmla="*/ 54965 w 71018"/>
                <a:gd name="csY29" fmla="*/ 32222 h 83651"/>
                <a:gd name="csX30" fmla="*/ 45868 w 71018"/>
                <a:gd name="csY30" fmla="*/ 29642 h 83651"/>
                <a:gd name="csX31" fmla="*/ 35930 w 71018"/>
                <a:gd name="csY31" fmla="*/ 31942 h 83651"/>
                <a:gd name="csX32" fmla="*/ 32955 w 71018"/>
                <a:gd name="csY32" fmla="*/ 37331 h 83651"/>
                <a:gd name="csX33" fmla="*/ 34191 w 71018"/>
                <a:gd name="csY33" fmla="*/ 40867 h 83651"/>
                <a:gd name="csX34" fmla="*/ 38064 w 71018"/>
                <a:gd name="csY34" fmla="*/ 43561 h 83651"/>
                <a:gd name="csX35" fmla="*/ 46989 w 71018"/>
                <a:gd name="csY35" fmla="*/ 46148 h 83651"/>
                <a:gd name="csX36" fmla="*/ 61921 w 71018"/>
                <a:gd name="csY36" fmla="*/ 50862 h 83651"/>
                <a:gd name="csX37" fmla="*/ 68604 w 71018"/>
                <a:gd name="csY37" fmla="*/ 56137 h 83651"/>
                <a:gd name="csX38" fmla="*/ 71019 w 71018"/>
                <a:gd name="csY38" fmla="*/ 64782 h 83651"/>
                <a:gd name="csX39" fmla="*/ 68044 w 71018"/>
                <a:gd name="csY39" fmla="*/ 74332 h 83651"/>
                <a:gd name="csX40" fmla="*/ 59564 w 71018"/>
                <a:gd name="csY40" fmla="*/ 81237 h 83651"/>
                <a:gd name="csX41" fmla="*/ 46989 w 71018"/>
                <a:gd name="csY41" fmla="*/ 83652 h 83651"/>
                <a:gd name="csX42" fmla="*/ 29254 w 71018"/>
                <a:gd name="csY42" fmla="*/ 78823 h 83651"/>
                <a:gd name="csX43" fmla="*/ 21500 w 71018"/>
                <a:gd name="csY43" fmla="*/ 64501 h 83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71018" h="83651">
                  <a:moveTo>
                    <a:pt x="0" y="11620"/>
                  </a:moveTo>
                  <a:lnTo>
                    <a:pt x="0" y="0"/>
                  </a:lnTo>
                  <a:lnTo>
                    <a:pt x="10111" y="0"/>
                  </a:lnTo>
                  <a:lnTo>
                    <a:pt x="10111" y="11620"/>
                  </a:lnTo>
                  <a:lnTo>
                    <a:pt x="0" y="11620"/>
                  </a:lnTo>
                  <a:close/>
                  <a:moveTo>
                    <a:pt x="0" y="82301"/>
                  </a:moveTo>
                  <a:lnTo>
                    <a:pt x="0" y="22679"/>
                  </a:lnTo>
                  <a:lnTo>
                    <a:pt x="10111" y="22679"/>
                  </a:lnTo>
                  <a:lnTo>
                    <a:pt x="10111" y="82301"/>
                  </a:lnTo>
                  <a:lnTo>
                    <a:pt x="0" y="82301"/>
                  </a:lnTo>
                  <a:close/>
                  <a:moveTo>
                    <a:pt x="21500" y="64501"/>
                  </a:moveTo>
                  <a:lnTo>
                    <a:pt x="31496" y="62935"/>
                  </a:lnTo>
                  <a:cubicBezTo>
                    <a:pt x="32057" y="66937"/>
                    <a:pt x="33609" y="70006"/>
                    <a:pt x="36153" y="72140"/>
                  </a:cubicBezTo>
                  <a:cubicBezTo>
                    <a:pt x="38739" y="74274"/>
                    <a:pt x="42332" y="75338"/>
                    <a:pt x="46932" y="75338"/>
                  </a:cubicBezTo>
                  <a:cubicBezTo>
                    <a:pt x="51574" y="75338"/>
                    <a:pt x="55023" y="74403"/>
                    <a:pt x="57265" y="72535"/>
                  </a:cubicBezTo>
                  <a:cubicBezTo>
                    <a:pt x="59507" y="70624"/>
                    <a:pt x="60635" y="68396"/>
                    <a:pt x="60635" y="65852"/>
                  </a:cubicBezTo>
                  <a:cubicBezTo>
                    <a:pt x="60635" y="63567"/>
                    <a:pt x="59643" y="61771"/>
                    <a:pt x="57660" y="60463"/>
                  </a:cubicBezTo>
                  <a:cubicBezTo>
                    <a:pt x="56273" y="59564"/>
                    <a:pt x="52831" y="58422"/>
                    <a:pt x="47327" y="57035"/>
                  </a:cubicBezTo>
                  <a:cubicBezTo>
                    <a:pt x="39918" y="55167"/>
                    <a:pt x="34773" y="53557"/>
                    <a:pt x="31891" y="52206"/>
                  </a:cubicBezTo>
                  <a:cubicBezTo>
                    <a:pt x="29046" y="50826"/>
                    <a:pt x="26875" y="48936"/>
                    <a:pt x="25374" y="46536"/>
                  </a:cubicBezTo>
                  <a:cubicBezTo>
                    <a:pt x="23915" y="44107"/>
                    <a:pt x="23189" y="41427"/>
                    <a:pt x="23189" y="38510"/>
                  </a:cubicBezTo>
                  <a:cubicBezTo>
                    <a:pt x="23189" y="35851"/>
                    <a:pt x="23786" y="33400"/>
                    <a:pt x="24986" y="31158"/>
                  </a:cubicBezTo>
                  <a:cubicBezTo>
                    <a:pt x="26221" y="28873"/>
                    <a:pt x="27882" y="26983"/>
                    <a:pt x="29980" y="25489"/>
                  </a:cubicBezTo>
                  <a:cubicBezTo>
                    <a:pt x="31553" y="24325"/>
                    <a:pt x="33688" y="23354"/>
                    <a:pt x="36382" y="22571"/>
                  </a:cubicBezTo>
                  <a:cubicBezTo>
                    <a:pt x="39113" y="21745"/>
                    <a:pt x="42031" y="21335"/>
                    <a:pt x="45135" y="21335"/>
                  </a:cubicBezTo>
                  <a:cubicBezTo>
                    <a:pt x="49820" y="21335"/>
                    <a:pt x="53916" y="22003"/>
                    <a:pt x="57430" y="23354"/>
                  </a:cubicBezTo>
                  <a:cubicBezTo>
                    <a:pt x="60987" y="24698"/>
                    <a:pt x="63610" y="26538"/>
                    <a:pt x="65292" y="28852"/>
                  </a:cubicBezTo>
                  <a:cubicBezTo>
                    <a:pt x="66980" y="31137"/>
                    <a:pt x="68137" y="34205"/>
                    <a:pt x="68777" y="38064"/>
                  </a:cubicBezTo>
                  <a:lnTo>
                    <a:pt x="58896" y="39408"/>
                  </a:lnTo>
                  <a:cubicBezTo>
                    <a:pt x="58443" y="36339"/>
                    <a:pt x="57135" y="33946"/>
                    <a:pt x="54965" y="32222"/>
                  </a:cubicBezTo>
                  <a:cubicBezTo>
                    <a:pt x="52831" y="30504"/>
                    <a:pt x="49799" y="29642"/>
                    <a:pt x="45868" y="29642"/>
                  </a:cubicBezTo>
                  <a:cubicBezTo>
                    <a:pt x="41226" y="29642"/>
                    <a:pt x="37913" y="30411"/>
                    <a:pt x="35930" y="31942"/>
                  </a:cubicBezTo>
                  <a:cubicBezTo>
                    <a:pt x="33946" y="33479"/>
                    <a:pt x="32955" y="35276"/>
                    <a:pt x="32955" y="37331"/>
                  </a:cubicBezTo>
                  <a:cubicBezTo>
                    <a:pt x="32955" y="38639"/>
                    <a:pt x="33364" y="39825"/>
                    <a:pt x="34191" y="40867"/>
                  </a:cubicBezTo>
                  <a:cubicBezTo>
                    <a:pt x="35017" y="41952"/>
                    <a:pt x="36303" y="42850"/>
                    <a:pt x="38064" y="43561"/>
                  </a:cubicBezTo>
                  <a:cubicBezTo>
                    <a:pt x="39077" y="43935"/>
                    <a:pt x="42052" y="44797"/>
                    <a:pt x="46989" y="46148"/>
                  </a:cubicBezTo>
                  <a:cubicBezTo>
                    <a:pt x="54139" y="48053"/>
                    <a:pt x="59119" y="49626"/>
                    <a:pt x="61921" y="50862"/>
                  </a:cubicBezTo>
                  <a:cubicBezTo>
                    <a:pt x="64767" y="52062"/>
                    <a:pt x="66995" y="53816"/>
                    <a:pt x="68604" y="56137"/>
                  </a:cubicBezTo>
                  <a:cubicBezTo>
                    <a:pt x="70214" y="58458"/>
                    <a:pt x="71019" y="61339"/>
                    <a:pt x="71019" y="64782"/>
                  </a:cubicBezTo>
                  <a:cubicBezTo>
                    <a:pt x="71019" y="68152"/>
                    <a:pt x="70027" y="71335"/>
                    <a:pt x="68044" y="74332"/>
                  </a:cubicBezTo>
                  <a:cubicBezTo>
                    <a:pt x="66096" y="77285"/>
                    <a:pt x="63272" y="79585"/>
                    <a:pt x="59564" y="81237"/>
                  </a:cubicBezTo>
                  <a:cubicBezTo>
                    <a:pt x="55864" y="82847"/>
                    <a:pt x="51667" y="83652"/>
                    <a:pt x="46989" y="83652"/>
                  </a:cubicBezTo>
                  <a:cubicBezTo>
                    <a:pt x="39243" y="83652"/>
                    <a:pt x="33328" y="82042"/>
                    <a:pt x="29254" y="78823"/>
                  </a:cubicBezTo>
                  <a:cubicBezTo>
                    <a:pt x="25208" y="75603"/>
                    <a:pt x="22628" y="70832"/>
                    <a:pt x="21500" y="64501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9B43FD-F688-21CA-2910-C6D802B878B4}"/>
                </a:ext>
              </a:extLst>
            </p:cNvPr>
            <p:cNvSpPr/>
            <p:nvPr/>
          </p:nvSpPr>
          <p:spPr>
            <a:xfrm>
              <a:off x="3497672" y="3717560"/>
              <a:ext cx="453135" cy="503484"/>
            </a:xfrm>
            <a:custGeom>
              <a:avLst/>
              <a:gdLst>
                <a:gd name="csX0" fmla="*/ 280252 w 323368"/>
                <a:gd name="csY0" fmla="*/ 0 h 359298"/>
                <a:gd name="csX1" fmla="*/ 43116 w 323368"/>
                <a:gd name="csY1" fmla="*/ 0 h 359298"/>
                <a:gd name="csX2" fmla="*/ 0 w 323368"/>
                <a:gd name="csY2" fmla="*/ 43116 h 359298"/>
                <a:gd name="csX3" fmla="*/ 0 w 323368"/>
                <a:gd name="csY3" fmla="*/ 316182 h 359298"/>
                <a:gd name="csX4" fmla="*/ 43116 w 323368"/>
                <a:gd name="csY4" fmla="*/ 359298 h 359298"/>
                <a:gd name="csX5" fmla="*/ 280252 w 323368"/>
                <a:gd name="csY5" fmla="*/ 359298 h 359298"/>
                <a:gd name="csX6" fmla="*/ 323368 w 323368"/>
                <a:gd name="csY6" fmla="*/ 316182 h 359298"/>
                <a:gd name="csX7" fmla="*/ 323368 w 323368"/>
                <a:gd name="csY7" fmla="*/ 43116 h 359298"/>
                <a:gd name="csX8" fmla="*/ 280252 w 323368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3368" h="359298">
                  <a:moveTo>
                    <a:pt x="280252" y="0"/>
                  </a:moveTo>
                  <a:lnTo>
                    <a:pt x="43116" y="0"/>
                  </a:lnTo>
                  <a:cubicBezTo>
                    <a:pt x="19302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2" y="359298"/>
                    <a:pt x="43116" y="359298"/>
                  </a:cubicBezTo>
                  <a:lnTo>
                    <a:pt x="280252" y="359298"/>
                  </a:lnTo>
                  <a:cubicBezTo>
                    <a:pt x="304067" y="359298"/>
                    <a:pt x="323368" y="339996"/>
                    <a:pt x="323368" y="316182"/>
                  </a:cubicBezTo>
                  <a:lnTo>
                    <a:pt x="323368" y="43116"/>
                  </a:lnTo>
                  <a:cubicBezTo>
                    <a:pt x="323368" y="19302"/>
                    <a:pt x="304067" y="0"/>
                    <a:pt x="280252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7183" cap="flat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7106A9F-B150-D40A-CA89-312D700A7332}"/>
                </a:ext>
              </a:extLst>
            </p:cNvPr>
            <p:cNvSpPr/>
            <p:nvPr/>
          </p:nvSpPr>
          <p:spPr>
            <a:xfrm>
              <a:off x="3680184" y="3924149"/>
              <a:ext cx="76941" cy="87323"/>
            </a:xfrm>
            <a:custGeom>
              <a:avLst/>
              <a:gdLst>
                <a:gd name="csX0" fmla="*/ 42332 w 54907"/>
                <a:gd name="csY0" fmla="*/ 53614 h 62316"/>
                <a:gd name="csX1" fmla="*/ 31496 w 54907"/>
                <a:gd name="csY1" fmla="*/ 60348 h 62316"/>
                <a:gd name="csX2" fmla="*/ 20379 w 54907"/>
                <a:gd name="csY2" fmla="*/ 62317 h 62316"/>
                <a:gd name="csX3" fmla="*/ 5275 w 54907"/>
                <a:gd name="csY3" fmla="*/ 57538 h 62316"/>
                <a:gd name="csX4" fmla="*/ 0 w 54907"/>
                <a:gd name="csY4" fmla="*/ 45243 h 62316"/>
                <a:gd name="csX5" fmla="*/ 1962 w 54907"/>
                <a:gd name="csY5" fmla="*/ 37274 h 62316"/>
                <a:gd name="csX6" fmla="*/ 7186 w 54907"/>
                <a:gd name="csY6" fmla="*/ 31439 h 62316"/>
                <a:gd name="csX7" fmla="*/ 14487 w 54907"/>
                <a:gd name="csY7" fmla="*/ 28126 h 62316"/>
                <a:gd name="csX8" fmla="*/ 23469 w 54907"/>
                <a:gd name="csY8" fmla="*/ 26610 h 62316"/>
                <a:gd name="csX9" fmla="*/ 41485 w 54907"/>
                <a:gd name="csY9" fmla="*/ 23125 h 62316"/>
                <a:gd name="csX10" fmla="*/ 41542 w 54907"/>
                <a:gd name="csY10" fmla="*/ 20487 h 62316"/>
                <a:gd name="csX11" fmla="*/ 38682 w 54907"/>
                <a:gd name="csY11" fmla="*/ 11785 h 62316"/>
                <a:gd name="csX12" fmla="*/ 27170 w 54907"/>
                <a:gd name="csY12" fmla="*/ 8364 h 62316"/>
                <a:gd name="csX13" fmla="*/ 16621 w 54907"/>
                <a:gd name="csY13" fmla="*/ 10887 h 62316"/>
                <a:gd name="csX14" fmla="*/ 11620 w 54907"/>
                <a:gd name="csY14" fmla="*/ 19704 h 62316"/>
                <a:gd name="csX15" fmla="*/ 1739 w 54907"/>
                <a:gd name="csY15" fmla="*/ 18353 h 62316"/>
                <a:gd name="csX16" fmla="*/ 6173 w 54907"/>
                <a:gd name="csY16" fmla="*/ 8135 h 62316"/>
                <a:gd name="csX17" fmla="*/ 15105 w 54907"/>
                <a:gd name="csY17" fmla="*/ 2127 h 62316"/>
                <a:gd name="csX18" fmla="*/ 28629 w 54907"/>
                <a:gd name="csY18" fmla="*/ 0 h 62316"/>
                <a:gd name="csX19" fmla="*/ 41039 w 54907"/>
                <a:gd name="csY19" fmla="*/ 1796 h 62316"/>
                <a:gd name="csX20" fmla="*/ 48053 w 54907"/>
                <a:gd name="csY20" fmla="*/ 6338 h 62316"/>
                <a:gd name="csX21" fmla="*/ 51200 w 54907"/>
                <a:gd name="csY21" fmla="*/ 13193 h 62316"/>
                <a:gd name="csX22" fmla="*/ 51703 w 54907"/>
                <a:gd name="csY22" fmla="*/ 22507 h 62316"/>
                <a:gd name="csX23" fmla="*/ 51703 w 54907"/>
                <a:gd name="csY23" fmla="*/ 35980 h 62316"/>
                <a:gd name="csX24" fmla="*/ 52321 w 54907"/>
                <a:gd name="csY24" fmla="*/ 53837 h 62316"/>
                <a:gd name="csX25" fmla="*/ 54908 w 54907"/>
                <a:gd name="csY25" fmla="*/ 60966 h 62316"/>
                <a:gd name="csX26" fmla="*/ 44352 w 54907"/>
                <a:gd name="csY26" fmla="*/ 60966 h 62316"/>
                <a:gd name="csX27" fmla="*/ 42332 w 54907"/>
                <a:gd name="csY27" fmla="*/ 53614 h 62316"/>
                <a:gd name="csX28" fmla="*/ 41485 w 54907"/>
                <a:gd name="csY28" fmla="*/ 31043 h 62316"/>
                <a:gd name="csX29" fmla="*/ 24986 w 54907"/>
                <a:gd name="csY29" fmla="*/ 34859 h 62316"/>
                <a:gd name="csX30" fmla="*/ 16168 w 54907"/>
                <a:gd name="csY30" fmla="*/ 36878 h 62316"/>
                <a:gd name="csX31" fmla="*/ 12180 w 54907"/>
                <a:gd name="csY31" fmla="*/ 40191 h 62316"/>
                <a:gd name="csX32" fmla="*/ 10779 w 54907"/>
                <a:gd name="csY32" fmla="*/ 44963 h 62316"/>
                <a:gd name="csX33" fmla="*/ 13811 w 54907"/>
                <a:gd name="csY33" fmla="*/ 51703 h 62316"/>
                <a:gd name="csX34" fmla="*/ 22794 w 54907"/>
                <a:gd name="csY34" fmla="*/ 54398 h 62316"/>
                <a:gd name="csX35" fmla="*/ 33178 w 54907"/>
                <a:gd name="csY35" fmla="*/ 51868 h 62316"/>
                <a:gd name="csX36" fmla="*/ 39860 w 54907"/>
                <a:gd name="csY36" fmla="*/ 44855 h 62316"/>
                <a:gd name="csX37" fmla="*/ 41485 w 54907"/>
                <a:gd name="csY37" fmla="*/ 34751 h 62316"/>
                <a:gd name="csX38" fmla="*/ 41485 w 54907"/>
                <a:gd name="csY38" fmla="*/ 31043 h 62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54907" h="62316">
                  <a:moveTo>
                    <a:pt x="42332" y="53614"/>
                  </a:moveTo>
                  <a:cubicBezTo>
                    <a:pt x="38589" y="56791"/>
                    <a:pt x="34974" y="59040"/>
                    <a:pt x="31496" y="60348"/>
                  </a:cubicBezTo>
                  <a:cubicBezTo>
                    <a:pt x="28054" y="61656"/>
                    <a:pt x="24346" y="62317"/>
                    <a:pt x="20379" y="62317"/>
                  </a:cubicBezTo>
                  <a:cubicBezTo>
                    <a:pt x="13826" y="62317"/>
                    <a:pt x="8796" y="60721"/>
                    <a:pt x="5275" y="57538"/>
                  </a:cubicBezTo>
                  <a:cubicBezTo>
                    <a:pt x="1761" y="54326"/>
                    <a:pt x="0" y="50223"/>
                    <a:pt x="0" y="45243"/>
                  </a:cubicBezTo>
                  <a:cubicBezTo>
                    <a:pt x="0" y="42325"/>
                    <a:pt x="654" y="39667"/>
                    <a:pt x="1962" y="37274"/>
                  </a:cubicBezTo>
                  <a:cubicBezTo>
                    <a:pt x="3313" y="34845"/>
                    <a:pt x="5052" y="32897"/>
                    <a:pt x="7186" y="31439"/>
                  </a:cubicBezTo>
                  <a:cubicBezTo>
                    <a:pt x="9356" y="29980"/>
                    <a:pt x="11792" y="28873"/>
                    <a:pt x="14487" y="28126"/>
                  </a:cubicBezTo>
                  <a:cubicBezTo>
                    <a:pt x="16470" y="27601"/>
                    <a:pt x="19460" y="27091"/>
                    <a:pt x="23469" y="26610"/>
                  </a:cubicBezTo>
                  <a:cubicBezTo>
                    <a:pt x="31625" y="25632"/>
                    <a:pt x="37633" y="24475"/>
                    <a:pt x="41485" y="23125"/>
                  </a:cubicBezTo>
                  <a:cubicBezTo>
                    <a:pt x="41528" y="21745"/>
                    <a:pt x="41542" y="20861"/>
                    <a:pt x="41542" y="20487"/>
                  </a:cubicBezTo>
                  <a:cubicBezTo>
                    <a:pt x="41542" y="16370"/>
                    <a:pt x="40586" y="13474"/>
                    <a:pt x="38682" y="11785"/>
                  </a:cubicBezTo>
                  <a:cubicBezTo>
                    <a:pt x="36095" y="9507"/>
                    <a:pt x="32265" y="8364"/>
                    <a:pt x="27170" y="8364"/>
                  </a:cubicBezTo>
                  <a:cubicBezTo>
                    <a:pt x="22420" y="8364"/>
                    <a:pt x="18899" y="9205"/>
                    <a:pt x="16621" y="10887"/>
                  </a:cubicBezTo>
                  <a:cubicBezTo>
                    <a:pt x="14372" y="12532"/>
                    <a:pt x="12705" y="15471"/>
                    <a:pt x="11620" y="19704"/>
                  </a:cubicBezTo>
                  <a:lnTo>
                    <a:pt x="1739" y="18353"/>
                  </a:lnTo>
                  <a:cubicBezTo>
                    <a:pt x="2637" y="14128"/>
                    <a:pt x="4118" y="10721"/>
                    <a:pt x="6173" y="8135"/>
                  </a:cubicBezTo>
                  <a:cubicBezTo>
                    <a:pt x="8235" y="5519"/>
                    <a:pt x="11210" y="3514"/>
                    <a:pt x="15105" y="2127"/>
                  </a:cubicBezTo>
                  <a:cubicBezTo>
                    <a:pt x="18993" y="711"/>
                    <a:pt x="23505" y="0"/>
                    <a:pt x="28629" y="0"/>
                  </a:cubicBezTo>
                  <a:cubicBezTo>
                    <a:pt x="33724" y="0"/>
                    <a:pt x="37856" y="596"/>
                    <a:pt x="41039" y="1796"/>
                  </a:cubicBezTo>
                  <a:cubicBezTo>
                    <a:pt x="44222" y="2989"/>
                    <a:pt x="46558" y="4506"/>
                    <a:pt x="48053" y="6338"/>
                  </a:cubicBezTo>
                  <a:cubicBezTo>
                    <a:pt x="49554" y="8135"/>
                    <a:pt x="50603" y="10420"/>
                    <a:pt x="51200" y="13193"/>
                  </a:cubicBezTo>
                  <a:cubicBezTo>
                    <a:pt x="51538" y="14911"/>
                    <a:pt x="51703" y="18015"/>
                    <a:pt x="51703" y="22507"/>
                  </a:cubicBezTo>
                  <a:lnTo>
                    <a:pt x="51703" y="35980"/>
                  </a:lnTo>
                  <a:cubicBezTo>
                    <a:pt x="51703" y="45379"/>
                    <a:pt x="51911" y="51329"/>
                    <a:pt x="52321" y="53837"/>
                  </a:cubicBezTo>
                  <a:cubicBezTo>
                    <a:pt x="52774" y="56309"/>
                    <a:pt x="53636" y="58681"/>
                    <a:pt x="54908" y="60966"/>
                  </a:cubicBezTo>
                  <a:lnTo>
                    <a:pt x="44352" y="60966"/>
                  </a:lnTo>
                  <a:cubicBezTo>
                    <a:pt x="43303" y="58868"/>
                    <a:pt x="42627" y="56417"/>
                    <a:pt x="42332" y="53614"/>
                  </a:cubicBezTo>
                  <a:close/>
                  <a:moveTo>
                    <a:pt x="41485" y="31043"/>
                  </a:moveTo>
                  <a:cubicBezTo>
                    <a:pt x="37820" y="32538"/>
                    <a:pt x="32315" y="33810"/>
                    <a:pt x="24986" y="34859"/>
                  </a:cubicBezTo>
                  <a:cubicBezTo>
                    <a:pt x="20825" y="35463"/>
                    <a:pt x="17893" y="36131"/>
                    <a:pt x="16168" y="36878"/>
                  </a:cubicBezTo>
                  <a:cubicBezTo>
                    <a:pt x="14444" y="37633"/>
                    <a:pt x="13121" y="38732"/>
                    <a:pt x="12180" y="40191"/>
                  </a:cubicBezTo>
                  <a:cubicBezTo>
                    <a:pt x="11246" y="41614"/>
                    <a:pt x="10779" y="43209"/>
                    <a:pt x="10779" y="44963"/>
                  </a:cubicBezTo>
                  <a:cubicBezTo>
                    <a:pt x="10779" y="47657"/>
                    <a:pt x="11792" y="49907"/>
                    <a:pt x="13811" y="51703"/>
                  </a:cubicBezTo>
                  <a:cubicBezTo>
                    <a:pt x="15867" y="53500"/>
                    <a:pt x="18863" y="54398"/>
                    <a:pt x="22794" y="54398"/>
                  </a:cubicBezTo>
                  <a:cubicBezTo>
                    <a:pt x="26689" y="54398"/>
                    <a:pt x="30145" y="53557"/>
                    <a:pt x="33178" y="51868"/>
                  </a:cubicBezTo>
                  <a:cubicBezTo>
                    <a:pt x="36210" y="50151"/>
                    <a:pt x="38438" y="47808"/>
                    <a:pt x="39860" y="44855"/>
                  </a:cubicBezTo>
                  <a:cubicBezTo>
                    <a:pt x="40946" y="42570"/>
                    <a:pt x="41485" y="39200"/>
                    <a:pt x="41485" y="34751"/>
                  </a:cubicBezTo>
                  <a:lnTo>
                    <a:pt x="41485" y="31043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F535579-2A6B-B983-6A1C-B07DB1CEDFEB}"/>
                </a:ext>
              </a:extLst>
            </p:cNvPr>
            <p:cNvSpPr/>
            <p:nvPr/>
          </p:nvSpPr>
          <p:spPr>
            <a:xfrm>
              <a:off x="4051503" y="3717560"/>
              <a:ext cx="604180" cy="503484"/>
            </a:xfrm>
            <a:custGeom>
              <a:avLst/>
              <a:gdLst>
                <a:gd name="csX0" fmla="*/ 388042 w 431157"/>
                <a:gd name="csY0" fmla="*/ 0 h 359298"/>
                <a:gd name="csX1" fmla="*/ 43116 w 431157"/>
                <a:gd name="csY1" fmla="*/ 0 h 359298"/>
                <a:gd name="csX2" fmla="*/ 0 w 431157"/>
                <a:gd name="csY2" fmla="*/ 43116 h 359298"/>
                <a:gd name="csX3" fmla="*/ 0 w 431157"/>
                <a:gd name="csY3" fmla="*/ 316182 h 359298"/>
                <a:gd name="csX4" fmla="*/ 43116 w 431157"/>
                <a:gd name="csY4" fmla="*/ 359298 h 359298"/>
                <a:gd name="csX5" fmla="*/ 388042 w 431157"/>
                <a:gd name="csY5" fmla="*/ 359298 h 359298"/>
                <a:gd name="csX6" fmla="*/ 431158 w 431157"/>
                <a:gd name="csY6" fmla="*/ 316182 h 359298"/>
                <a:gd name="csX7" fmla="*/ 431158 w 431157"/>
                <a:gd name="csY7" fmla="*/ 43116 h 359298"/>
                <a:gd name="csX8" fmla="*/ 388042 w 43115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31157" h="359298">
                  <a:moveTo>
                    <a:pt x="388042" y="0"/>
                  </a:moveTo>
                  <a:lnTo>
                    <a:pt x="43116" y="0"/>
                  </a:lnTo>
                  <a:cubicBezTo>
                    <a:pt x="19302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2" y="359298"/>
                    <a:pt x="43116" y="359298"/>
                  </a:cubicBezTo>
                  <a:lnTo>
                    <a:pt x="388042" y="359298"/>
                  </a:lnTo>
                  <a:cubicBezTo>
                    <a:pt x="411856" y="359298"/>
                    <a:pt x="431158" y="339996"/>
                    <a:pt x="431158" y="316182"/>
                  </a:cubicBezTo>
                  <a:lnTo>
                    <a:pt x="431158" y="43116"/>
                  </a:lnTo>
                  <a:cubicBezTo>
                    <a:pt x="431158" y="19302"/>
                    <a:pt x="411856" y="0"/>
                    <a:pt x="388042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7183" cap="flat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84DDCD6-8D77-4B43-6651-D030E0D1E741}"/>
                </a:ext>
              </a:extLst>
            </p:cNvPr>
            <p:cNvSpPr/>
            <p:nvPr/>
          </p:nvSpPr>
          <p:spPr>
            <a:xfrm>
              <a:off x="4207503" y="3896850"/>
              <a:ext cx="291708" cy="114622"/>
            </a:xfrm>
            <a:custGeom>
              <a:avLst/>
              <a:gdLst>
                <a:gd name="csX0" fmla="*/ 41995 w 208170"/>
                <a:gd name="csY0" fmla="*/ 58609 h 81797"/>
                <a:gd name="csX1" fmla="*/ 51933 w 208170"/>
                <a:gd name="csY1" fmla="*/ 59902 h 81797"/>
                <a:gd name="csX2" fmla="*/ 43568 w 208170"/>
                <a:gd name="csY2" fmla="*/ 76013 h 81797"/>
                <a:gd name="csX3" fmla="*/ 27120 w 208170"/>
                <a:gd name="csY3" fmla="*/ 81798 h 81797"/>
                <a:gd name="csX4" fmla="*/ 7409 w 208170"/>
                <a:gd name="csY4" fmla="*/ 73821 h 81797"/>
                <a:gd name="csX5" fmla="*/ 0 w 208170"/>
                <a:gd name="csY5" fmla="*/ 50862 h 81797"/>
                <a:gd name="csX6" fmla="*/ 3205 w 208170"/>
                <a:gd name="csY6" fmla="*/ 33961 h 81797"/>
                <a:gd name="csX7" fmla="*/ 12913 w 208170"/>
                <a:gd name="csY7" fmla="*/ 23125 h 81797"/>
                <a:gd name="csX8" fmla="*/ 27170 w 208170"/>
                <a:gd name="csY8" fmla="*/ 19481 h 81797"/>
                <a:gd name="csX9" fmla="*/ 43058 w 208170"/>
                <a:gd name="csY9" fmla="*/ 24418 h 81797"/>
                <a:gd name="csX10" fmla="*/ 50977 w 208170"/>
                <a:gd name="csY10" fmla="*/ 38344 h 81797"/>
                <a:gd name="csX11" fmla="*/ 41154 w 208170"/>
                <a:gd name="csY11" fmla="*/ 39861 h 81797"/>
                <a:gd name="csX12" fmla="*/ 36153 w 208170"/>
                <a:gd name="csY12" fmla="*/ 30821 h 81797"/>
                <a:gd name="csX13" fmla="*/ 27565 w 208170"/>
                <a:gd name="csY13" fmla="*/ 27788 h 81797"/>
                <a:gd name="csX14" fmla="*/ 15162 w 208170"/>
                <a:gd name="csY14" fmla="*/ 33293 h 81797"/>
                <a:gd name="csX15" fmla="*/ 10391 w 208170"/>
                <a:gd name="csY15" fmla="*/ 50582 h 81797"/>
                <a:gd name="csX16" fmla="*/ 14990 w 208170"/>
                <a:gd name="csY16" fmla="*/ 68037 h 81797"/>
                <a:gd name="csX17" fmla="*/ 27005 w 208170"/>
                <a:gd name="csY17" fmla="*/ 73484 h 81797"/>
                <a:gd name="csX18" fmla="*/ 36943 w 208170"/>
                <a:gd name="csY18" fmla="*/ 69833 h 81797"/>
                <a:gd name="csX19" fmla="*/ 41995 w 208170"/>
                <a:gd name="csY19" fmla="*/ 58609 h 81797"/>
                <a:gd name="csX20" fmla="*/ 99648 w 208170"/>
                <a:gd name="csY20" fmla="*/ 80447 h 81797"/>
                <a:gd name="csX21" fmla="*/ 99648 w 208170"/>
                <a:gd name="csY21" fmla="*/ 71687 h 81797"/>
                <a:gd name="csX22" fmla="*/ 80734 w 208170"/>
                <a:gd name="csY22" fmla="*/ 81798 h 81797"/>
                <a:gd name="csX23" fmla="*/ 70853 w 208170"/>
                <a:gd name="csY23" fmla="*/ 79771 h 81797"/>
                <a:gd name="csX24" fmla="*/ 64056 w 208170"/>
                <a:gd name="csY24" fmla="*/ 74720 h 81797"/>
                <a:gd name="csX25" fmla="*/ 60973 w 208170"/>
                <a:gd name="csY25" fmla="*/ 67196 h 81797"/>
                <a:gd name="csX26" fmla="*/ 60355 w 208170"/>
                <a:gd name="csY26" fmla="*/ 57768 h 81797"/>
                <a:gd name="csX27" fmla="*/ 60355 w 208170"/>
                <a:gd name="csY27" fmla="*/ 20825 h 81797"/>
                <a:gd name="csX28" fmla="*/ 70458 w 208170"/>
                <a:gd name="csY28" fmla="*/ 20825 h 81797"/>
                <a:gd name="csX29" fmla="*/ 70458 w 208170"/>
                <a:gd name="csY29" fmla="*/ 53895 h 81797"/>
                <a:gd name="csX30" fmla="*/ 71076 w 208170"/>
                <a:gd name="csY30" fmla="*/ 64559 h 81797"/>
                <a:gd name="csX31" fmla="*/ 75115 w 208170"/>
                <a:gd name="csY31" fmla="*/ 70846 h 81797"/>
                <a:gd name="csX32" fmla="*/ 82753 w 208170"/>
                <a:gd name="csY32" fmla="*/ 73096 h 81797"/>
                <a:gd name="csX33" fmla="*/ 91283 w 208170"/>
                <a:gd name="csY33" fmla="*/ 70789 h 81797"/>
                <a:gd name="csX34" fmla="*/ 96903 w 208170"/>
                <a:gd name="csY34" fmla="*/ 64444 h 81797"/>
                <a:gd name="csX35" fmla="*/ 98584 w 208170"/>
                <a:gd name="csY35" fmla="*/ 52767 h 81797"/>
                <a:gd name="csX36" fmla="*/ 98584 w 208170"/>
                <a:gd name="csY36" fmla="*/ 20825 h 81797"/>
                <a:gd name="csX37" fmla="*/ 108688 w 208170"/>
                <a:gd name="csY37" fmla="*/ 20825 h 81797"/>
                <a:gd name="csX38" fmla="*/ 108688 w 208170"/>
                <a:gd name="csY38" fmla="*/ 80447 h 81797"/>
                <a:gd name="csX39" fmla="*/ 99648 w 208170"/>
                <a:gd name="csY39" fmla="*/ 80447 h 81797"/>
                <a:gd name="csX40" fmla="*/ 146637 w 208170"/>
                <a:gd name="csY40" fmla="*/ 71407 h 81797"/>
                <a:gd name="csX41" fmla="*/ 148103 w 208170"/>
                <a:gd name="csY41" fmla="*/ 80332 h 81797"/>
                <a:gd name="csX42" fmla="*/ 140464 w 208170"/>
                <a:gd name="csY42" fmla="*/ 81230 h 81797"/>
                <a:gd name="csX43" fmla="*/ 131934 w 208170"/>
                <a:gd name="csY43" fmla="*/ 79491 h 81797"/>
                <a:gd name="csX44" fmla="*/ 127666 w 208170"/>
                <a:gd name="csY44" fmla="*/ 74942 h 81797"/>
                <a:gd name="csX45" fmla="*/ 126430 w 208170"/>
                <a:gd name="csY45" fmla="*/ 62985 h 81797"/>
                <a:gd name="csX46" fmla="*/ 126430 w 208170"/>
                <a:gd name="csY46" fmla="*/ 28686 h 81797"/>
                <a:gd name="csX47" fmla="*/ 119021 w 208170"/>
                <a:gd name="csY47" fmla="*/ 28686 h 81797"/>
                <a:gd name="csX48" fmla="*/ 119021 w 208170"/>
                <a:gd name="csY48" fmla="*/ 20825 h 81797"/>
                <a:gd name="csX49" fmla="*/ 126430 w 208170"/>
                <a:gd name="csY49" fmla="*/ 20825 h 81797"/>
                <a:gd name="csX50" fmla="*/ 126430 w 208170"/>
                <a:gd name="csY50" fmla="*/ 6058 h 81797"/>
                <a:gd name="csX51" fmla="*/ 136476 w 208170"/>
                <a:gd name="csY51" fmla="*/ 0 h 81797"/>
                <a:gd name="csX52" fmla="*/ 136476 w 208170"/>
                <a:gd name="csY52" fmla="*/ 20825 h 81797"/>
                <a:gd name="csX53" fmla="*/ 146637 w 208170"/>
                <a:gd name="csY53" fmla="*/ 20825 h 81797"/>
                <a:gd name="csX54" fmla="*/ 146637 w 208170"/>
                <a:gd name="csY54" fmla="*/ 28686 h 81797"/>
                <a:gd name="csX55" fmla="*/ 136476 w 208170"/>
                <a:gd name="csY55" fmla="*/ 28686 h 81797"/>
                <a:gd name="csX56" fmla="*/ 136476 w 208170"/>
                <a:gd name="csY56" fmla="*/ 63546 h 81797"/>
                <a:gd name="csX57" fmla="*/ 136986 w 208170"/>
                <a:gd name="csY57" fmla="*/ 69107 h 81797"/>
                <a:gd name="csX58" fmla="*/ 138725 w 208170"/>
                <a:gd name="csY58" fmla="*/ 71069 h 81797"/>
                <a:gd name="csX59" fmla="*/ 142203 w 208170"/>
                <a:gd name="csY59" fmla="*/ 71802 h 81797"/>
                <a:gd name="csX60" fmla="*/ 146637 w 208170"/>
                <a:gd name="csY60" fmla="*/ 71407 h 81797"/>
                <a:gd name="csX61" fmla="*/ 197391 w 208170"/>
                <a:gd name="csY61" fmla="*/ 61246 h 81797"/>
                <a:gd name="csX62" fmla="*/ 207832 w 208170"/>
                <a:gd name="csY62" fmla="*/ 62539 h 81797"/>
                <a:gd name="csX63" fmla="*/ 198684 w 208170"/>
                <a:gd name="csY63" fmla="*/ 76739 h 81797"/>
                <a:gd name="csX64" fmla="*/ 181618 w 208170"/>
                <a:gd name="csY64" fmla="*/ 81798 h 81797"/>
                <a:gd name="csX65" fmla="*/ 160843 w 208170"/>
                <a:gd name="csY65" fmla="*/ 73764 h 81797"/>
                <a:gd name="csX66" fmla="*/ 153205 w 208170"/>
                <a:gd name="csY66" fmla="*/ 51143 h 81797"/>
                <a:gd name="csX67" fmla="*/ 160958 w 208170"/>
                <a:gd name="csY67" fmla="*/ 27788 h 81797"/>
                <a:gd name="csX68" fmla="*/ 181057 w 208170"/>
                <a:gd name="csY68" fmla="*/ 19481 h 81797"/>
                <a:gd name="csX69" fmla="*/ 200589 w 208170"/>
                <a:gd name="csY69" fmla="*/ 27616 h 81797"/>
                <a:gd name="csX70" fmla="*/ 208170 w 208170"/>
                <a:gd name="csY70" fmla="*/ 50525 h 81797"/>
                <a:gd name="csX71" fmla="*/ 208113 w 208170"/>
                <a:gd name="csY71" fmla="*/ 53219 h 81797"/>
                <a:gd name="csX72" fmla="*/ 163653 w 208170"/>
                <a:gd name="csY72" fmla="*/ 53219 h 81797"/>
                <a:gd name="csX73" fmla="*/ 169208 w 208170"/>
                <a:gd name="csY73" fmla="*/ 68267 h 81797"/>
                <a:gd name="csX74" fmla="*/ 181668 w 208170"/>
                <a:gd name="csY74" fmla="*/ 73484 h 81797"/>
                <a:gd name="csX75" fmla="*/ 191161 w 208170"/>
                <a:gd name="csY75" fmla="*/ 70566 h 81797"/>
                <a:gd name="csX76" fmla="*/ 197391 w 208170"/>
                <a:gd name="csY76" fmla="*/ 61246 h 81797"/>
                <a:gd name="csX77" fmla="*/ 164213 w 208170"/>
                <a:gd name="csY77" fmla="*/ 44912 h 81797"/>
                <a:gd name="csX78" fmla="*/ 197506 w 208170"/>
                <a:gd name="csY78" fmla="*/ 44912 h 81797"/>
                <a:gd name="csX79" fmla="*/ 193683 w 208170"/>
                <a:gd name="csY79" fmla="*/ 33623 h 81797"/>
                <a:gd name="csX80" fmla="*/ 181165 w 208170"/>
                <a:gd name="csY80" fmla="*/ 27788 h 81797"/>
                <a:gd name="csX81" fmla="*/ 169431 w 208170"/>
                <a:gd name="csY81" fmla="*/ 32445 h 81797"/>
                <a:gd name="csX82" fmla="*/ 164213 w 208170"/>
                <a:gd name="csY82" fmla="*/ 44912 h 81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208170" h="81797">
                  <a:moveTo>
                    <a:pt x="41995" y="58609"/>
                  </a:moveTo>
                  <a:lnTo>
                    <a:pt x="51933" y="59902"/>
                  </a:lnTo>
                  <a:cubicBezTo>
                    <a:pt x="50848" y="66750"/>
                    <a:pt x="48060" y="72118"/>
                    <a:pt x="43568" y="76013"/>
                  </a:cubicBezTo>
                  <a:cubicBezTo>
                    <a:pt x="39113" y="79865"/>
                    <a:pt x="33630" y="81798"/>
                    <a:pt x="27120" y="81798"/>
                  </a:cubicBezTo>
                  <a:cubicBezTo>
                    <a:pt x="18957" y="81798"/>
                    <a:pt x="12389" y="79139"/>
                    <a:pt x="7409" y="73821"/>
                  </a:cubicBezTo>
                  <a:cubicBezTo>
                    <a:pt x="2472" y="68468"/>
                    <a:pt x="0" y="60815"/>
                    <a:pt x="0" y="50862"/>
                  </a:cubicBezTo>
                  <a:cubicBezTo>
                    <a:pt x="0" y="44424"/>
                    <a:pt x="1071" y="38790"/>
                    <a:pt x="3205" y="33961"/>
                  </a:cubicBezTo>
                  <a:cubicBezTo>
                    <a:pt x="5332" y="29132"/>
                    <a:pt x="8573" y="25525"/>
                    <a:pt x="12913" y="23125"/>
                  </a:cubicBezTo>
                  <a:cubicBezTo>
                    <a:pt x="17289" y="20696"/>
                    <a:pt x="22046" y="19481"/>
                    <a:pt x="27170" y="19481"/>
                  </a:cubicBezTo>
                  <a:cubicBezTo>
                    <a:pt x="33645" y="19481"/>
                    <a:pt x="38941" y="21127"/>
                    <a:pt x="43058" y="24418"/>
                  </a:cubicBezTo>
                  <a:cubicBezTo>
                    <a:pt x="47176" y="27673"/>
                    <a:pt x="49813" y="32315"/>
                    <a:pt x="50977" y="38344"/>
                  </a:cubicBezTo>
                  <a:lnTo>
                    <a:pt x="41154" y="39861"/>
                  </a:lnTo>
                  <a:cubicBezTo>
                    <a:pt x="40220" y="35851"/>
                    <a:pt x="38553" y="32840"/>
                    <a:pt x="36153" y="30821"/>
                  </a:cubicBezTo>
                  <a:cubicBezTo>
                    <a:pt x="33796" y="28794"/>
                    <a:pt x="30936" y="27788"/>
                    <a:pt x="27565" y="27788"/>
                  </a:cubicBezTo>
                  <a:cubicBezTo>
                    <a:pt x="22478" y="27788"/>
                    <a:pt x="18339" y="29621"/>
                    <a:pt x="15162" y="33293"/>
                  </a:cubicBezTo>
                  <a:cubicBezTo>
                    <a:pt x="11979" y="36921"/>
                    <a:pt x="10391" y="42685"/>
                    <a:pt x="10391" y="50582"/>
                  </a:cubicBezTo>
                  <a:cubicBezTo>
                    <a:pt x="10391" y="58587"/>
                    <a:pt x="11921" y="64408"/>
                    <a:pt x="14990" y="68037"/>
                  </a:cubicBezTo>
                  <a:cubicBezTo>
                    <a:pt x="18058" y="71673"/>
                    <a:pt x="22061" y="73484"/>
                    <a:pt x="27005" y="73484"/>
                  </a:cubicBezTo>
                  <a:cubicBezTo>
                    <a:pt x="30971" y="73484"/>
                    <a:pt x="34284" y="72269"/>
                    <a:pt x="36943" y="69833"/>
                  </a:cubicBezTo>
                  <a:cubicBezTo>
                    <a:pt x="39602" y="67404"/>
                    <a:pt x="41283" y="63660"/>
                    <a:pt x="41995" y="58609"/>
                  </a:cubicBezTo>
                  <a:close/>
                  <a:moveTo>
                    <a:pt x="99648" y="80447"/>
                  </a:moveTo>
                  <a:lnTo>
                    <a:pt x="99648" y="71687"/>
                  </a:lnTo>
                  <a:cubicBezTo>
                    <a:pt x="95013" y="78428"/>
                    <a:pt x="88703" y="81798"/>
                    <a:pt x="80734" y="81798"/>
                  </a:cubicBezTo>
                  <a:cubicBezTo>
                    <a:pt x="77213" y="81798"/>
                    <a:pt x="73922" y="81122"/>
                    <a:pt x="70853" y="79771"/>
                  </a:cubicBezTo>
                  <a:cubicBezTo>
                    <a:pt x="67821" y="78428"/>
                    <a:pt x="65557" y="76739"/>
                    <a:pt x="64056" y="74720"/>
                  </a:cubicBezTo>
                  <a:cubicBezTo>
                    <a:pt x="62597" y="72664"/>
                    <a:pt x="61569" y="70157"/>
                    <a:pt x="60973" y="67196"/>
                  </a:cubicBezTo>
                  <a:cubicBezTo>
                    <a:pt x="60556" y="65213"/>
                    <a:pt x="60355" y="62072"/>
                    <a:pt x="60355" y="57768"/>
                  </a:cubicBezTo>
                  <a:lnTo>
                    <a:pt x="60355" y="20825"/>
                  </a:lnTo>
                  <a:lnTo>
                    <a:pt x="70458" y="20825"/>
                  </a:lnTo>
                  <a:lnTo>
                    <a:pt x="70458" y="53895"/>
                  </a:lnTo>
                  <a:cubicBezTo>
                    <a:pt x="70458" y="59169"/>
                    <a:pt x="70667" y="62726"/>
                    <a:pt x="71076" y="64559"/>
                  </a:cubicBezTo>
                  <a:cubicBezTo>
                    <a:pt x="71709" y="67218"/>
                    <a:pt x="73060" y="69316"/>
                    <a:pt x="75115" y="70846"/>
                  </a:cubicBezTo>
                  <a:cubicBezTo>
                    <a:pt x="77177" y="72341"/>
                    <a:pt x="79721" y="73096"/>
                    <a:pt x="82753" y="73096"/>
                  </a:cubicBezTo>
                  <a:cubicBezTo>
                    <a:pt x="85786" y="73096"/>
                    <a:pt x="88632" y="72327"/>
                    <a:pt x="91283" y="70789"/>
                  </a:cubicBezTo>
                  <a:cubicBezTo>
                    <a:pt x="93942" y="69222"/>
                    <a:pt x="95817" y="67103"/>
                    <a:pt x="96903" y="64444"/>
                  </a:cubicBezTo>
                  <a:cubicBezTo>
                    <a:pt x="98024" y="61749"/>
                    <a:pt x="98584" y="57861"/>
                    <a:pt x="98584" y="52767"/>
                  </a:cubicBezTo>
                  <a:lnTo>
                    <a:pt x="98584" y="20825"/>
                  </a:lnTo>
                  <a:lnTo>
                    <a:pt x="108688" y="20825"/>
                  </a:lnTo>
                  <a:lnTo>
                    <a:pt x="108688" y="80447"/>
                  </a:lnTo>
                  <a:lnTo>
                    <a:pt x="99648" y="80447"/>
                  </a:lnTo>
                  <a:close/>
                  <a:moveTo>
                    <a:pt x="146637" y="71407"/>
                  </a:moveTo>
                  <a:lnTo>
                    <a:pt x="148103" y="80332"/>
                  </a:lnTo>
                  <a:cubicBezTo>
                    <a:pt x="145257" y="80935"/>
                    <a:pt x="142713" y="81230"/>
                    <a:pt x="140464" y="81230"/>
                  </a:cubicBezTo>
                  <a:cubicBezTo>
                    <a:pt x="136799" y="81230"/>
                    <a:pt x="133953" y="80655"/>
                    <a:pt x="131934" y="79491"/>
                  </a:cubicBezTo>
                  <a:cubicBezTo>
                    <a:pt x="129908" y="78334"/>
                    <a:pt x="128485" y="76818"/>
                    <a:pt x="127666" y="74942"/>
                  </a:cubicBezTo>
                  <a:cubicBezTo>
                    <a:pt x="126839" y="73038"/>
                    <a:pt x="126430" y="69050"/>
                    <a:pt x="126430" y="62985"/>
                  </a:cubicBezTo>
                  <a:lnTo>
                    <a:pt x="126430" y="28686"/>
                  </a:lnTo>
                  <a:lnTo>
                    <a:pt x="119021" y="28686"/>
                  </a:lnTo>
                  <a:lnTo>
                    <a:pt x="119021" y="20825"/>
                  </a:lnTo>
                  <a:lnTo>
                    <a:pt x="126430" y="20825"/>
                  </a:lnTo>
                  <a:lnTo>
                    <a:pt x="126430" y="6058"/>
                  </a:lnTo>
                  <a:lnTo>
                    <a:pt x="136476" y="0"/>
                  </a:lnTo>
                  <a:lnTo>
                    <a:pt x="136476" y="20825"/>
                  </a:lnTo>
                  <a:lnTo>
                    <a:pt x="146637" y="20825"/>
                  </a:lnTo>
                  <a:lnTo>
                    <a:pt x="146637" y="28686"/>
                  </a:lnTo>
                  <a:lnTo>
                    <a:pt x="136476" y="28686"/>
                  </a:lnTo>
                  <a:lnTo>
                    <a:pt x="136476" y="63546"/>
                  </a:lnTo>
                  <a:cubicBezTo>
                    <a:pt x="136476" y="66427"/>
                    <a:pt x="136648" y="68281"/>
                    <a:pt x="136986" y="69107"/>
                  </a:cubicBezTo>
                  <a:cubicBezTo>
                    <a:pt x="137360" y="69927"/>
                    <a:pt x="137942" y="70588"/>
                    <a:pt x="138725" y="71069"/>
                  </a:cubicBezTo>
                  <a:cubicBezTo>
                    <a:pt x="139544" y="71558"/>
                    <a:pt x="140708" y="71802"/>
                    <a:pt x="142203" y="71802"/>
                  </a:cubicBezTo>
                  <a:cubicBezTo>
                    <a:pt x="143331" y="71802"/>
                    <a:pt x="144804" y="71673"/>
                    <a:pt x="146637" y="71407"/>
                  </a:cubicBezTo>
                  <a:close/>
                  <a:moveTo>
                    <a:pt x="197391" y="61246"/>
                  </a:moveTo>
                  <a:lnTo>
                    <a:pt x="207832" y="62539"/>
                  </a:lnTo>
                  <a:cubicBezTo>
                    <a:pt x="206187" y="68640"/>
                    <a:pt x="203133" y="73376"/>
                    <a:pt x="198684" y="76739"/>
                  </a:cubicBezTo>
                  <a:cubicBezTo>
                    <a:pt x="194229" y="80109"/>
                    <a:pt x="188538" y="81798"/>
                    <a:pt x="181618" y="81798"/>
                  </a:cubicBezTo>
                  <a:cubicBezTo>
                    <a:pt x="172894" y="81798"/>
                    <a:pt x="165974" y="79117"/>
                    <a:pt x="160843" y="73764"/>
                  </a:cubicBezTo>
                  <a:cubicBezTo>
                    <a:pt x="155756" y="68375"/>
                    <a:pt x="153205" y="60836"/>
                    <a:pt x="153205" y="51143"/>
                  </a:cubicBezTo>
                  <a:cubicBezTo>
                    <a:pt x="153205" y="41111"/>
                    <a:pt x="155792" y="33328"/>
                    <a:pt x="160958" y="27788"/>
                  </a:cubicBezTo>
                  <a:cubicBezTo>
                    <a:pt x="166118" y="22248"/>
                    <a:pt x="172822" y="19481"/>
                    <a:pt x="181057" y="19481"/>
                  </a:cubicBezTo>
                  <a:cubicBezTo>
                    <a:pt x="189027" y="19481"/>
                    <a:pt x="195537" y="22190"/>
                    <a:pt x="200589" y="27616"/>
                  </a:cubicBezTo>
                  <a:cubicBezTo>
                    <a:pt x="205641" y="33048"/>
                    <a:pt x="208170" y="40680"/>
                    <a:pt x="208170" y="50525"/>
                  </a:cubicBezTo>
                  <a:cubicBezTo>
                    <a:pt x="208170" y="51121"/>
                    <a:pt x="208149" y="52019"/>
                    <a:pt x="208113" y="53219"/>
                  </a:cubicBezTo>
                  <a:lnTo>
                    <a:pt x="163653" y="53219"/>
                  </a:lnTo>
                  <a:cubicBezTo>
                    <a:pt x="164027" y="59766"/>
                    <a:pt x="165881" y="64782"/>
                    <a:pt x="169208" y="68267"/>
                  </a:cubicBezTo>
                  <a:cubicBezTo>
                    <a:pt x="172542" y="71745"/>
                    <a:pt x="176695" y="73484"/>
                    <a:pt x="181668" y="73484"/>
                  </a:cubicBezTo>
                  <a:cubicBezTo>
                    <a:pt x="185376" y="73484"/>
                    <a:pt x="188538" y="72514"/>
                    <a:pt x="191161" y="70566"/>
                  </a:cubicBezTo>
                  <a:cubicBezTo>
                    <a:pt x="193777" y="68619"/>
                    <a:pt x="195853" y="65514"/>
                    <a:pt x="197391" y="61246"/>
                  </a:cubicBezTo>
                  <a:close/>
                  <a:moveTo>
                    <a:pt x="164213" y="44912"/>
                  </a:moveTo>
                  <a:lnTo>
                    <a:pt x="197506" y="44912"/>
                  </a:lnTo>
                  <a:cubicBezTo>
                    <a:pt x="197053" y="39896"/>
                    <a:pt x="195781" y="36131"/>
                    <a:pt x="193683" y="33623"/>
                  </a:cubicBezTo>
                  <a:cubicBezTo>
                    <a:pt x="190464" y="29736"/>
                    <a:pt x="186296" y="27788"/>
                    <a:pt x="181165" y="27788"/>
                  </a:cubicBezTo>
                  <a:cubicBezTo>
                    <a:pt x="176523" y="27788"/>
                    <a:pt x="172614" y="29340"/>
                    <a:pt x="169431" y="32445"/>
                  </a:cubicBezTo>
                  <a:cubicBezTo>
                    <a:pt x="166290" y="35556"/>
                    <a:pt x="164551" y="39710"/>
                    <a:pt x="164213" y="44912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8EEC580-F572-4BCF-7B79-969D5E5CC427}"/>
                </a:ext>
              </a:extLst>
            </p:cNvPr>
            <p:cNvSpPr/>
            <p:nvPr/>
          </p:nvSpPr>
          <p:spPr>
            <a:xfrm>
              <a:off x="4756382" y="3717560"/>
              <a:ext cx="553831" cy="503484"/>
            </a:xfrm>
            <a:custGeom>
              <a:avLst/>
              <a:gdLst>
                <a:gd name="csX0" fmla="*/ 352112 w 395227"/>
                <a:gd name="csY0" fmla="*/ 0 h 359298"/>
                <a:gd name="csX1" fmla="*/ 43116 w 395227"/>
                <a:gd name="csY1" fmla="*/ 0 h 359298"/>
                <a:gd name="csX2" fmla="*/ 0 w 395227"/>
                <a:gd name="csY2" fmla="*/ 43116 h 359298"/>
                <a:gd name="csX3" fmla="*/ 0 w 395227"/>
                <a:gd name="csY3" fmla="*/ 316182 h 359298"/>
                <a:gd name="csX4" fmla="*/ 43116 w 395227"/>
                <a:gd name="csY4" fmla="*/ 359298 h 359298"/>
                <a:gd name="csX5" fmla="*/ 352112 w 395227"/>
                <a:gd name="csY5" fmla="*/ 359298 h 359298"/>
                <a:gd name="csX6" fmla="*/ 395228 w 395227"/>
                <a:gd name="csY6" fmla="*/ 316182 h 359298"/>
                <a:gd name="csX7" fmla="*/ 395228 w 395227"/>
                <a:gd name="csY7" fmla="*/ 43116 h 359298"/>
                <a:gd name="csX8" fmla="*/ 352112 w 39522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59298">
                  <a:moveTo>
                    <a:pt x="352112" y="0"/>
                  </a:moveTo>
                  <a:lnTo>
                    <a:pt x="43116" y="0"/>
                  </a:lnTo>
                  <a:cubicBezTo>
                    <a:pt x="19302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2" y="359298"/>
                    <a:pt x="43116" y="359298"/>
                  </a:cubicBezTo>
                  <a:lnTo>
                    <a:pt x="352112" y="359298"/>
                  </a:lnTo>
                  <a:cubicBezTo>
                    <a:pt x="375926" y="359298"/>
                    <a:pt x="395228" y="339996"/>
                    <a:pt x="395228" y="316182"/>
                  </a:cubicBezTo>
                  <a:lnTo>
                    <a:pt x="395228" y="43116"/>
                  </a:lnTo>
                  <a:cubicBezTo>
                    <a:pt x="395228" y="19302"/>
                    <a:pt x="375926" y="0"/>
                    <a:pt x="352112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7183" cap="flat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31309D-977F-A868-BF62-70997E3F56C6}"/>
                </a:ext>
              </a:extLst>
            </p:cNvPr>
            <p:cNvSpPr/>
            <p:nvPr/>
          </p:nvSpPr>
          <p:spPr>
            <a:xfrm>
              <a:off x="4899250" y="3894252"/>
              <a:ext cx="252678" cy="149231"/>
            </a:xfrm>
            <a:custGeom>
              <a:avLst/>
              <a:gdLst>
                <a:gd name="csX0" fmla="*/ 42325 w 180317"/>
                <a:gd name="csY0" fmla="*/ 82301 h 106495"/>
                <a:gd name="csX1" fmla="*/ 42325 w 180317"/>
                <a:gd name="csY1" fmla="*/ 74777 h 106495"/>
                <a:gd name="csX2" fmla="*/ 25654 w 180317"/>
                <a:gd name="csY2" fmla="*/ 83652 h 106495"/>
                <a:gd name="csX3" fmla="*/ 12518 w 180317"/>
                <a:gd name="csY3" fmla="*/ 79721 h 106495"/>
                <a:gd name="csX4" fmla="*/ 3255 w 180317"/>
                <a:gd name="csY4" fmla="*/ 68770 h 106495"/>
                <a:gd name="csX5" fmla="*/ 0 w 180317"/>
                <a:gd name="csY5" fmla="*/ 52544 h 106495"/>
                <a:gd name="csX6" fmla="*/ 2975 w 180317"/>
                <a:gd name="csY6" fmla="*/ 36375 h 106495"/>
                <a:gd name="csX7" fmla="*/ 11900 w 180317"/>
                <a:gd name="csY7" fmla="*/ 25208 h 106495"/>
                <a:gd name="csX8" fmla="*/ 25201 w 180317"/>
                <a:gd name="csY8" fmla="*/ 21335 h 106495"/>
                <a:gd name="csX9" fmla="*/ 34802 w 180317"/>
                <a:gd name="csY9" fmla="*/ 23635 h 106495"/>
                <a:gd name="csX10" fmla="*/ 41650 w 180317"/>
                <a:gd name="csY10" fmla="*/ 29527 h 106495"/>
                <a:gd name="csX11" fmla="*/ 41650 w 180317"/>
                <a:gd name="csY11" fmla="*/ 0 h 106495"/>
                <a:gd name="csX12" fmla="*/ 51703 w 180317"/>
                <a:gd name="csY12" fmla="*/ 0 h 106495"/>
                <a:gd name="csX13" fmla="*/ 51703 w 180317"/>
                <a:gd name="csY13" fmla="*/ 82301 h 106495"/>
                <a:gd name="csX14" fmla="*/ 42325 w 180317"/>
                <a:gd name="csY14" fmla="*/ 82301 h 106495"/>
                <a:gd name="csX15" fmla="*/ 10384 w 180317"/>
                <a:gd name="csY15" fmla="*/ 52544 h 106495"/>
                <a:gd name="csX16" fmla="*/ 15213 w 180317"/>
                <a:gd name="csY16" fmla="*/ 69668 h 106495"/>
                <a:gd name="csX17" fmla="*/ 26610 w 180317"/>
                <a:gd name="csY17" fmla="*/ 75338 h 106495"/>
                <a:gd name="csX18" fmla="*/ 37834 w 180317"/>
                <a:gd name="csY18" fmla="*/ 69948 h 106495"/>
                <a:gd name="csX19" fmla="*/ 42498 w 180317"/>
                <a:gd name="csY19" fmla="*/ 53392 h 106495"/>
                <a:gd name="csX20" fmla="*/ 37777 w 180317"/>
                <a:gd name="csY20" fmla="*/ 35427 h 106495"/>
                <a:gd name="csX21" fmla="*/ 26157 w 180317"/>
                <a:gd name="csY21" fmla="*/ 29700 h 106495"/>
                <a:gd name="csX22" fmla="*/ 14875 w 180317"/>
                <a:gd name="csY22" fmla="*/ 35197 h 106495"/>
                <a:gd name="csX23" fmla="*/ 10384 w 180317"/>
                <a:gd name="csY23" fmla="*/ 52544 h 106495"/>
                <a:gd name="csX24" fmla="*/ 63883 w 180317"/>
                <a:gd name="csY24" fmla="*/ 52493 h 106495"/>
                <a:gd name="csX25" fmla="*/ 73089 w 180317"/>
                <a:gd name="csY25" fmla="*/ 27961 h 106495"/>
                <a:gd name="csX26" fmla="*/ 91844 w 180317"/>
                <a:gd name="csY26" fmla="*/ 21335 h 106495"/>
                <a:gd name="csX27" fmla="*/ 111943 w 180317"/>
                <a:gd name="csY27" fmla="*/ 29419 h 106495"/>
                <a:gd name="csX28" fmla="*/ 119747 w 180317"/>
                <a:gd name="csY28" fmla="*/ 51646 h 106495"/>
                <a:gd name="csX29" fmla="*/ 116262 w 180317"/>
                <a:gd name="csY29" fmla="*/ 69783 h 106495"/>
                <a:gd name="csX30" fmla="*/ 106216 w 180317"/>
                <a:gd name="csY30" fmla="*/ 80001 h 106495"/>
                <a:gd name="csX31" fmla="*/ 91844 w 180317"/>
                <a:gd name="csY31" fmla="*/ 83652 h 106495"/>
                <a:gd name="csX32" fmla="*/ 71572 w 180317"/>
                <a:gd name="csY32" fmla="*/ 75618 h 106495"/>
                <a:gd name="csX33" fmla="*/ 63883 w 180317"/>
                <a:gd name="csY33" fmla="*/ 52493 h 106495"/>
                <a:gd name="csX34" fmla="*/ 74267 w 180317"/>
                <a:gd name="csY34" fmla="*/ 52493 h 106495"/>
                <a:gd name="csX35" fmla="*/ 79268 w 180317"/>
                <a:gd name="csY35" fmla="*/ 69668 h 106495"/>
                <a:gd name="csX36" fmla="*/ 91844 w 180317"/>
                <a:gd name="csY36" fmla="*/ 75338 h 106495"/>
                <a:gd name="csX37" fmla="*/ 104362 w 180317"/>
                <a:gd name="csY37" fmla="*/ 69610 h 106495"/>
                <a:gd name="csX38" fmla="*/ 109356 w 180317"/>
                <a:gd name="csY38" fmla="*/ 52156 h 106495"/>
                <a:gd name="csX39" fmla="*/ 104304 w 180317"/>
                <a:gd name="csY39" fmla="*/ 35427 h 106495"/>
                <a:gd name="csX40" fmla="*/ 91844 w 180317"/>
                <a:gd name="csY40" fmla="*/ 29700 h 106495"/>
                <a:gd name="csX41" fmla="*/ 79268 w 180317"/>
                <a:gd name="csY41" fmla="*/ 35369 h 106495"/>
                <a:gd name="csX42" fmla="*/ 74267 w 180317"/>
                <a:gd name="csY42" fmla="*/ 52493 h 106495"/>
                <a:gd name="csX43" fmla="*/ 129793 w 180317"/>
                <a:gd name="csY43" fmla="*/ 87245 h 106495"/>
                <a:gd name="csX44" fmla="*/ 139616 w 180317"/>
                <a:gd name="csY44" fmla="*/ 88703 h 106495"/>
                <a:gd name="csX45" fmla="*/ 143044 w 180317"/>
                <a:gd name="csY45" fmla="*/ 95322 h 106495"/>
                <a:gd name="csX46" fmla="*/ 153313 w 180317"/>
                <a:gd name="csY46" fmla="*/ 98132 h 106495"/>
                <a:gd name="csX47" fmla="*/ 164149 w 180317"/>
                <a:gd name="csY47" fmla="*/ 95322 h 106495"/>
                <a:gd name="csX48" fmla="*/ 169316 w 180317"/>
                <a:gd name="csY48" fmla="*/ 87467 h 106495"/>
                <a:gd name="csX49" fmla="*/ 170049 w 180317"/>
                <a:gd name="csY49" fmla="*/ 74497 h 106495"/>
                <a:gd name="csX50" fmla="*/ 153542 w 180317"/>
                <a:gd name="csY50" fmla="*/ 82301 h 106495"/>
                <a:gd name="csX51" fmla="*/ 134507 w 180317"/>
                <a:gd name="csY51" fmla="*/ 73433 h 106495"/>
                <a:gd name="csX52" fmla="*/ 127774 w 180317"/>
                <a:gd name="csY52" fmla="*/ 52156 h 106495"/>
                <a:gd name="csX53" fmla="*/ 130856 w 180317"/>
                <a:gd name="csY53" fmla="*/ 36433 h 106495"/>
                <a:gd name="csX54" fmla="*/ 139788 w 180317"/>
                <a:gd name="csY54" fmla="*/ 25259 h 106495"/>
                <a:gd name="csX55" fmla="*/ 153593 w 180317"/>
                <a:gd name="csY55" fmla="*/ 21335 h 106495"/>
                <a:gd name="csX56" fmla="*/ 170997 w 180317"/>
                <a:gd name="csY56" fmla="*/ 29865 h 106495"/>
                <a:gd name="csX57" fmla="*/ 170997 w 180317"/>
                <a:gd name="csY57" fmla="*/ 22679 h 106495"/>
                <a:gd name="csX58" fmla="*/ 180317 w 180317"/>
                <a:gd name="csY58" fmla="*/ 22679 h 106495"/>
                <a:gd name="csX59" fmla="*/ 180317 w 180317"/>
                <a:gd name="csY59" fmla="*/ 74217 h 106495"/>
                <a:gd name="csX60" fmla="*/ 177457 w 180317"/>
                <a:gd name="csY60" fmla="*/ 93921 h 106495"/>
                <a:gd name="csX61" fmla="*/ 168475 w 180317"/>
                <a:gd name="csY61" fmla="*/ 103126 h 106495"/>
                <a:gd name="csX62" fmla="*/ 153370 w 180317"/>
                <a:gd name="csY62" fmla="*/ 106496 h 106495"/>
                <a:gd name="csX63" fmla="*/ 136138 w 180317"/>
                <a:gd name="csY63" fmla="*/ 101667 h 106495"/>
                <a:gd name="csX64" fmla="*/ 129793 w 180317"/>
                <a:gd name="csY64" fmla="*/ 87245 h 106495"/>
                <a:gd name="csX65" fmla="*/ 138157 w 180317"/>
                <a:gd name="csY65" fmla="*/ 51423 h 106495"/>
                <a:gd name="csX66" fmla="*/ 142814 w 180317"/>
                <a:gd name="csY66" fmla="*/ 68547 h 106495"/>
                <a:gd name="csX67" fmla="*/ 154498 w 180317"/>
                <a:gd name="csY67" fmla="*/ 73936 h 106495"/>
                <a:gd name="csX68" fmla="*/ 166168 w 180317"/>
                <a:gd name="csY68" fmla="*/ 68604 h 106495"/>
                <a:gd name="csX69" fmla="*/ 170889 w 180317"/>
                <a:gd name="csY69" fmla="*/ 51760 h 106495"/>
                <a:gd name="csX70" fmla="*/ 166003 w 180317"/>
                <a:gd name="csY70" fmla="*/ 35254 h 106495"/>
                <a:gd name="csX71" fmla="*/ 154326 w 180317"/>
                <a:gd name="csY71" fmla="*/ 29700 h 106495"/>
                <a:gd name="csX72" fmla="*/ 142871 w 180317"/>
                <a:gd name="csY72" fmla="*/ 35197 h 106495"/>
                <a:gd name="csX73" fmla="*/ 138157 w 180317"/>
                <a:gd name="csY73" fmla="*/ 51423 h 106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180317" h="106495">
                  <a:moveTo>
                    <a:pt x="42325" y="82301"/>
                  </a:moveTo>
                  <a:lnTo>
                    <a:pt x="42325" y="74777"/>
                  </a:lnTo>
                  <a:cubicBezTo>
                    <a:pt x="38546" y="80691"/>
                    <a:pt x="32991" y="83652"/>
                    <a:pt x="25654" y="83652"/>
                  </a:cubicBezTo>
                  <a:cubicBezTo>
                    <a:pt x="20897" y="83652"/>
                    <a:pt x="16521" y="82337"/>
                    <a:pt x="12518" y="79721"/>
                  </a:cubicBezTo>
                  <a:cubicBezTo>
                    <a:pt x="8551" y="77098"/>
                    <a:pt x="5461" y="73448"/>
                    <a:pt x="3255" y="68770"/>
                  </a:cubicBezTo>
                  <a:cubicBezTo>
                    <a:pt x="1085" y="64056"/>
                    <a:pt x="0" y="58645"/>
                    <a:pt x="0" y="52544"/>
                  </a:cubicBezTo>
                  <a:cubicBezTo>
                    <a:pt x="0" y="46594"/>
                    <a:pt x="992" y="41204"/>
                    <a:pt x="2975" y="36375"/>
                  </a:cubicBezTo>
                  <a:cubicBezTo>
                    <a:pt x="4958" y="31511"/>
                    <a:pt x="7933" y="27788"/>
                    <a:pt x="11900" y="25208"/>
                  </a:cubicBezTo>
                  <a:cubicBezTo>
                    <a:pt x="15867" y="22621"/>
                    <a:pt x="20300" y="21335"/>
                    <a:pt x="25201" y="21335"/>
                  </a:cubicBezTo>
                  <a:cubicBezTo>
                    <a:pt x="28794" y="21335"/>
                    <a:pt x="31999" y="22097"/>
                    <a:pt x="34802" y="23635"/>
                  </a:cubicBezTo>
                  <a:cubicBezTo>
                    <a:pt x="37611" y="25129"/>
                    <a:pt x="39896" y="27098"/>
                    <a:pt x="41650" y="29527"/>
                  </a:cubicBezTo>
                  <a:lnTo>
                    <a:pt x="41650" y="0"/>
                  </a:lnTo>
                  <a:lnTo>
                    <a:pt x="51703" y="0"/>
                  </a:lnTo>
                  <a:lnTo>
                    <a:pt x="51703" y="82301"/>
                  </a:lnTo>
                  <a:lnTo>
                    <a:pt x="42325" y="82301"/>
                  </a:lnTo>
                  <a:close/>
                  <a:moveTo>
                    <a:pt x="10384" y="52544"/>
                  </a:moveTo>
                  <a:cubicBezTo>
                    <a:pt x="10384" y="60182"/>
                    <a:pt x="11993" y="65888"/>
                    <a:pt x="15213" y="69668"/>
                  </a:cubicBezTo>
                  <a:cubicBezTo>
                    <a:pt x="18432" y="73448"/>
                    <a:pt x="22226" y="75338"/>
                    <a:pt x="26610" y="75338"/>
                  </a:cubicBezTo>
                  <a:cubicBezTo>
                    <a:pt x="31022" y="75338"/>
                    <a:pt x="34766" y="73541"/>
                    <a:pt x="37834" y="69948"/>
                  </a:cubicBezTo>
                  <a:cubicBezTo>
                    <a:pt x="40939" y="66319"/>
                    <a:pt x="42498" y="60800"/>
                    <a:pt x="42498" y="53392"/>
                  </a:cubicBezTo>
                  <a:cubicBezTo>
                    <a:pt x="42498" y="45228"/>
                    <a:pt x="40924" y="39243"/>
                    <a:pt x="37777" y="35427"/>
                  </a:cubicBezTo>
                  <a:cubicBezTo>
                    <a:pt x="34636" y="31604"/>
                    <a:pt x="30763" y="29700"/>
                    <a:pt x="26157" y="29700"/>
                  </a:cubicBezTo>
                  <a:cubicBezTo>
                    <a:pt x="21666" y="29700"/>
                    <a:pt x="17907" y="31532"/>
                    <a:pt x="14875" y="35197"/>
                  </a:cubicBezTo>
                  <a:cubicBezTo>
                    <a:pt x="11878" y="38869"/>
                    <a:pt x="10384" y="44646"/>
                    <a:pt x="10384" y="52544"/>
                  </a:cubicBezTo>
                  <a:close/>
                  <a:moveTo>
                    <a:pt x="63883" y="52493"/>
                  </a:moveTo>
                  <a:cubicBezTo>
                    <a:pt x="63883" y="41449"/>
                    <a:pt x="66952" y="33271"/>
                    <a:pt x="73089" y="27961"/>
                  </a:cubicBezTo>
                  <a:cubicBezTo>
                    <a:pt x="78219" y="23541"/>
                    <a:pt x="84471" y="21335"/>
                    <a:pt x="91844" y="21335"/>
                  </a:cubicBezTo>
                  <a:cubicBezTo>
                    <a:pt x="100036" y="21335"/>
                    <a:pt x="106740" y="24030"/>
                    <a:pt x="111943" y="29419"/>
                  </a:cubicBezTo>
                  <a:cubicBezTo>
                    <a:pt x="117146" y="34766"/>
                    <a:pt x="119747" y="42182"/>
                    <a:pt x="119747" y="51646"/>
                  </a:cubicBezTo>
                  <a:cubicBezTo>
                    <a:pt x="119747" y="59320"/>
                    <a:pt x="118583" y="65364"/>
                    <a:pt x="116262" y="69783"/>
                  </a:cubicBezTo>
                  <a:cubicBezTo>
                    <a:pt x="113977" y="74159"/>
                    <a:pt x="110628" y="77565"/>
                    <a:pt x="106216" y="80001"/>
                  </a:cubicBezTo>
                  <a:cubicBezTo>
                    <a:pt x="101832" y="82430"/>
                    <a:pt x="97046" y="83652"/>
                    <a:pt x="91844" y="83652"/>
                  </a:cubicBezTo>
                  <a:cubicBezTo>
                    <a:pt x="83494" y="83652"/>
                    <a:pt x="76739" y="80971"/>
                    <a:pt x="71572" y="75618"/>
                  </a:cubicBezTo>
                  <a:cubicBezTo>
                    <a:pt x="66449" y="70271"/>
                    <a:pt x="63883" y="62561"/>
                    <a:pt x="63883" y="52493"/>
                  </a:cubicBezTo>
                  <a:close/>
                  <a:moveTo>
                    <a:pt x="74267" y="52493"/>
                  </a:moveTo>
                  <a:cubicBezTo>
                    <a:pt x="74267" y="60125"/>
                    <a:pt x="75934" y="65852"/>
                    <a:pt x="79268" y="69668"/>
                  </a:cubicBezTo>
                  <a:cubicBezTo>
                    <a:pt x="82596" y="73448"/>
                    <a:pt x="86792" y="75338"/>
                    <a:pt x="91844" y="75338"/>
                  </a:cubicBezTo>
                  <a:cubicBezTo>
                    <a:pt x="96860" y="75338"/>
                    <a:pt x="101028" y="73433"/>
                    <a:pt x="104362" y="69610"/>
                  </a:cubicBezTo>
                  <a:cubicBezTo>
                    <a:pt x="107689" y="65795"/>
                    <a:pt x="109356" y="59974"/>
                    <a:pt x="109356" y="52156"/>
                  </a:cubicBezTo>
                  <a:cubicBezTo>
                    <a:pt x="109356" y="44783"/>
                    <a:pt x="107674" y="39207"/>
                    <a:pt x="104304" y="35427"/>
                  </a:cubicBezTo>
                  <a:cubicBezTo>
                    <a:pt x="100977" y="31604"/>
                    <a:pt x="96817" y="29700"/>
                    <a:pt x="91844" y="29700"/>
                  </a:cubicBezTo>
                  <a:cubicBezTo>
                    <a:pt x="86792" y="29700"/>
                    <a:pt x="82596" y="31589"/>
                    <a:pt x="79268" y="35369"/>
                  </a:cubicBezTo>
                  <a:cubicBezTo>
                    <a:pt x="75934" y="39149"/>
                    <a:pt x="74267" y="44855"/>
                    <a:pt x="74267" y="52493"/>
                  </a:cubicBezTo>
                  <a:close/>
                  <a:moveTo>
                    <a:pt x="129793" y="87245"/>
                  </a:moveTo>
                  <a:lnTo>
                    <a:pt x="139616" y="88703"/>
                  </a:lnTo>
                  <a:cubicBezTo>
                    <a:pt x="140026" y="91729"/>
                    <a:pt x="141168" y="93942"/>
                    <a:pt x="143044" y="95322"/>
                  </a:cubicBezTo>
                  <a:cubicBezTo>
                    <a:pt x="145552" y="97197"/>
                    <a:pt x="148972" y="98132"/>
                    <a:pt x="153313" y="98132"/>
                  </a:cubicBezTo>
                  <a:cubicBezTo>
                    <a:pt x="157991" y="98132"/>
                    <a:pt x="161605" y="97197"/>
                    <a:pt x="164149" y="95322"/>
                  </a:cubicBezTo>
                  <a:cubicBezTo>
                    <a:pt x="166693" y="93453"/>
                    <a:pt x="168417" y="90838"/>
                    <a:pt x="169316" y="87467"/>
                  </a:cubicBezTo>
                  <a:cubicBezTo>
                    <a:pt x="169840" y="85405"/>
                    <a:pt x="170085" y="81086"/>
                    <a:pt x="170049" y="74497"/>
                  </a:cubicBezTo>
                  <a:cubicBezTo>
                    <a:pt x="165629" y="79700"/>
                    <a:pt x="160125" y="82301"/>
                    <a:pt x="153542" y="82301"/>
                  </a:cubicBezTo>
                  <a:cubicBezTo>
                    <a:pt x="145343" y="82301"/>
                    <a:pt x="138998" y="79347"/>
                    <a:pt x="134507" y="73433"/>
                  </a:cubicBezTo>
                  <a:cubicBezTo>
                    <a:pt x="130016" y="67519"/>
                    <a:pt x="127774" y="60427"/>
                    <a:pt x="127774" y="52156"/>
                  </a:cubicBezTo>
                  <a:cubicBezTo>
                    <a:pt x="127774" y="46464"/>
                    <a:pt x="128801" y="41226"/>
                    <a:pt x="130856" y="36433"/>
                  </a:cubicBezTo>
                  <a:cubicBezTo>
                    <a:pt x="132919" y="31604"/>
                    <a:pt x="135894" y="27882"/>
                    <a:pt x="139788" y="25259"/>
                  </a:cubicBezTo>
                  <a:cubicBezTo>
                    <a:pt x="143719" y="22643"/>
                    <a:pt x="148318" y="21335"/>
                    <a:pt x="153593" y="21335"/>
                  </a:cubicBezTo>
                  <a:cubicBezTo>
                    <a:pt x="160635" y="21335"/>
                    <a:pt x="166434" y="24174"/>
                    <a:pt x="170997" y="29865"/>
                  </a:cubicBezTo>
                  <a:lnTo>
                    <a:pt x="170997" y="22679"/>
                  </a:lnTo>
                  <a:lnTo>
                    <a:pt x="180317" y="22679"/>
                  </a:lnTo>
                  <a:lnTo>
                    <a:pt x="180317" y="74217"/>
                  </a:lnTo>
                  <a:cubicBezTo>
                    <a:pt x="180317" y="83501"/>
                    <a:pt x="179362" y="90069"/>
                    <a:pt x="177457" y="93921"/>
                  </a:cubicBezTo>
                  <a:cubicBezTo>
                    <a:pt x="175582" y="97815"/>
                    <a:pt x="172592" y="100884"/>
                    <a:pt x="168475" y="103126"/>
                  </a:cubicBezTo>
                  <a:cubicBezTo>
                    <a:pt x="164393" y="105375"/>
                    <a:pt x="159363" y="106496"/>
                    <a:pt x="153370" y="106496"/>
                  </a:cubicBezTo>
                  <a:cubicBezTo>
                    <a:pt x="146263" y="106496"/>
                    <a:pt x="140514" y="104886"/>
                    <a:pt x="136138" y="101667"/>
                  </a:cubicBezTo>
                  <a:cubicBezTo>
                    <a:pt x="131755" y="98491"/>
                    <a:pt x="129642" y="93676"/>
                    <a:pt x="129793" y="87245"/>
                  </a:cubicBezTo>
                  <a:close/>
                  <a:moveTo>
                    <a:pt x="138157" y="51423"/>
                  </a:moveTo>
                  <a:cubicBezTo>
                    <a:pt x="138157" y="59248"/>
                    <a:pt x="139710" y="64954"/>
                    <a:pt x="142814" y="68547"/>
                  </a:cubicBezTo>
                  <a:cubicBezTo>
                    <a:pt x="145925" y="72140"/>
                    <a:pt x="149813" y="73936"/>
                    <a:pt x="154498" y="73936"/>
                  </a:cubicBezTo>
                  <a:cubicBezTo>
                    <a:pt x="159133" y="73936"/>
                    <a:pt x="163028" y="72161"/>
                    <a:pt x="166168" y="68604"/>
                  </a:cubicBezTo>
                  <a:cubicBezTo>
                    <a:pt x="169316" y="65011"/>
                    <a:pt x="170889" y="59392"/>
                    <a:pt x="170889" y="51760"/>
                  </a:cubicBezTo>
                  <a:cubicBezTo>
                    <a:pt x="170889" y="44460"/>
                    <a:pt x="169258" y="38962"/>
                    <a:pt x="166003" y="35254"/>
                  </a:cubicBezTo>
                  <a:cubicBezTo>
                    <a:pt x="162784" y="31553"/>
                    <a:pt x="158889" y="29700"/>
                    <a:pt x="154326" y="29700"/>
                  </a:cubicBezTo>
                  <a:cubicBezTo>
                    <a:pt x="149835" y="29700"/>
                    <a:pt x="146019" y="31532"/>
                    <a:pt x="142871" y="35197"/>
                  </a:cubicBezTo>
                  <a:cubicBezTo>
                    <a:pt x="139731" y="38833"/>
                    <a:pt x="138157" y="44237"/>
                    <a:pt x="138157" y="51423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8AE448-4E77-852D-2155-11B7CAABDB4D}"/>
              </a:ext>
            </a:extLst>
          </p:cNvPr>
          <p:cNvGrpSpPr/>
          <p:nvPr/>
        </p:nvGrpSpPr>
        <p:grpSpPr>
          <a:xfrm>
            <a:off x="5763349" y="3717560"/>
            <a:ext cx="2467071" cy="503484"/>
            <a:chOff x="5763349" y="3717560"/>
            <a:chExt cx="2467071" cy="50348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E4A28E-D929-52C3-F3F7-D677242EE814}"/>
                </a:ext>
              </a:extLst>
            </p:cNvPr>
            <p:cNvSpPr/>
            <p:nvPr/>
          </p:nvSpPr>
          <p:spPr>
            <a:xfrm>
              <a:off x="5763349" y="3717560"/>
              <a:ext cx="553831" cy="503484"/>
            </a:xfrm>
            <a:custGeom>
              <a:avLst/>
              <a:gdLst>
                <a:gd name="csX0" fmla="*/ 352112 w 395227"/>
                <a:gd name="csY0" fmla="*/ 0 h 359298"/>
                <a:gd name="csX1" fmla="*/ 43116 w 395227"/>
                <a:gd name="csY1" fmla="*/ 0 h 359298"/>
                <a:gd name="csX2" fmla="*/ 0 w 395227"/>
                <a:gd name="csY2" fmla="*/ 43116 h 359298"/>
                <a:gd name="csX3" fmla="*/ 0 w 395227"/>
                <a:gd name="csY3" fmla="*/ 316182 h 359298"/>
                <a:gd name="csX4" fmla="*/ 43116 w 395227"/>
                <a:gd name="csY4" fmla="*/ 359298 h 359298"/>
                <a:gd name="csX5" fmla="*/ 352112 w 395227"/>
                <a:gd name="csY5" fmla="*/ 359298 h 359298"/>
                <a:gd name="csX6" fmla="*/ 395228 w 395227"/>
                <a:gd name="csY6" fmla="*/ 316182 h 359298"/>
                <a:gd name="csX7" fmla="*/ 395228 w 395227"/>
                <a:gd name="csY7" fmla="*/ 43116 h 359298"/>
                <a:gd name="csX8" fmla="*/ 352112 w 39522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59298">
                  <a:moveTo>
                    <a:pt x="352112" y="0"/>
                  </a:moveTo>
                  <a:lnTo>
                    <a:pt x="43116" y="0"/>
                  </a:lnTo>
                  <a:cubicBezTo>
                    <a:pt x="19301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1" y="359298"/>
                    <a:pt x="43116" y="359298"/>
                  </a:cubicBezTo>
                  <a:lnTo>
                    <a:pt x="352112" y="359298"/>
                  </a:lnTo>
                  <a:cubicBezTo>
                    <a:pt x="375926" y="359298"/>
                    <a:pt x="395228" y="339996"/>
                    <a:pt x="395228" y="316182"/>
                  </a:cubicBezTo>
                  <a:lnTo>
                    <a:pt x="395228" y="43116"/>
                  </a:lnTo>
                  <a:cubicBezTo>
                    <a:pt x="395228" y="19302"/>
                    <a:pt x="375926" y="0"/>
                    <a:pt x="352112" y="0"/>
                  </a:cubicBezTo>
                  <a:close/>
                </a:path>
              </a:pathLst>
            </a:custGeom>
            <a:solidFill>
              <a:srgbClr val="A8D4F5"/>
            </a:solidFill>
            <a:ln w="7183" cap="flat">
              <a:noFill/>
              <a:prstDash val="solid"/>
              <a:miter/>
            </a:ln>
          </p:spPr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F5E9C53-BD84-4465-00A9-22BB015BC02B}"/>
                </a:ext>
              </a:extLst>
            </p:cNvPr>
            <p:cNvSpPr/>
            <p:nvPr/>
          </p:nvSpPr>
          <p:spPr>
            <a:xfrm>
              <a:off x="5763349" y="3717560"/>
              <a:ext cx="553831" cy="503484"/>
            </a:xfrm>
            <a:custGeom>
              <a:avLst/>
              <a:gdLst>
                <a:gd name="csX0" fmla="*/ 352112 w 395227"/>
                <a:gd name="csY0" fmla="*/ 0 h 359298"/>
                <a:gd name="csX1" fmla="*/ 43116 w 395227"/>
                <a:gd name="csY1" fmla="*/ 0 h 359298"/>
                <a:gd name="csX2" fmla="*/ 0 w 395227"/>
                <a:gd name="csY2" fmla="*/ 43116 h 359298"/>
                <a:gd name="csX3" fmla="*/ 0 w 395227"/>
                <a:gd name="csY3" fmla="*/ 316182 h 359298"/>
                <a:gd name="csX4" fmla="*/ 43116 w 395227"/>
                <a:gd name="csY4" fmla="*/ 359298 h 359298"/>
                <a:gd name="csX5" fmla="*/ 352112 w 395227"/>
                <a:gd name="csY5" fmla="*/ 359298 h 359298"/>
                <a:gd name="csX6" fmla="*/ 395228 w 395227"/>
                <a:gd name="csY6" fmla="*/ 316182 h 359298"/>
                <a:gd name="csX7" fmla="*/ 395228 w 395227"/>
                <a:gd name="csY7" fmla="*/ 43116 h 359298"/>
                <a:gd name="csX8" fmla="*/ 352112 w 39522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59298">
                  <a:moveTo>
                    <a:pt x="352112" y="0"/>
                  </a:moveTo>
                  <a:lnTo>
                    <a:pt x="43116" y="0"/>
                  </a:lnTo>
                  <a:cubicBezTo>
                    <a:pt x="19301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1" y="359298"/>
                    <a:pt x="43116" y="359298"/>
                  </a:cubicBezTo>
                  <a:lnTo>
                    <a:pt x="352112" y="359298"/>
                  </a:lnTo>
                  <a:cubicBezTo>
                    <a:pt x="375926" y="359298"/>
                    <a:pt x="395228" y="339996"/>
                    <a:pt x="395228" y="316182"/>
                  </a:cubicBezTo>
                  <a:lnTo>
                    <a:pt x="395228" y="43116"/>
                  </a:lnTo>
                  <a:cubicBezTo>
                    <a:pt x="395228" y="19302"/>
                    <a:pt x="375926" y="0"/>
                    <a:pt x="352112" y="0"/>
                  </a:cubicBezTo>
                  <a:close/>
                </a:path>
              </a:pathLst>
            </a:custGeom>
            <a:noFill/>
            <a:ln w="14367" cap="flat">
              <a:solidFill>
                <a:srgbClr val="7EBCE6"/>
              </a:solidFill>
              <a:prstDash val="solid"/>
              <a:miter/>
            </a:ln>
          </p:spPr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D885035-5404-FA07-3915-0AA7D5AC596A}"/>
                </a:ext>
              </a:extLst>
            </p:cNvPr>
            <p:cNvSpPr/>
            <p:nvPr/>
          </p:nvSpPr>
          <p:spPr>
            <a:xfrm>
              <a:off x="5928634" y="3924149"/>
              <a:ext cx="220434" cy="119335"/>
            </a:xfrm>
            <a:custGeom>
              <a:avLst/>
              <a:gdLst>
                <a:gd name="csX0" fmla="*/ 0 w 157307"/>
                <a:gd name="csY0" fmla="*/ 1344 h 85160"/>
                <a:gd name="csX1" fmla="*/ 14544 w 157307"/>
                <a:gd name="csY1" fmla="*/ 1344 h 85160"/>
                <a:gd name="csX2" fmla="*/ 14544 w 157307"/>
                <a:gd name="csY2" fmla="*/ 9486 h 85160"/>
                <a:gd name="csX3" fmla="*/ 33120 w 157307"/>
                <a:gd name="csY3" fmla="*/ 0 h 85160"/>
                <a:gd name="csX4" fmla="*/ 43058 w 157307"/>
                <a:gd name="csY4" fmla="*/ 2357 h 85160"/>
                <a:gd name="csX5" fmla="*/ 49964 w 157307"/>
                <a:gd name="csY5" fmla="*/ 9486 h 85160"/>
                <a:gd name="csX6" fmla="*/ 58443 w 157307"/>
                <a:gd name="csY6" fmla="*/ 2357 h 85160"/>
                <a:gd name="csX7" fmla="*/ 68152 w 157307"/>
                <a:gd name="csY7" fmla="*/ 0 h 85160"/>
                <a:gd name="csX8" fmla="*/ 79268 w 157307"/>
                <a:gd name="csY8" fmla="*/ 2695 h 85160"/>
                <a:gd name="csX9" fmla="*/ 86066 w 157307"/>
                <a:gd name="csY9" fmla="*/ 10499 h 85160"/>
                <a:gd name="csX10" fmla="*/ 87690 w 157307"/>
                <a:gd name="csY10" fmla="*/ 22844 h 85160"/>
                <a:gd name="csX11" fmla="*/ 87690 w 157307"/>
                <a:gd name="csY11" fmla="*/ 60966 h 85160"/>
                <a:gd name="csX12" fmla="*/ 71917 w 157307"/>
                <a:gd name="csY12" fmla="*/ 60966 h 85160"/>
                <a:gd name="csX13" fmla="*/ 71917 w 157307"/>
                <a:gd name="csY13" fmla="*/ 26890 h 85160"/>
                <a:gd name="csX14" fmla="*/ 70286 w 157307"/>
                <a:gd name="csY14" fmla="*/ 15436 h 85160"/>
                <a:gd name="csX15" fmla="*/ 63553 w 157307"/>
                <a:gd name="csY15" fmla="*/ 12065 h 85160"/>
                <a:gd name="csX16" fmla="*/ 57322 w 157307"/>
                <a:gd name="csY16" fmla="*/ 14092 h 85160"/>
                <a:gd name="csX17" fmla="*/ 53111 w 157307"/>
                <a:gd name="csY17" fmla="*/ 20042 h 85160"/>
                <a:gd name="csX18" fmla="*/ 51818 w 157307"/>
                <a:gd name="csY18" fmla="*/ 32337 h 85160"/>
                <a:gd name="csX19" fmla="*/ 51818 w 157307"/>
                <a:gd name="csY19" fmla="*/ 60966 h 85160"/>
                <a:gd name="csX20" fmla="*/ 36045 w 157307"/>
                <a:gd name="csY20" fmla="*/ 60966 h 85160"/>
                <a:gd name="csX21" fmla="*/ 36045 w 157307"/>
                <a:gd name="csY21" fmla="*/ 28291 h 85160"/>
                <a:gd name="csX22" fmla="*/ 35197 w 157307"/>
                <a:gd name="csY22" fmla="*/ 17067 h 85160"/>
                <a:gd name="csX23" fmla="*/ 32560 w 157307"/>
                <a:gd name="csY23" fmla="*/ 13301 h 85160"/>
                <a:gd name="csX24" fmla="*/ 27788 w 157307"/>
                <a:gd name="csY24" fmla="*/ 12065 h 85160"/>
                <a:gd name="csX25" fmla="*/ 21220 w 157307"/>
                <a:gd name="csY25" fmla="*/ 14034 h 85160"/>
                <a:gd name="csX26" fmla="*/ 17009 w 157307"/>
                <a:gd name="csY26" fmla="*/ 19704 h 85160"/>
                <a:gd name="csX27" fmla="*/ 15773 w 157307"/>
                <a:gd name="csY27" fmla="*/ 31999 h 85160"/>
                <a:gd name="csX28" fmla="*/ 15773 w 157307"/>
                <a:gd name="csY28" fmla="*/ 60966 h 85160"/>
                <a:gd name="csX29" fmla="*/ 0 w 157307"/>
                <a:gd name="csY29" fmla="*/ 60966 h 85160"/>
                <a:gd name="csX30" fmla="*/ 0 w 157307"/>
                <a:gd name="csY30" fmla="*/ 1344 h 85160"/>
                <a:gd name="csX31" fmla="*/ 95997 w 157307"/>
                <a:gd name="csY31" fmla="*/ 1344 h 85160"/>
                <a:gd name="csX32" fmla="*/ 112784 w 157307"/>
                <a:gd name="csY32" fmla="*/ 1344 h 85160"/>
                <a:gd name="csX33" fmla="*/ 127048 w 157307"/>
                <a:gd name="csY33" fmla="*/ 43676 h 85160"/>
                <a:gd name="csX34" fmla="*/ 140967 w 157307"/>
                <a:gd name="csY34" fmla="*/ 1344 h 85160"/>
                <a:gd name="csX35" fmla="*/ 157308 w 157307"/>
                <a:gd name="csY35" fmla="*/ 1344 h 85160"/>
                <a:gd name="csX36" fmla="*/ 136253 w 157307"/>
                <a:gd name="csY36" fmla="*/ 58724 h 85160"/>
                <a:gd name="csX37" fmla="*/ 132495 w 157307"/>
                <a:gd name="csY37" fmla="*/ 69107 h 85160"/>
                <a:gd name="csX38" fmla="*/ 128506 w 157307"/>
                <a:gd name="csY38" fmla="*/ 77077 h 85160"/>
                <a:gd name="csX39" fmla="*/ 124181 w 157307"/>
                <a:gd name="csY39" fmla="*/ 81510 h 85160"/>
                <a:gd name="csX40" fmla="*/ 118173 w 157307"/>
                <a:gd name="csY40" fmla="*/ 84205 h 85160"/>
                <a:gd name="csX41" fmla="*/ 110146 w 157307"/>
                <a:gd name="csY41" fmla="*/ 85161 h 85160"/>
                <a:gd name="csX42" fmla="*/ 101221 w 157307"/>
                <a:gd name="csY42" fmla="*/ 84205 h 85160"/>
                <a:gd name="csX43" fmla="*/ 99820 w 157307"/>
                <a:gd name="csY43" fmla="*/ 71860 h 85160"/>
                <a:gd name="csX44" fmla="*/ 106496 w 157307"/>
                <a:gd name="csY44" fmla="*/ 72585 h 85160"/>
                <a:gd name="csX45" fmla="*/ 114638 w 157307"/>
                <a:gd name="csY45" fmla="*/ 69330 h 85160"/>
                <a:gd name="csX46" fmla="*/ 118683 w 157307"/>
                <a:gd name="csY46" fmla="*/ 61131 h 85160"/>
                <a:gd name="csX47" fmla="*/ 95997 w 157307"/>
                <a:gd name="csY47" fmla="*/ 1344 h 85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157307" h="85160">
                  <a:moveTo>
                    <a:pt x="0" y="1344"/>
                  </a:moveTo>
                  <a:lnTo>
                    <a:pt x="14544" y="1344"/>
                  </a:lnTo>
                  <a:lnTo>
                    <a:pt x="14544" y="9486"/>
                  </a:lnTo>
                  <a:cubicBezTo>
                    <a:pt x="19740" y="3162"/>
                    <a:pt x="25934" y="0"/>
                    <a:pt x="33120" y="0"/>
                  </a:cubicBezTo>
                  <a:cubicBezTo>
                    <a:pt x="36943" y="0"/>
                    <a:pt x="40256" y="783"/>
                    <a:pt x="43058" y="2357"/>
                  </a:cubicBezTo>
                  <a:cubicBezTo>
                    <a:pt x="45868" y="3924"/>
                    <a:pt x="48168" y="6302"/>
                    <a:pt x="49964" y="9486"/>
                  </a:cubicBezTo>
                  <a:cubicBezTo>
                    <a:pt x="52587" y="6302"/>
                    <a:pt x="55411" y="3924"/>
                    <a:pt x="58443" y="2357"/>
                  </a:cubicBezTo>
                  <a:cubicBezTo>
                    <a:pt x="61476" y="783"/>
                    <a:pt x="64710" y="0"/>
                    <a:pt x="68152" y="0"/>
                  </a:cubicBezTo>
                  <a:cubicBezTo>
                    <a:pt x="72535" y="0"/>
                    <a:pt x="76236" y="898"/>
                    <a:pt x="79268" y="2695"/>
                  </a:cubicBezTo>
                  <a:cubicBezTo>
                    <a:pt x="82301" y="4448"/>
                    <a:pt x="84564" y="7050"/>
                    <a:pt x="86066" y="10499"/>
                  </a:cubicBezTo>
                  <a:cubicBezTo>
                    <a:pt x="87151" y="13043"/>
                    <a:pt x="87690" y="17160"/>
                    <a:pt x="87690" y="22844"/>
                  </a:cubicBezTo>
                  <a:lnTo>
                    <a:pt x="87690" y="60966"/>
                  </a:lnTo>
                  <a:lnTo>
                    <a:pt x="71917" y="60966"/>
                  </a:lnTo>
                  <a:lnTo>
                    <a:pt x="71917" y="26890"/>
                  </a:lnTo>
                  <a:cubicBezTo>
                    <a:pt x="71917" y="20976"/>
                    <a:pt x="71371" y="17160"/>
                    <a:pt x="70286" y="15436"/>
                  </a:cubicBezTo>
                  <a:cubicBezTo>
                    <a:pt x="68827" y="13193"/>
                    <a:pt x="66585" y="12065"/>
                    <a:pt x="63553" y="12065"/>
                  </a:cubicBezTo>
                  <a:cubicBezTo>
                    <a:pt x="61346" y="12065"/>
                    <a:pt x="59263" y="12741"/>
                    <a:pt x="57322" y="14092"/>
                  </a:cubicBezTo>
                  <a:cubicBezTo>
                    <a:pt x="55375" y="15436"/>
                    <a:pt x="53967" y="17419"/>
                    <a:pt x="53111" y="20042"/>
                  </a:cubicBezTo>
                  <a:cubicBezTo>
                    <a:pt x="52249" y="22621"/>
                    <a:pt x="51818" y="26718"/>
                    <a:pt x="51818" y="32337"/>
                  </a:cubicBezTo>
                  <a:lnTo>
                    <a:pt x="51818" y="60966"/>
                  </a:lnTo>
                  <a:lnTo>
                    <a:pt x="36045" y="60966"/>
                  </a:lnTo>
                  <a:lnTo>
                    <a:pt x="36045" y="28291"/>
                  </a:lnTo>
                  <a:cubicBezTo>
                    <a:pt x="36045" y="22492"/>
                    <a:pt x="35764" y="18748"/>
                    <a:pt x="35197" y="17067"/>
                  </a:cubicBezTo>
                  <a:cubicBezTo>
                    <a:pt x="34636" y="15378"/>
                    <a:pt x="33760" y="14128"/>
                    <a:pt x="32560" y="13301"/>
                  </a:cubicBezTo>
                  <a:cubicBezTo>
                    <a:pt x="31403" y="12482"/>
                    <a:pt x="29807" y="12065"/>
                    <a:pt x="27788" y="12065"/>
                  </a:cubicBezTo>
                  <a:cubicBezTo>
                    <a:pt x="25359" y="12065"/>
                    <a:pt x="23168" y="12719"/>
                    <a:pt x="21220" y="14034"/>
                  </a:cubicBezTo>
                  <a:cubicBezTo>
                    <a:pt x="19273" y="15342"/>
                    <a:pt x="17871" y="17232"/>
                    <a:pt x="17009" y="19704"/>
                  </a:cubicBezTo>
                  <a:cubicBezTo>
                    <a:pt x="16190" y="22176"/>
                    <a:pt x="15773" y="26272"/>
                    <a:pt x="15773" y="31999"/>
                  </a:cubicBezTo>
                  <a:lnTo>
                    <a:pt x="15773" y="60966"/>
                  </a:lnTo>
                  <a:lnTo>
                    <a:pt x="0" y="60966"/>
                  </a:lnTo>
                  <a:lnTo>
                    <a:pt x="0" y="1344"/>
                  </a:lnTo>
                  <a:close/>
                  <a:moveTo>
                    <a:pt x="95997" y="1344"/>
                  </a:moveTo>
                  <a:lnTo>
                    <a:pt x="112784" y="1344"/>
                  </a:lnTo>
                  <a:lnTo>
                    <a:pt x="127048" y="43676"/>
                  </a:lnTo>
                  <a:lnTo>
                    <a:pt x="140967" y="1344"/>
                  </a:lnTo>
                  <a:lnTo>
                    <a:pt x="157308" y="1344"/>
                  </a:lnTo>
                  <a:lnTo>
                    <a:pt x="136253" y="58724"/>
                  </a:lnTo>
                  <a:lnTo>
                    <a:pt x="132495" y="69107"/>
                  </a:lnTo>
                  <a:cubicBezTo>
                    <a:pt x="131108" y="72585"/>
                    <a:pt x="129778" y="75244"/>
                    <a:pt x="128506" y="77077"/>
                  </a:cubicBezTo>
                  <a:cubicBezTo>
                    <a:pt x="127271" y="78909"/>
                    <a:pt x="125826" y="80389"/>
                    <a:pt x="124181" y="81510"/>
                  </a:cubicBezTo>
                  <a:cubicBezTo>
                    <a:pt x="122571" y="82675"/>
                    <a:pt x="120573" y="83573"/>
                    <a:pt x="118173" y="84205"/>
                  </a:cubicBezTo>
                  <a:cubicBezTo>
                    <a:pt x="115816" y="84845"/>
                    <a:pt x="113143" y="85161"/>
                    <a:pt x="110146" y="85161"/>
                  </a:cubicBezTo>
                  <a:cubicBezTo>
                    <a:pt x="107114" y="85161"/>
                    <a:pt x="104139" y="84845"/>
                    <a:pt x="101221" y="84205"/>
                  </a:cubicBezTo>
                  <a:lnTo>
                    <a:pt x="99820" y="71860"/>
                  </a:lnTo>
                  <a:cubicBezTo>
                    <a:pt x="102285" y="72341"/>
                    <a:pt x="104513" y="72585"/>
                    <a:pt x="106496" y="72585"/>
                  </a:cubicBezTo>
                  <a:cubicBezTo>
                    <a:pt x="110168" y="72585"/>
                    <a:pt x="112877" y="71500"/>
                    <a:pt x="114638" y="69330"/>
                  </a:cubicBezTo>
                  <a:cubicBezTo>
                    <a:pt x="116398" y="67196"/>
                    <a:pt x="117742" y="64465"/>
                    <a:pt x="118683" y="61131"/>
                  </a:cubicBezTo>
                  <a:lnTo>
                    <a:pt x="95997" y="1344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29328A8-0453-0CEE-2D7B-0557B8E29CC1}"/>
                </a:ext>
              </a:extLst>
            </p:cNvPr>
            <p:cNvSpPr/>
            <p:nvPr/>
          </p:nvSpPr>
          <p:spPr>
            <a:xfrm>
              <a:off x="6417879" y="3717560"/>
              <a:ext cx="553831" cy="503484"/>
            </a:xfrm>
            <a:custGeom>
              <a:avLst/>
              <a:gdLst>
                <a:gd name="csX0" fmla="*/ 352112 w 395227"/>
                <a:gd name="csY0" fmla="*/ 0 h 359298"/>
                <a:gd name="csX1" fmla="*/ 43116 w 395227"/>
                <a:gd name="csY1" fmla="*/ 0 h 359298"/>
                <a:gd name="csX2" fmla="*/ 0 w 395227"/>
                <a:gd name="csY2" fmla="*/ 43116 h 359298"/>
                <a:gd name="csX3" fmla="*/ 0 w 395227"/>
                <a:gd name="csY3" fmla="*/ 316182 h 359298"/>
                <a:gd name="csX4" fmla="*/ 43116 w 395227"/>
                <a:gd name="csY4" fmla="*/ 359298 h 359298"/>
                <a:gd name="csX5" fmla="*/ 352112 w 395227"/>
                <a:gd name="csY5" fmla="*/ 359298 h 359298"/>
                <a:gd name="csX6" fmla="*/ 395228 w 395227"/>
                <a:gd name="csY6" fmla="*/ 316182 h 359298"/>
                <a:gd name="csX7" fmla="*/ 395228 w 395227"/>
                <a:gd name="csY7" fmla="*/ 43116 h 359298"/>
                <a:gd name="csX8" fmla="*/ 352112 w 39522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59298">
                  <a:moveTo>
                    <a:pt x="352112" y="0"/>
                  </a:moveTo>
                  <a:lnTo>
                    <a:pt x="43116" y="0"/>
                  </a:lnTo>
                  <a:cubicBezTo>
                    <a:pt x="19301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1" y="359298"/>
                    <a:pt x="43116" y="359298"/>
                  </a:cubicBezTo>
                  <a:lnTo>
                    <a:pt x="352112" y="359298"/>
                  </a:lnTo>
                  <a:cubicBezTo>
                    <a:pt x="375926" y="359298"/>
                    <a:pt x="395228" y="339996"/>
                    <a:pt x="395228" y="316182"/>
                  </a:cubicBezTo>
                  <a:lnTo>
                    <a:pt x="395228" y="43116"/>
                  </a:lnTo>
                  <a:cubicBezTo>
                    <a:pt x="395228" y="19302"/>
                    <a:pt x="375926" y="0"/>
                    <a:pt x="352112" y="0"/>
                  </a:cubicBezTo>
                  <a:close/>
                </a:path>
              </a:pathLst>
            </a:custGeom>
            <a:solidFill>
              <a:srgbClr val="A8D4F5"/>
            </a:solidFill>
            <a:ln w="14367" cap="flat">
              <a:solidFill>
                <a:srgbClr val="7EBCE6"/>
              </a:solidFill>
              <a:prstDash val="solid"/>
              <a:miter/>
            </a:ln>
          </p:spPr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656BA38-EBA5-6A0F-EF12-78E6304F4C07}"/>
                </a:ext>
              </a:extLst>
            </p:cNvPr>
            <p:cNvSpPr/>
            <p:nvPr/>
          </p:nvSpPr>
          <p:spPr>
            <a:xfrm>
              <a:off x="6579941" y="3896528"/>
              <a:ext cx="224362" cy="114944"/>
            </a:xfrm>
            <a:custGeom>
              <a:avLst/>
              <a:gdLst>
                <a:gd name="csX0" fmla="*/ 55461 w 160110"/>
                <a:gd name="csY0" fmla="*/ 38682 h 82027"/>
                <a:gd name="csX1" fmla="*/ 39911 w 160110"/>
                <a:gd name="csY1" fmla="*/ 41492 h 82027"/>
                <a:gd name="csX2" fmla="*/ 36318 w 160110"/>
                <a:gd name="csY2" fmla="*/ 34471 h 82027"/>
                <a:gd name="csX3" fmla="*/ 29132 w 160110"/>
                <a:gd name="csY3" fmla="*/ 32114 h 82027"/>
                <a:gd name="csX4" fmla="*/ 19704 w 160110"/>
                <a:gd name="csY4" fmla="*/ 36210 h 82027"/>
                <a:gd name="csX5" fmla="*/ 16226 w 160110"/>
                <a:gd name="csY5" fmla="*/ 49799 h 82027"/>
                <a:gd name="csX6" fmla="*/ 19761 w 160110"/>
                <a:gd name="csY6" fmla="*/ 64789 h 82027"/>
                <a:gd name="csX7" fmla="*/ 29362 w 160110"/>
                <a:gd name="csY7" fmla="*/ 69165 h 82027"/>
                <a:gd name="csX8" fmla="*/ 36713 w 160110"/>
                <a:gd name="csY8" fmla="*/ 66643 h 82027"/>
                <a:gd name="csX9" fmla="*/ 40759 w 160110"/>
                <a:gd name="csY9" fmla="*/ 57825 h 82027"/>
                <a:gd name="csX10" fmla="*/ 56252 w 160110"/>
                <a:gd name="csY10" fmla="*/ 60470 h 82027"/>
                <a:gd name="csX11" fmla="*/ 46989 w 160110"/>
                <a:gd name="csY11" fmla="*/ 76581 h 82027"/>
                <a:gd name="csX12" fmla="*/ 28629 w 160110"/>
                <a:gd name="csY12" fmla="*/ 82028 h 82027"/>
                <a:gd name="csX13" fmla="*/ 7746 w 160110"/>
                <a:gd name="csY13" fmla="*/ 73771 h 82027"/>
                <a:gd name="csX14" fmla="*/ 0 w 160110"/>
                <a:gd name="csY14" fmla="*/ 50920 h 82027"/>
                <a:gd name="csX15" fmla="*/ 7804 w 160110"/>
                <a:gd name="csY15" fmla="*/ 27961 h 82027"/>
                <a:gd name="csX16" fmla="*/ 28909 w 160110"/>
                <a:gd name="csY16" fmla="*/ 19711 h 82027"/>
                <a:gd name="csX17" fmla="*/ 46199 w 160110"/>
                <a:gd name="csY17" fmla="*/ 24425 h 82027"/>
                <a:gd name="csX18" fmla="*/ 55461 w 160110"/>
                <a:gd name="csY18" fmla="*/ 38682 h 82027"/>
                <a:gd name="csX19" fmla="*/ 79268 w 160110"/>
                <a:gd name="csY19" fmla="*/ 39243 h 82027"/>
                <a:gd name="csX20" fmla="*/ 64954 w 160110"/>
                <a:gd name="csY20" fmla="*/ 36663 h 82027"/>
                <a:gd name="csX21" fmla="*/ 73261 w 160110"/>
                <a:gd name="csY21" fmla="*/ 23864 h 82027"/>
                <a:gd name="csX22" fmla="*/ 90780 w 160110"/>
                <a:gd name="csY22" fmla="*/ 19711 h 82027"/>
                <a:gd name="csX23" fmla="*/ 106496 w 160110"/>
                <a:gd name="csY23" fmla="*/ 22233 h 82027"/>
                <a:gd name="csX24" fmla="*/ 113739 w 160110"/>
                <a:gd name="csY24" fmla="*/ 28578 h 82027"/>
                <a:gd name="csX25" fmla="*/ 115874 w 160110"/>
                <a:gd name="csY25" fmla="*/ 42670 h 82027"/>
                <a:gd name="csX26" fmla="*/ 115701 w 160110"/>
                <a:gd name="csY26" fmla="*/ 61081 h 82027"/>
                <a:gd name="csX27" fmla="*/ 116434 w 160110"/>
                <a:gd name="csY27" fmla="*/ 72707 h 82027"/>
                <a:gd name="csX28" fmla="*/ 119294 w 160110"/>
                <a:gd name="csY28" fmla="*/ 80677 h 82027"/>
                <a:gd name="csX29" fmla="*/ 103686 w 160110"/>
                <a:gd name="csY29" fmla="*/ 80677 h 82027"/>
                <a:gd name="csX30" fmla="*/ 102170 w 160110"/>
                <a:gd name="csY30" fmla="*/ 76020 h 82027"/>
                <a:gd name="csX31" fmla="*/ 101610 w 160110"/>
                <a:gd name="csY31" fmla="*/ 74166 h 82027"/>
                <a:gd name="csX32" fmla="*/ 92965 w 160110"/>
                <a:gd name="csY32" fmla="*/ 80059 h 82027"/>
                <a:gd name="csX33" fmla="*/ 83142 w 160110"/>
                <a:gd name="csY33" fmla="*/ 82028 h 82027"/>
                <a:gd name="csX34" fmla="*/ 68604 w 160110"/>
                <a:gd name="csY34" fmla="*/ 77026 h 82027"/>
                <a:gd name="csX35" fmla="*/ 63323 w 160110"/>
                <a:gd name="csY35" fmla="*/ 64393 h 82027"/>
                <a:gd name="csX36" fmla="*/ 65737 w 160110"/>
                <a:gd name="csY36" fmla="*/ 55411 h 82027"/>
                <a:gd name="csX37" fmla="*/ 72478 w 160110"/>
                <a:gd name="csY37" fmla="*/ 49353 h 82027"/>
                <a:gd name="csX38" fmla="*/ 85053 w 160110"/>
                <a:gd name="csY38" fmla="*/ 45645 h 82027"/>
                <a:gd name="csX39" fmla="*/ 100374 w 160110"/>
                <a:gd name="csY39" fmla="*/ 41772 h 82027"/>
                <a:gd name="csX40" fmla="*/ 100374 w 160110"/>
                <a:gd name="csY40" fmla="*/ 40198 h 82027"/>
                <a:gd name="csX41" fmla="*/ 98132 w 160110"/>
                <a:gd name="csY41" fmla="*/ 33745 h 82027"/>
                <a:gd name="csX42" fmla="*/ 89652 w 160110"/>
                <a:gd name="csY42" fmla="*/ 31776 h 82027"/>
                <a:gd name="csX43" fmla="*/ 83084 w 160110"/>
                <a:gd name="csY43" fmla="*/ 33465 h 82027"/>
                <a:gd name="csX44" fmla="*/ 79268 w 160110"/>
                <a:gd name="csY44" fmla="*/ 39243 h 82027"/>
                <a:gd name="csX45" fmla="*/ 100374 w 160110"/>
                <a:gd name="csY45" fmla="*/ 52048 h 82027"/>
                <a:gd name="csX46" fmla="*/ 90780 w 160110"/>
                <a:gd name="csY46" fmla="*/ 54462 h 82027"/>
                <a:gd name="csX47" fmla="*/ 82186 w 160110"/>
                <a:gd name="csY47" fmla="*/ 57207 h 82027"/>
                <a:gd name="csX48" fmla="*/ 79103 w 160110"/>
                <a:gd name="csY48" fmla="*/ 62769 h 82027"/>
                <a:gd name="csX49" fmla="*/ 81568 w 160110"/>
                <a:gd name="csY49" fmla="*/ 68496 h 82027"/>
                <a:gd name="csX50" fmla="*/ 87856 w 160110"/>
                <a:gd name="csY50" fmla="*/ 70911 h 82027"/>
                <a:gd name="csX51" fmla="*/ 95997 w 160110"/>
                <a:gd name="csY51" fmla="*/ 68101 h 82027"/>
                <a:gd name="csX52" fmla="*/ 99763 w 160110"/>
                <a:gd name="csY52" fmla="*/ 62877 h 82027"/>
                <a:gd name="csX53" fmla="*/ 100374 w 160110"/>
                <a:gd name="csY53" fmla="*/ 55188 h 82027"/>
                <a:gd name="csX54" fmla="*/ 100374 w 160110"/>
                <a:gd name="csY54" fmla="*/ 52048 h 82027"/>
                <a:gd name="csX55" fmla="*/ 158817 w 160110"/>
                <a:gd name="csY55" fmla="*/ 21055 h 82027"/>
                <a:gd name="csX56" fmla="*/ 158817 w 160110"/>
                <a:gd name="csY56" fmla="*/ 33630 h 82027"/>
                <a:gd name="csX57" fmla="*/ 148038 w 160110"/>
                <a:gd name="csY57" fmla="*/ 33630 h 82027"/>
                <a:gd name="csX58" fmla="*/ 148038 w 160110"/>
                <a:gd name="csY58" fmla="*/ 57660 h 82027"/>
                <a:gd name="csX59" fmla="*/ 148318 w 160110"/>
                <a:gd name="csY59" fmla="*/ 66190 h 82027"/>
                <a:gd name="csX60" fmla="*/ 149727 w 160110"/>
                <a:gd name="csY60" fmla="*/ 68159 h 82027"/>
                <a:gd name="csX61" fmla="*/ 152421 w 160110"/>
                <a:gd name="csY61" fmla="*/ 68942 h 82027"/>
                <a:gd name="csX62" fmla="*/ 158767 w 160110"/>
                <a:gd name="csY62" fmla="*/ 67426 h 82027"/>
                <a:gd name="csX63" fmla="*/ 160110 w 160110"/>
                <a:gd name="csY63" fmla="*/ 79664 h 82027"/>
                <a:gd name="csX64" fmla="*/ 147650 w 160110"/>
                <a:gd name="csY64" fmla="*/ 82028 h 82027"/>
                <a:gd name="csX65" fmla="*/ 139954 w 160110"/>
                <a:gd name="csY65" fmla="*/ 80619 h 82027"/>
                <a:gd name="csX66" fmla="*/ 134902 w 160110"/>
                <a:gd name="csY66" fmla="*/ 76918 h 82027"/>
                <a:gd name="csX67" fmla="*/ 132710 w 160110"/>
                <a:gd name="csY67" fmla="*/ 70739 h 82027"/>
                <a:gd name="csX68" fmla="*/ 132207 w 160110"/>
                <a:gd name="csY68" fmla="*/ 59622 h 82027"/>
                <a:gd name="csX69" fmla="*/ 132207 w 160110"/>
                <a:gd name="csY69" fmla="*/ 33630 h 82027"/>
                <a:gd name="csX70" fmla="*/ 124964 w 160110"/>
                <a:gd name="csY70" fmla="*/ 33630 h 82027"/>
                <a:gd name="csX71" fmla="*/ 124964 w 160110"/>
                <a:gd name="csY71" fmla="*/ 21055 h 82027"/>
                <a:gd name="csX72" fmla="*/ 132207 w 160110"/>
                <a:gd name="csY72" fmla="*/ 21055 h 82027"/>
                <a:gd name="csX73" fmla="*/ 132207 w 160110"/>
                <a:gd name="csY73" fmla="*/ 9212 h 82027"/>
                <a:gd name="csX74" fmla="*/ 148038 w 160110"/>
                <a:gd name="csY74" fmla="*/ 0 h 82027"/>
                <a:gd name="csX75" fmla="*/ 148038 w 160110"/>
                <a:gd name="csY75" fmla="*/ 21055 h 82027"/>
                <a:gd name="csX76" fmla="*/ 158817 w 160110"/>
                <a:gd name="csY76" fmla="*/ 21055 h 82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160110" h="82027">
                  <a:moveTo>
                    <a:pt x="55461" y="38682"/>
                  </a:moveTo>
                  <a:lnTo>
                    <a:pt x="39911" y="41492"/>
                  </a:lnTo>
                  <a:cubicBezTo>
                    <a:pt x="39393" y="38387"/>
                    <a:pt x="38193" y="36045"/>
                    <a:pt x="36318" y="34471"/>
                  </a:cubicBezTo>
                  <a:cubicBezTo>
                    <a:pt x="34486" y="32904"/>
                    <a:pt x="32093" y="32114"/>
                    <a:pt x="29132" y="32114"/>
                  </a:cubicBezTo>
                  <a:cubicBezTo>
                    <a:pt x="25208" y="32114"/>
                    <a:pt x="22061" y="33479"/>
                    <a:pt x="19704" y="36210"/>
                  </a:cubicBezTo>
                  <a:cubicBezTo>
                    <a:pt x="17383" y="38912"/>
                    <a:pt x="16226" y="43439"/>
                    <a:pt x="16226" y="49799"/>
                  </a:cubicBezTo>
                  <a:cubicBezTo>
                    <a:pt x="16226" y="56877"/>
                    <a:pt x="17404" y="61871"/>
                    <a:pt x="19761" y="64789"/>
                  </a:cubicBezTo>
                  <a:cubicBezTo>
                    <a:pt x="22154" y="67706"/>
                    <a:pt x="25352" y="69165"/>
                    <a:pt x="29362" y="69165"/>
                  </a:cubicBezTo>
                  <a:cubicBezTo>
                    <a:pt x="32351" y="69165"/>
                    <a:pt x="34809" y="68324"/>
                    <a:pt x="36713" y="66643"/>
                  </a:cubicBezTo>
                  <a:cubicBezTo>
                    <a:pt x="38625" y="64918"/>
                    <a:pt x="39968" y="61979"/>
                    <a:pt x="40759" y="57825"/>
                  </a:cubicBezTo>
                  <a:lnTo>
                    <a:pt x="56252" y="60470"/>
                  </a:lnTo>
                  <a:cubicBezTo>
                    <a:pt x="54642" y="67577"/>
                    <a:pt x="51552" y="72945"/>
                    <a:pt x="46989" y="76581"/>
                  </a:cubicBezTo>
                  <a:cubicBezTo>
                    <a:pt x="42419" y="80210"/>
                    <a:pt x="36303" y="82028"/>
                    <a:pt x="28629" y="82028"/>
                  </a:cubicBezTo>
                  <a:cubicBezTo>
                    <a:pt x="19912" y="82028"/>
                    <a:pt x="12949" y="79275"/>
                    <a:pt x="7746" y="73771"/>
                  </a:cubicBezTo>
                  <a:cubicBezTo>
                    <a:pt x="2580" y="68267"/>
                    <a:pt x="0" y="60657"/>
                    <a:pt x="0" y="50920"/>
                  </a:cubicBezTo>
                  <a:cubicBezTo>
                    <a:pt x="0" y="41082"/>
                    <a:pt x="2601" y="33422"/>
                    <a:pt x="7804" y="27961"/>
                  </a:cubicBezTo>
                  <a:cubicBezTo>
                    <a:pt x="13007" y="22456"/>
                    <a:pt x="20042" y="19711"/>
                    <a:pt x="28909" y="19711"/>
                  </a:cubicBezTo>
                  <a:cubicBezTo>
                    <a:pt x="36174" y="19711"/>
                    <a:pt x="41937" y="21278"/>
                    <a:pt x="46199" y="24425"/>
                  </a:cubicBezTo>
                  <a:cubicBezTo>
                    <a:pt x="50503" y="27529"/>
                    <a:pt x="53593" y="32286"/>
                    <a:pt x="55461" y="38682"/>
                  </a:cubicBezTo>
                  <a:close/>
                  <a:moveTo>
                    <a:pt x="79268" y="39243"/>
                  </a:moveTo>
                  <a:lnTo>
                    <a:pt x="64954" y="36663"/>
                  </a:lnTo>
                  <a:cubicBezTo>
                    <a:pt x="66564" y="30900"/>
                    <a:pt x="69330" y="26631"/>
                    <a:pt x="73261" y="23864"/>
                  </a:cubicBezTo>
                  <a:cubicBezTo>
                    <a:pt x="77192" y="21091"/>
                    <a:pt x="83027" y="19711"/>
                    <a:pt x="90780" y="19711"/>
                  </a:cubicBezTo>
                  <a:cubicBezTo>
                    <a:pt x="97815" y="19711"/>
                    <a:pt x="103054" y="20552"/>
                    <a:pt x="106496" y="22233"/>
                  </a:cubicBezTo>
                  <a:cubicBezTo>
                    <a:pt x="109938" y="23879"/>
                    <a:pt x="112353" y="25999"/>
                    <a:pt x="113739" y="28578"/>
                  </a:cubicBezTo>
                  <a:cubicBezTo>
                    <a:pt x="115162" y="31122"/>
                    <a:pt x="115874" y="35822"/>
                    <a:pt x="115874" y="42670"/>
                  </a:cubicBezTo>
                  <a:lnTo>
                    <a:pt x="115701" y="61081"/>
                  </a:lnTo>
                  <a:cubicBezTo>
                    <a:pt x="115701" y="66326"/>
                    <a:pt x="115946" y="70200"/>
                    <a:pt x="116434" y="72707"/>
                  </a:cubicBezTo>
                  <a:cubicBezTo>
                    <a:pt x="116959" y="75172"/>
                    <a:pt x="117914" y="77831"/>
                    <a:pt x="119294" y="80677"/>
                  </a:cubicBezTo>
                  <a:lnTo>
                    <a:pt x="103686" y="80677"/>
                  </a:lnTo>
                  <a:cubicBezTo>
                    <a:pt x="103277" y="79628"/>
                    <a:pt x="102774" y="78075"/>
                    <a:pt x="102170" y="76020"/>
                  </a:cubicBezTo>
                  <a:cubicBezTo>
                    <a:pt x="101911" y="75079"/>
                    <a:pt x="101724" y="74461"/>
                    <a:pt x="101610" y="74166"/>
                  </a:cubicBezTo>
                  <a:cubicBezTo>
                    <a:pt x="98915" y="76782"/>
                    <a:pt x="96033" y="78751"/>
                    <a:pt x="92965" y="80059"/>
                  </a:cubicBezTo>
                  <a:cubicBezTo>
                    <a:pt x="89896" y="81367"/>
                    <a:pt x="86620" y="82028"/>
                    <a:pt x="83142" y="82028"/>
                  </a:cubicBezTo>
                  <a:cubicBezTo>
                    <a:pt x="77005" y="82028"/>
                    <a:pt x="72154" y="80360"/>
                    <a:pt x="68604" y="77026"/>
                  </a:cubicBezTo>
                  <a:cubicBezTo>
                    <a:pt x="65083" y="73699"/>
                    <a:pt x="63323" y="69488"/>
                    <a:pt x="63323" y="64393"/>
                  </a:cubicBezTo>
                  <a:cubicBezTo>
                    <a:pt x="63323" y="61030"/>
                    <a:pt x="64128" y="58034"/>
                    <a:pt x="65737" y="55411"/>
                  </a:cubicBezTo>
                  <a:cubicBezTo>
                    <a:pt x="67347" y="52759"/>
                    <a:pt x="69596" y="50733"/>
                    <a:pt x="72478" y="49353"/>
                  </a:cubicBezTo>
                  <a:cubicBezTo>
                    <a:pt x="75395" y="47930"/>
                    <a:pt x="79585" y="46694"/>
                    <a:pt x="85053" y="45645"/>
                  </a:cubicBezTo>
                  <a:cubicBezTo>
                    <a:pt x="92426" y="44258"/>
                    <a:pt x="97535" y="42972"/>
                    <a:pt x="100374" y="41772"/>
                  </a:cubicBezTo>
                  <a:lnTo>
                    <a:pt x="100374" y="40198"/>
                  </a:lnTo>
                  <a:cubicBezTo>
                    <a:pt x="100374" y="37166"/>
                    <a:pt x="99626" y="35017"/>
                    <a:pt x="98132" y="33745"/>
                  </a:cubicBezTo>
                  <a:cubicBezTo>
                    <a:pt x="96637" y="32430"/>
                    <a:pt x="93806" y="31776"/>
                    <a:pt x="89652" y="31776"/>
                  </a:cubicBezTo>
                  <a:cubicBezTo>
                    <a:pt x="86849" y="31776"/>
                    <a:pt x="84658" y="32337"/>
                    <a:pt x="83084" y="33465"/>
                  </a:cubicBezTo>
                  <a:cubicBezTo>
                    <a:pt x="81517" y="34550"/>
                    <a:pt x="80239" y="36476"/>
                    <a:pt x="79268" y="39243"/>
                  </a:cubicBezTo>
                  <a:close/>
                  <a:moveTo>
                    <a:pt x="100374" y="52048"/>
                  </a:moveTo>
                  <a:cubicBezTo>
                    <a:pt x="98354" y="52716"/>
                    <a:pt x="95157" y="53521"/>
                    <a:pt x="90780" y="54462"/>
                  </a:cubicBezTo>
                  <a:cubicBezTo>
                    <a:pt x="86397" y="55396"/>
                    <a:pt x="83537" y="56309"/>
                    <a:pt x="82186" y="57207"/>
                  </a:cubicBezTo>
                  <a:cubicBezTo>
                    <a:pt x="80131" y="58673"/>
                    <a:pt x="79103" y="60520"/>
                    <a:pt x="79103" y="62769"/>
                  </a:cubicBezTo>
                  <a:cubicBezTo>
                    <a:pt x="79103" y="64975"/>
                    <a:pt x="79922" y="66887"/>
                    <a:pt x="81568" y="68496"/>
                  </a:cubicBezTo>
                  <a:cubicBezTo>
                    <a:pt x="83214" y="70106"/>
                    <a:pt x="85312" y="70911"/>
                    <a:pt x="87856" y="70911"/>
                  </a:cubicBezTo>
                  <a:cubicBezTo>
                    <a:pt x="90701" y="70911"/>
                    <a:pt x="93417" y="69970"/>
                    <a:pt x="95997" y="68101"/>
                  </a:cubicBezTo>
                  <a:cubicBezTo>
                    <a:pt x="97909" y="66678"/>
                    <a:pt x="99159" y="64939"/>
                    <a:pt x="99763" y="62877"/>
                  </a:cubicBezTo>
                  <a:cubicBezTo>
                    <a:pt x="100172" y="61533"/>
                    <a:pt x="100374" y="58968"/>
                    <a:pt x="100374" y="55188"/>
                  </a:cubicBezTo>
                  <a:lnTo>
                    <a:pt x="100374" y="52048"/>
                  </a:lnTo>
                  <a:close/>
                  <a:moveTo>
                    <a:pt x="158817" y="21055"/>
                  </a:moveTo>
                  <a:lnTo>
                    <a:pt x="158817" y="33630"/>
                  </a:lnTo>
                  <a:lnTo>
                    <a:pt x="148038" y="33630"/>
                  </a:lnTo>
                  <a:lnTo>
                    <a:pt x="148038" y="57660"/>
                  </a:lnTo>
                  <a:cubicBezTo>
                    <a:pt x="148038" y="62525"/>
                    <a:pt x="148131" y="65371"/>
                    <a:pt x="148318" y="66190"/>
                  </a:cubicBezTo>
                  <a:cubicBezTo>
                    <a:pt x="148548" y="66980"/>
                    <a:pt x="149015" y="67634"/>
                    <a:pt x="149727" y="68159"/>
                  </a:cubicBezTo>
                  <a:cubicBezTo>
                    <a:pt x="150474" y="68683"/>
                    <a:pt x="151372" y="68942"/>
                    <a:pt x="152421" y="68942"/>
                  </a:cubicBezTo>
                  <a:cubicBezTo>
                    <a:pt x="153880" y="68942"/>
                    <a:pt x="155993" y="68439"/>
                    <a:pt x="158767" y="67426"/>
                  </a:cubicBezTo>
                  <a:lnTo>
                    <a:pt x="160110" y="79664"/>
                  </a:lnTo>
                  <a:cubicBezTo>
                    <a:pt x="156445" y="81237"/>
                    <a:pt x="152285" y="82028"/>
                    <a:pt x="147650" y="82028"/>
                  </a:cubicBezTo>
                  <a:cubicBezTo>
                    <a:pt x="144804" y="82028"/>
                    <a:pt x="142239" y="81553"/>
                    <a:pt x="139954" y="80619"/>
                  </a:cubicBezTo>
                  <a:cubicBezTo>
                    <a:pt x="137676" y="79649"/>
                    <a:pt x="135987" y="78413"/>
                    <a:pt x="134902" y="76918"/>
                  </a:cubicBezTo>
                  <a:cubicBezTo>
                    <a:pt x="133853" y="75381"/>
                    <a:pt x="133127" y="73325"/>
                    <a:pt x="132710" y="70739"/>
                  </a:cubicBezTo>
                  <a:cubicBezTo>
                    <a:pt x="132380" y="68906"/>
                    <a:pt x="132207" y="65198"/>
                    <a:pt x="132207" y="59622"/>
                  </a:cubicBezTo>
                  <a:lnTo>
                    <a:pt x="132207" y="33630"/>
                  </a:lnTo>
                  <a:lnTo>
                    <a:pt x="124964" y="33630"/>
                  </a:lnTo>
                  <a:lnTo>
                    <a:pt x="124964" y="21055"/>
                  </a:lnTo>
                  <a:lnTo>
                    <a:pt x="132207" y="21055"/>
                  </a:lnTo>
                  <a:lnTo>
                    <a:pt x="132207" y="9212"/>
                  </a:lnTo>
                  <a:lnTo>
                    <a:pt x="148038" y="0"/>
                  </a:lnTo>
                  <a:lnTo>
                    <a:pt x="148038" y="21055"/>
                  </a:lnTo>
                  <a:lnTo>
                    <a:pt x="158817" y="21055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F0FD0C6-1291-0EE0-AE5B-2432D253E6CC}"/>
                </a:ext>
              </a:extLst>
            </p:cNvPr>
            <p:cNvSpPr/>
            <p:nvPr/>
          </p:nvSpPr>
          <p:spPr>
            <a:xfrm>
              <a:off x="7072408" y="3717560"/>
              <a:ext cx="453135" cy="503484"/>
            </a:xfrm>
            <a:custGeom>
              <a:avLst/>
              <a:gdLst>
                <a:gd name="csX0" fmla="*/ 280252 w 323368"/>
                <a:gd name="csY0" fmla="*/ 0 h 359298"/>
                <a:gd name="csX1" fmla="*/ 43116 w 323368"/>
                <a:gd name="csY1" fmla="*/ 0 h 359298"/>
                <a:gd name="csX2" fmla="*/ 0 w 323368"/>
                <a:gd name="csY2" fmla="*/ 43116 h 359298"/>
                <a:gd name="csX3" fmla="*/ 0 w 323368"/>
                <a:gd name="csY3" fmla="*/ 316182 h 359298"/>
                <a:gd name="csX4" fmla="*/ 43116 w 323368"/>
                <a:gd name="csY4" fmla="*/ 359298 h 359298"/>
                <a:gd name="csX5" fmla="*/ 280252 w 323368"/>
                <a:gd name="csY5" fmla="*/ 359298 h 359298"/>
                <a:gd name="csX6" fmla="*/ 323368 w 323368"/>
                <a:gd name="csY6" fmla="*/ 316182 h 359298"/>
                <a:gd name="csX7" fmla="*/ 323368 w 323368"/>
                <a:gd name="csY7" fmla="*/ 43116 h 359298"/>
                <a:gd name="csX8" fmla="*/ 280252 w 323368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3368" h="359298">
                  <a:moveTo>
                    <a:pt x="280252" y="0"/>
                  </a:moveTo>
                  <a:lnTo>
                    <a:pt x="43116" y="0"/>
                  </a:lnTo>
                  <a:cubicBezTo>
                    <a:pt x="19301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1" y="359298"/>
                    <a:pt x="43116" y="359298"/>
                  </a:cubicBezTo>
                  <a:lnTo>
                    <a:pt x="280252" y="359298"/>
                  </a:lnTo>
                  <a:cubicBezTo>
                    <a:pt x="304067" y="359298"/>
                    <a:pt x="323368" y="339996"/>
                    <a:pt x="323368" y="316182"/>
                  </a:cubicBezTo>
                  <a:lnTo>
                    <a:pt x="323368" y="43116"/>
                  </a:lnTo>
                  <a:cubicBezTo>
                    <a:pt x="323368" y="19302"/>
                    <a:pt x="304067" y="0"/>
                    <a:pt x="280252" y="0"/>
                  </a:cubicBezTo>
                  <a:close/>
                </a:path>
              </a:pathLst>
            </a:custGeom>
            <a:solidFill>
              <a:srgbClr val="A8D4F5"/>
            </a:solidFill>
            <a:ln w="14367" cap="flat">
              <a:solidFill>
                <a:srgbClr val="7EBCE6"/>
              </a:solidFill>
              <a:prstDash val="solid"/>
              <a:miter/>
            </a:ln>
          </p:spPr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BBC06E3-DD95-F420-BADC-4788E11D34E3}"/>
                </a:ext>
              </a:extLst>
            </p:cNvPr>
            <p:cNvSpPr/>
            <p:nvPr/>
          </p:nvSpPr>
          <p:spPr>
            <a:xfrm>
              <a:off x="7238246" y="3894252"/>
              <a:ext cx="115086" cy="117220"/>
            </a:xfrm>
            <a:custGeom>
              <a:avLst/>
              <a:gdLst>
                <a:gd name="csX0" fmla="*/ 0 w 82128"/>
                <a:gd name="csY0" fmla="*/ 14595 h 83651"/>
                <a:gd name="csX1" fmla="*/ 0 w 82128"/>
                <a:gd name="csY1" fmla="*/ 0 h 83651"/>
                <a:gd name="csX2" fmla="*/ 15773 w 82128"/>
                <a:gd name="csY2" fmla="*/ 0 h 83651"/>
                <a:gd name="csX3" fmla="*/ 15773 w 82128"/>
                <a:gd name="csY3" fmla="*/ 14595 h 83651"/>
                <a:gd name="csX4" fmla="*/ 0 w 82128"/>
                <a:gd name="csY4" fmla="*/ 14595 h 83651"/>
                <a:gd name="csX5" fmla="*/ 0 w 82128"/>
                <a:gd name="csY5" fmla="*/ 82301 h 83651"/>
                <a:gd name="csX6" fmla="*/ 0 w 82128"/>
                <a:gd name="csY6" fmla="*/ 22679 h 83651"/>
                <a:gd name="csX7" fmla="*/ 15773 w 82128"/>
                <a:gd name="csY7" fmla="*/ 22679 h 83651"/>
                <a:gd name="csX8" fmla="*/ 15773 w 82128"/>
                <a:gd name="csY8" fmla="*/ 82301 h 83651"/>
                <a:gd name="csX9" fmla="*/ 0 w 82128"/>
                <a:gd name="csY9" fmla="*/ 82301 h 83651"/>
                <a:gd name="csX10" fmla="*/ 26437 w 82128"/>
                <a:gd name="csY10" fmla="*/ 65292 h 83651"/>
                <a:gd name="csX11" fmla="*/ 42275 w 82128"/>
                <a:gd name="csY11" fmla="*/ 62877 h 83651"/>
                <a:gd name="csX12" fmla="*/ 46371 w 82128"/>
                <a:gd name="csY12" fmla="*/ 69891 h 83651"/>
                <a:gd name="csX13" fmla="*/ 55016 w 82128"/>
                <a:gd name="csY13" fmla="*/ 72255 h 83651"/>
                <a:gd name="csX14" fmla="*/ 64221 w 82128"/>
                <a:gd name="csY14" fmla="*/ 70006 h 83651"/>
                <a:gd name="csX15" fmla="*/ 66298 w 82128"/>
                <a:gd name="csY15" fmla="*/ 65795 h 83651"/>
                <a:gd name="csX16" fmla="*/ 65177 w 82128"/>
                <a:gd name="csY16" fmla="*/ 62820 h 83651"/>
                <a:gd name="csX17" fmla="*/ 59902 w 82128"/>
                <a:gd name="csY17" fmla="*/ 60743 h 83651"/>
                <a:gd name="csX18" fmla="*/ 35707 w 82128"/>
                <a:gd name="csY18" fmla="*/ 53054 h 83651"/>
                <a:gd name="csX19" fmla="*/ 28629 w 82128"/>
                <a:gd name="csY19" fmla="*/ 39631 h 83651"/>
                <a:gd name="csX20" fmla="*/ 34751 w 82128"/>
                <a:gd name="csY20" fmla="*/ 26610 h 83651"/>
                <a:gd name="csX21" fmla="*/ 53722 w 82128"/>
                <a:gd name="csY21" fmla="*/ 21335 h 83651"/>
                <a:gd name="csX22" fmla="*/ 71917 w 82128"/>
                <a:gd name="csY22" fmla="*/ 25316 h 83651"/>
                <a:gd name="csX23" fmla="*/ 80109 w 82128"/>
                <a:gd name="csY23" fmla="*/ 37108 h 83651"/>
                <a:gd name="csX24" fmla="*/ 65234 w 82128"/>
                <a:gd name="csY24" fmla="*/ 39861 h 83651"/>
                <a:gd name="csX25" fmla="*/ 61584 w 82128"/>
                <a:gd name="csY25" fmla="*/ 34528 h 83651"/>
                <a:gd name="csX26" fmla="*/ 54003 w 82128"/>
                <a:gd name="csY26" fmla="*/ 32675 h 83651"/>
                <a:gd name="csX27" fmla="*/ 45078 w 82128"/>
                <a:gd name="csY27" fmla="*/ 34414 h 83651"/>
                <a:gd name="csX28" fmla="*/ 43281 w 82128"/>
                <a:gd name="csY28" fmla="*/ 37611 h 83651"/>
                <a:gd name="csX29" fmla="*/ 44855 w 82128"/>
                <a:gd name="csY29" fmla="*/ 40478 h 83651"/>
                <a:gd name="csX30" fmla="*/ 59564 w 82128"/>
                <a:gd name="csY30" fmla="*/ 44912 h 83651"/>
                <a:gd name="csX31" fmla="*/ 77192 w 82128"/>
                <a:gd name="csY31" fmla="*/ 51926 h 83651"/>
                <a:gd name="csX32" fmla="*/ 82128 w 82128"/>
                <a:gd name="csY32" fmla="*/ 63660 h 83651"/>
                <a:gd name="csX33" fmla="*/ 75280 w 82128"/>
                <a:gd name="csY33" fmla="*/ 77752 h 83651"/>
                <a:gd name="csX34" fmla="*/ 55016 w 82128"/>
                <a:gd name="csY34" fmla="*/ 83652 h 83651"/>
                <a:gd name="csX35" fmla="*/ 35707 w 82128"/>
                <a:gd name="csY35" fmla="*/ 78708 h 83651"/>
                <a:gd name="csX36" fmla="*/ 26437 w 82128"/>
                <a:gd name="csY36" fmla="*/ 65292 h 83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82128" h="83651">
                  <a:moveTo>
                    <a:pt x="0" y="14595"/>
                  </a:moveTo>
                  <a:lnTo>
                    <a:pt x="0" y="0"/>
                  </a:lnTo>
                  <a:lnTo>
                    <a:pt x="15773" y="0"/>
                  </a:lnTo>
                  <a:lnTo>
                    <a:pt x="15773" y="14595"/>
                  </a:lnTo>
                  <a:lnTo>
                    <a:pt x="0" y="14595"/>
                  </a:lnTo>
                  <a:close/>
                  <a:moveTo>
                    <a:pt x="0" y="82301"/>
                  </a:moveTo>
                  <a:lnTo>
                    <a:pt x="0" y="22679"/>
                  </a:lnTo>
                  <a:lnTo>
                    <a:pt x="15773" y="22679"/>
                  </a:lnTo>
                  <a:lnTo>
                    <a:pt x="15773" y="82301"/>
                  </a:lnTo>
                  <a:lnTo>
                    <a:pt x="0" y="82301"/>
                  </a:lnTo>
                  <a:close/>
                  <a:moveTo>
                    <a:pt x="26437" y="65292"/>
                  </a:moveTo>
                  <a:lnTo>
                    <a:pt x="42275" y="62877"/>
                  </a:lnTo>
                  <a:cubicBezTo>
                    <a:pt x="42943" y="65946"/>
                    <a:pt x="44309" y="68281"/>
                    <a:pt x="46371" y="69891"/>
                  </a:cubicBezTo>
                  <a:cubicBezTo>
                    <a:pt x="48426" y="71464"/>
                    <a:pt x="51308" y="72255"/>
                    <a:pt x="55016" y="72255"/>
                  </a:cubicBezTo>
                  <a:cubicBezTo>
                    <a:pt x="59097" y="72255"/>
                    <a:pt x="62166" y="71500"/>
                    <a:pt x="64221" y="70006"/>
                  </a:cubicBezTo>
                  <a:cubicBezTo>
                    <a:pt x="65608" y="68957"/>
                    <a:pt x="66298" y="67555"/>
                    <a:pt x="66298" y="65795"/>
                  </a:cubicBezTo>
                  <a:cubicBezTo>
                    <a:pt x="66298" y="64595"/>
                    <a:pt x="65924" y="63603"/>
                    <a:pt x="65177" y="62820"/>
                  </a:cubicBezTo>
                  <a:cubicBezTo>
                    <a:pt x="64393" y="62072"/>
                    <a:pt x="62633" y="61382"/>
                    <a:pt x="59902" y="60743"/>
                  </a:cubicBezTo>
                  <a:cubicBezTo>
                    <a:pt x="47176" y="57933"/>
                    <a:pt x="39106" y="55375"/>
                    <a:pt x="35707" y="53054"/>
                  </a:cubicBezTo>
                  <a:cubicBezTo>
                    <a:pt x="30986" y="49835"/>
                    <a:pt x="28629" y="45358"/>
                    <a:pt x="28629" y="39631"/>
                  </a:cubicBezTo>
                  <a:cubicBezTo>
                    <a:pt x="28629" y="34471"/>
                    <a:pt x="30670" y="30131"/>
                    <a:pt x="34751" y="26610"/>
                  </a:cubicBezTo>
                  <a:cubicBezTo>
                    <a:pt x="38826" y="23089"/>
                    <a:pt x="45157" y="21335"/>
                    <a:pt x="53722" y="21335"/>
                  </a:cubicBezTo>
                  <a:cubicBezTo>
                    <a:pt x="61885" y="21335"/>
                    <a:pt x="67943" y="22664"/>
                    <a:pt x="71917" y="25316"/>
                  </a:cubicBezTo>
                  <a:cubicBezTo>
                    <a:pt x="75884" y="27975"/>
                    <a:pt x="78614" y="31906"/>
                    <a:pt x="80109" y="37108"/>
                  </a:cubicBezTo>
                  <a:lnTo>
                    <a:pt x="65234" y="39861"/>
                  </a:lnTo>
                  <a:cubicBezTo>
                    <a:pt x="64595" y="37539"/>
                    <a:pt x="63380" y="35757"/>
                    <a:pt x="61584" y="34528"/>
                  </a:cubicBezTo>
                  <a:cubicBezTo>
                    <a:pt x="59823" y="33293"/>
                    <a:pt x="57301" y="32675"/>
                    <a:pt x="54003" y="32675"/>
                  </a:cubicBezTo>
                  <a:cubicBezTo>
                    <a:pt x="49849" y="32675"/>
                    <a:pt x="46874" y="33250"/>
                    <a:pt x="45078" y="34414"/>
                  </a:cubicBezTo>
                  <a:cubicBezTo>
                    <a:pt x="43885" y="35240"/>
                    <a:pt x="43281" y="36303"/>
                    <a:pt x="43281" y="37611"/>
                  </a:cubicBezTo>
                  <a:cubicBezTo>
                    <a:pt x="43281" y="38739"/>
                    <a:pt x="43806" y="39688"/>
                    <a:pt x="44855" y="40478"/>
                  </a:cubicBezTo>
                  <a:cubicBezTo>
                    <a:pt x="46278" y="41528"/>
                    <a:pt x="51178" y="43001"/>
                    <a:pt x="59564" y="44912"/>
                  </a:cubicBezTo>
                  <a:cubicBezTo>
                    <a:pt x="67986" y="46817"/>
                    <a:pt x="73857" y="49159"/>
                    <a:pt x="77192" y="51926"/>
                  </a:cubicBezTo>
                  <a:cubicBezTo>
                    <a:pt x="80483" y="54735"/>
                    <a:pt x="82128" y="58645"/>
                    <a:pt x="82128" y="63660"/>
                  </a:cubicBezTo>
                  <a:cubicBezTo>
                    <a:pt x="82128" y="69129"/>
                    <a:pt x="79850" y="73821"/>
                    <a:pt x="75280" y="77752"/>
                  </a:cubicBezTo>
                  <a:cubicBezTo>
                    <a:pt x="70717" y="81683"/>
                    <a:pt x="63962" y="83652"/>
                    <a:pt x="55016" y="83652"/>
                  </a:cubicBezTo>
                  <a:cubicBezTo>
                    <a:pt x="46896" y="83652"/>
                    <a:pt x="40457" y="81999"/>
                    <a:pt x="35707" y="78708"/>
                  </a:cubicBezTo>
                  <a:cubicBezTo>
                    <a:pt x="30986" y="75417"/>
                    <a:pt x="27903" y="70940"/>
                    <a:pt x="26437" y="65292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B6DF6A6-EBCC-79D1-422E-87498096CEC8}"/>
                </a:ext>
              </a:extLst>
            </p:cNvPr>
            <p:cNvSpPr/>
            <p:nvPr/>
          </p:nvSpPr>
          <p:spPr>
            <a:xfrm>
              <a:off x="7626240" y="3717560"/>
              <a:ext cx="604180" cy="503484"/>
            </a:xfrm>
            <a:custGeom>
              <a:avLst/>
              <a:gdLst>
                <a:gd name="csX0" fmla="*/ 388042 w 431157"/>
                <a:gd name="csY0" fmla="*/ 0 h 359298"/>
                <a:gd name="csX1" fmla="*/ 43116 w 431157"/>
                <a:gd name="csY1" fmla="*/ 0 h 359298"/>
                <a:gd name="csX2" fmla="*/ 0 w 431157"/>
                <a:gd name="csY2" fmla="*/ 43116 h 359298"/>
                <a:gd name="csX3" fmla="*/ 0 w 431157"/>
                <a:gd name="csY3" fmla="*/ 316182 h 359298"/>
                <a:gd name="csX4" fmla="*/ 43116 w 431157"/>
                <a:gd name="csY4" fmla="*/ 359298 h 359298"/>
                <a:gd name="csX5" fmla="*/ 388042 w 431157"/>
                <a:gd name="csY5" fmla="*/ 359298 h 359298"/>
                <a:gd name="csX6" fmla="*/ 431158 w 431157"/>
                <a:gd name="csY6" fmla="*/ 316182 h 359298"/>
                <a:gd name="csX7" fmla="*/ 431158 w 431157"/>
                <a:gd name="csY7" fmla="*/ 43116 h 359298"/>
                <a:gd name="csX8" fmla="*/ 388042 w 431157"/>
                <a:gd name="csY8" fmla="*/ 0 h 359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31157" h="359298">
                  <a:moveTo>
                    <a:pt x="388042" y="0"/>
                  </a:moveTo>
                  <a:lnTo>
                    <a:pt x="43116" y="0"/>
                  </a:lnTo>
                  <a:cubicBezTo>
                    <a:pt x="19301" y="0"/>
                    <a:pt x="0" y="19302"/>
                    <a:pt x="0" y="43116"/>
                  </a:cubicBezTo>
                  <a:lnTo>
                    <a:pt x="0" y="316182"/>
                  </a:lnTo>
                  <a:cubicBezTo>
                    <a:pt x="0" y="339996"/>
                    <a:pt x="19301" y="359298"/>
                    <a:pt x="43116" y="359298"/>
                  </a:cubicBezTo>
                  <a:lnTo>
                    <a:pt x="388042" y="359298"/>
                  </a:lnTo>
                  <a:cubicBezTo>
                    <a:pt x="411856" y="359298"/>
                    <a:pt x="431158" y="339996"/>
                    <a:pt x="431158" y="316182"/>
                  </a:cubicBezTo>
                  <a:lnTo>
                    <a:pt x="431158" y="43116"/>
                  </a:lnTo>
                  <a:cubicBezTo>
                    <a:pt x="431158" y="19302"/>
                    <a:pt x="411856" y="0"/>
                    <a:pt x="388042" y="0"/>
                  </a:cubicBezTo>
                  <a:close/>
                </a:path>
              </a:pathLst>
            </a:custGeom>
            <a:solidFill>
              <a:srgbClr val="A8D4F5"/>
            </a:solidFill>
            <a:ln w="14367" cap="flat">
              <a:solidFill>
                <a:srgbClr val="7EBCE6"/>
              </a:solidFill>
              <a:prstDash val="solid"/>
              <a:miter/>
            </a:ln>
          </p:spPr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639217B-69F4-9135-D418-DA083AB86A0F}"/>
                </a:ext>
              </a:extLst>
            </p:cNvPr>
            <p:cNvSpPr/>
            <p:nvPr/>
          </p:nvSpPr>
          <p:spPr>
            <a:xfrm>
              <a:off x="7769260" y="3896528"/>
              <a:ext cx="318312" cy="114944"/>
            </a:xfrm>
            <a:custGeom>
              <a:avLst/>
              <a:gdLst>
                <a:gd name="csX0" fmla="*/ 55468 w 227155"/>
                <a:gd name="csY0" fmla="*/ 38682 h 82027"/>
                <a:gd name="csX1" fmla="*/ 39918 w 227155"/>
                <a:gd name="csY1" fmla="*/ 41492 h 82027"/>
                <a:gd name="csX2" fmla="*/ 36325 w 227155"/>
                <a:gd name="csY2" fmla="*/ 34471 h 82027"/>
                <a:gd name="csX3" fmla="*/ 29139 w 227155"/>
                <a:gd name="csY3" fmla="*/ 32114 h 82027"/>
                <a:gd name="csX4" fmla="*/ 19704 w 227155"/>
                <a:gd name="csY4" fmla="*/ 36210 h 82027"/>
                <a:gd name="csX5" fmla="*/ 16226 w 227155"/>
                <a:gd name="csY5" fmla="*/ 49799 h 82027"/>
                <a:gd name="csX6" fmla="*/ 19761 w 227155"/>
                <a:gd name="csY6" fmla="*/ 64789 h 82027"/>
                <a:gd name="csX7" fmla="*/ 29362 w 227155"/>
                <a:gd name="csY7" fmla="*/ 69165 h 82027"/>
                <a:gd name="csX8" fmla="*/ 36713 w 227155"/>
                <a:gd name="csY8" fmla="*/ 66643 h 82027"/>
                <a:gd name="csX9" fmla="*/ 40759 w 227155"/>
                <a:gd name="csY9" fmla="*/ 57825 h 82027"/>
                <a:gd name="csX10" fmla="*/ 56252 w 227155"/>
                <a:gd name="csY10" fmla="*/ 60470 h 82027"/>
                <a:gd name="csX11" fmla="*/ 46989 w 227155"/>
                <a:gd name="csY11" fmla="*/ 76581 h 82027"/>
                <a:gd name="csX12" fmla="*/ 28636 w 227155"/>
                <a:gd name="csY12" fmla="*/ 82028 h 82027"/>
                <a:gd name="csX13" fmla="*/ 7746 w 227155"/>
                <a:gd name="csY13" fmla="*/ 73771 h 82027"/>
                <a:gd name="csX14" fmla="*/ 0 w 227155"/>
                <a:gd name="csY14" fmla="*/ 50920 h 82027"/>
                <a:gd name="csX15" fmla="*/ 7804 w 227155"/>
                <a:gd name="csY15" fmla="*/ 27961 h 82027"/>
                <a:gd name="csX16" fmla="*/ 28916 w 227155"/>
                <a:gd name="csY16" fmla="*/ 19711 h 82027"/>
                <a:gd name="csX17" fmla="*/ 46206 w 227155"/>
                <a:gd name="csY17" fmla="*/ 24425 h 82027"/>
                <a:gd name="csX18" fmla="*/ 55468 w 227155"/>
                <a:gd name="csY18" fmla="*/ 38682 h 82027"/>
                <a:gd name="csX19" fmla="*/ 106726 w 227155"/>
                <a:gd name="csY19" fmla="*/ 80677 h 82027"/>
                <a:gd name="csX20" fmla="*/ 106726 w 227155"/>
                <a:gd name="csY20" fmla="*/ 71752 h 82027"/>
                <a:gd name="csX21" fmla="*/ 98132 w 227155"/>
                <a:gd name="csY21" fmla="*/ 79275 h 82027"/>
                <a:gd name="csX22" fmla="*/ 86964 w 227155"/>
                <a:gd name="csY22" fmla="*/ 82028 h 82027"/>
                <a:gd name="csX23" fmla="*/ 76185 w 227155"/>
                <a:gd name="csY23" fmla="*/ 79383 h 82027"/>
                <a:gd name="csX24" fmla="*/ 69280 w 227155"/>
                <a:gd name="csY24" fmla="*/ 71975 h 82027"/>
                <a:gd name="csX25" fmla="*/ 67146 w 227155"/>
                <a:gd name="csY25" fmla="*/ 58781 h 82027"/>
                <a:gd name="csX26" fmla="*/ 67146 w 227155"/>
                <a:gd name="csY26" fmla="*/ 21055 h 82027"/>
                <a:gd name="csX27" fmla="*/ 82919 w 227155"/>
                <a:gd name="csY27" fmla="*/ 21055 h 82027"/>
                <a:gd name="csX28" fmla="*/ 82919 w 227155"/>
                <a:gd name="csY28" fmla="*/ 48455 h 82027"/>
                <a:gd name="csX29" fmla="*/ 83760 w 227155"/>
                <a:gd name="csY29" fmla="*/ 63890 h 82027"/>
                <a:gd name="csX30" fmla="*/ 86964 w 227155"/>
                <a:gd name="csY30" fmla="*/ 68382 h 82027"/>
                <a:gd name="csX31" fmla="*/ 92799 w 227155"/>
                <a:gd name="csY31" fmla="*/ 70013 h 82027"/>
                <a:gd name="csX32" fmla="*/ 100043 w 227155"/>
                <a:gd name="csY32" fmla="*/ 67821 h 82027"/>
                <a:gd name="csX33" fmla="*/ 104419 w 227155"/>
                <a:gd name="csY33" fmla="*/ 62317 h 82027"/>
                <a:gd name="csX34" fmla="*/ 105598 w 227155"/>
                <a:gd name="csY34" fmla="*/ 46206 h 82027"/>
                <a:gd name="csX35" fmla="*/ 105598 w 227155"/>
                <a:gd name="csY35" fmla="*/ 21055 h 82027"/>
                <a:gd name="csX36" fmla="*/ 121378 w 227155"/>
                <a:gd name="csY36" fmla="*/ 21055 h 82027"/>
                <a:gd name="csX37" fmla="*/ 121378 w 227155"/>
                <a:gd name="csY37" fmla="*/ 80677 h 82027"/>
                <a:gd name="csX38" fmla="*/ 106726 w 227155"/>
                <a:gd name="csY38" fmla="*/ 80677 h 82027"/>
                <a:gd name="csX39" fmla="*/ 165112 w 227155"/>
                <a:gd name="csY39" fmla="*/ 21055 h 82027"/>
                <a:gd name="csX40" fmla="*/ 165112 w 227155"/>
                <a:gd name="csY40" fmla="*/ 33630 h 82027"/>
                <a:gd name="csX41" fmla="*/ 154333 w 227155"/>
                <a:gd name="csY41" fmla="*/ 33630 h 82027"/>
                <a:gd name="csX42" fmla="*/ 154333 w 227155"/>
                <a:gd name="csY42" fmla="*/ 57660 h 82027"/>
                <a:gd name="csX43" fmla="*/ 154613 w 227155"/>
                <a:gd name="csY43" fmla="*/ 66190 h 82027"/>
                <a:gd name="csX44" fmla="*/ 156014 w 227155"/>
                <a:gd name="csY44" fmla="*/ 68159 h 82027"/>
                <a:gd name="csX45" fmla="*/ 158709 w 227155"/>
                <a:gd name="csY45" fmla="*/ 68942 h 82027"/>
                <a:gd name="csX46" fmla="*/ 165054 w 227155"/>
                <a:gd name="csY46" fmla="*/ 67426 h 82027"/>
                <a:gd name="csX47" fmla="*/ 166398 w 227155"/>
                <a:gd name="csY47" fmla="*/ 79664 h 82027"/>
                <a:gd name="csX48" fmla="*/ 153938 w 227155"/>
                <a:gd name="csY48" fmla="*/ 82028 h 82027"/>
                <a:gd name="csX49" fmla="*/ 146249 w 227155"/>
                <a:gd name="csY49" fmla="*/ 80619 h 82027"/>
                <a:gd name="csX50" fmla="*/ 141197 w 227155"/>
                <a:gd name="csY50" fmla="*/ 76918 h 82027"/>
                <a:gd name="csX51" fmla="*/ 139005 w 227155"/>
                <a:gd name="csY51" fmla="*/ 70739 h 82027"/>
                <a:gd name="csX52" fmla="*/ 138502 w 227155"/>
                <a:gd name="csY52" fmla="*/ 59622 h 82027"/>
                <a:gd name="csX53" fmla="*/ 138502 w 227155"/>
                <a:gd name="csY53" fmla="*/ 33630 h 82027"/>
                <a:gd name="csX54" fmla="*/ 131259 w 227155"/>
                <a:gd name="csY54" fmla="*/ 33630 h 82027"/>
                <a:gd name="csX55" fmla="*/ 131259 w 227155"/>
                <a:gd name="csY55" fmla="*/ 21055 h 82027"/>
                <a:gd name="csX56" fmla="*/ 138502 w 227155"/>
                <a:gd name="csY56" fmla="*/ 21055 h 82027"/>
                <a:gd name="csX57" fmla="*/ 138502 w 227155"/>
                <a:gd name="csY57" fmla="*/ 9212 h 82027"/>
                <a:gd name="csX58" fmla="*/ 154333 w 227155"/>
                <a:gd name="csY58" fmla="*/ 0 h 82027"/>
                <a:gd name="csX59" fmla="*/ 154333 w 227155"/>
                <a:gd name="csY59" fmla="*/ 21055 h 82027"/>
                <a:gd name="csX60" fmla="*/ 165112 w 227155"/>
                <a:gd name="csY60" fmla="*/ 21055 h 82027"/>
                <a:gd name="csX61" fmla="*/ 210584 w 227155"/>
                <a:gd name="csY61" fmla="*/ 61699 h 82027"/>
                <a:gd name="csX62" fmla="*/ 226300 w 227155"/>
                <a:gd name="csY62" fmla="*/ 64343 h 82027"/>
                <a:gd name="csX63" fmla="*/ 216700 w 227155"/>
                <a:gd name="csY63" fmla="*/ 77529 h 82027"/>
                <a:gd name="csX64" fmla="*/ 200366 w 227155"/>
                <a:gd name="csY64" fmla="*/ 82028 h 82027"/>
                <a:gd name="csX65" fmla="*/ 177349 w 227155"/>
                <a:gd name="csY65" fmla="*/ 71860 h 82027"/>
                <a:gd name="csX66" fmla="*/ 171450 w 227155"/>
                <a:gd name="csY66" fmla="*/ 51315 h 82027"/>
                <a:gd name="csX67" fmla="*/ 179203 w 227155"/>
                <a:gd name="csY67" fmla="*/ 28133 h 82027"/>
                <a:gd name="csX68" fmla="*/ 198792 w 227155"/>
                <a:gd name="csY68" fmla="*/ 19711 h 82027"/>
                <a:gd name="csX69" fmla="*/ 219790 w 227155"/>
                <a:gd name="csY69" fmla="*/ 28521 h 82027"/>
                <a:gd name="csX70" fmla="*/ 227141 w 227155"/>
                <a:gd name="csY70" fmla="*/ 55411 h 82027"/>
                <a:gd name="csX71" fmla="*/ 187618 w 227155"/>
                <a:gd name="csY71" fmla="*/ 55411 h 82027"/>
                <a:gd name="csX72" fmla="*/ 191441 w 227155"/>
                <a:gd name="csY72" fmla="*/ 66362 h 82027"/>
                <a:gd name="csX73" fmla="*/ 200531 w 227155"/>
                <a:gd name="csY73" fmla="*/ 70235 h 82027"/>
                <a:gd name="csX74" fmla="*/ 206769 w 227155"/>
                <a:gd name="csY74" fmla="*/ 68216 h 82027"/>
                <a:gd name="csX75" fmla="*/ 210584 w 227155"/>
                <a:gd name="csY75" fmla="*/ 61699 h 82027"/>
                <a:gd name="csX76" fmla="*/ 211483 w 227155"/>
                <a:gd name="csY76" fmla="*/ 45760 h 82027"/>
                <a:gd name="csX77" fmla="*/ 207947 w 227155"/>
                <a:gd name="csY77" fmla="*/ 35369 h 82027"/>
                <a:gd name="csX78" fmla="*/ 199748 w 227155"/>
                <a:gd name="csY78" fmla="*/ 31776 h 82027"/>
                <a:gd name="csX79" fmla="*/ 191211 w 227155"/>
                <a:gd name="csY79" fmla="*/ 35542 h 82027"/>
                <a:gd name="csX80" fmla="*/ 187906 w 227155"/>
                <a:gd name="csY80" fmla="*/ 45760 h 82027"/>
                <a:gd name="csX81" fmla="*/ 211483 w 227155"/>
                <a:gd name="csY81" fmla="*/ 45760 h 82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</a:cxnLst>
              <a:rect l="l" t="t" r="r" b="b"/>
              <a:pathLst>
                <a:path w="227155" h="82027">
                  <a:moveTo>
                    <a:pt x="55468" y="38682"/>
                  </a:moveTo>
                  <a:lnTo>
                    <a:pt x="39918" y="41492"/>
                  </a:lnTo>
                  <a:cubicBezTo>
                    <a:pt x="39393" y="38387"/>
                    <a:pt x="38193" y="36045"/>
                    <a:pt x="36325" y="34471"/>
                  </a:cubicBezTo>
                  <a:cubicBezTo>
                    <a:pt x="34493" y="32904"/>
                    <a:pt x="32093" y="32114"/>
                    <a:pt x="29139" y="32114"/>
                  </a:cubicBezTo>
                  <a:cubicBezTo>
                    <a:pt x="25208" y="32114"/>
                    <a:pt x="22061" y="33479"/>
                    <a:pt x="19704" y="36210"/>
                  </a:cubicBezTo>
                  <a:cubicBezTo>
                    <a:pt x="17383" y="38912"/>
                    <a:pt x="16226" y="43439"/>
                    <a:pt x="16226" y="49799"/>
                  </a:cubicBezTo>
                  <a:cubicBezTo>
                    <a:pt x="16226" y="56877"/>
                    <a:pt x="17404" y="61871"/>
                    <a:pt x="19761" y="64789"/>
                  </a:cubicBezTo>
                  <a:cubicBezTo>
                    <a:pt x="22154" y="67706"/>
                    <a:pt x="25359" y="69165"/>
                    <a:pt x="29362" y="69165"/>
                  </a:cubicBezTo>
                  <a:cubicBezTo>
                    <a:pt x="32358" y="69165"/>
                    <a:pt x="34809" y="68324"/>
                    <a:pt x="36713" y="66643"/>
                  </a:cubicBezTo>
                  <a:cubicBezTo>
                    <a:pt x="38625" y="64918"/>
                    <a:pt x="39975" y="61979"/>
                    <a:pt x="40759" y="57825"/>
                  </a:cubicBezTo>
                  <a:lnTo>
                    <a:pt x="56252" y="60470"/>
                  </a:lnTo>
                  <a:cubicBezTo>
                    <a:pt x="54642" y="67577"/>
                    <a:pt x="51559" y="72945"/>
                    <a:pt x="46989" y="76581"/>
                  </a:cubicBezTo>
                  <a:cubicBezTo>
                    <a:pt x="42426" y="80210"/>
                    <a:pt x="36303" y="82028"/>
                    <a:pt x="28636" y="82028"/>
                  </a:cubicBezTo>
                  <a:cubicBezTo>
                    <a:pt x="19912" y="82028"/>
                    <a:pt x="12949" y="79275"/>
                    <a:pt x="7746" y="73771"/>
                  </a:cubicBezTo>
                  <a:cubicBezTo>
                    <a:pt x="2580" y="68267"/>
                    <a:pt x="0" y="60657"/>
                    <a:pt x="0" y="50920"/>
                  </a:cubicBezTo>
                  <a:cubicBezTo>
                    <a:pt x="0" y="41082"/>
                    <a:pt x="2601" y="33422"/>
                    <a:pt x="7804" y="27961"/>
                  </a:cubicBezTo>
                  <a:cubicBezTo>
                    <a:pt x="13007" y="22456"/>
                    <a:pt x="20042" y="19711"/>
                    <a:pt x="28916" y="19711"/>
                  </a:cubicBezTo>
                  <a:cubicBezTo>
                    <a:pt x="36174" y="19711"/>
                    <a:pt x="41937" y="21278"/>
                    <a:pt x="46206" y="24425"/>
                  </a:cubicBezTo>
                  <a:cubicBezTo>
                    <a:pt x="50510" y="27529"/>
                    <a:pt x="53593" y="32286"/>
                    <a:pt x="55468" y="38682"/>
                  </a:cubicBezTo>
                  <a:close/>
                  <a:moveTo>
                    <a:pt x="106726" y="80677"/>
                  </a:moveTo>
                  <a:lnTo>
                    <a:pt x="106726" y="71752"/>
                  </a:lnTo>
                  <a:cubicBezTo>
                    <a:pt x="104556" y="74935"/>
                    <a:pt x="101689" y="77436"/>
                    <a:pt x="98132" y="79275"/>
                  </a:cubicBezTo>
                  <a:cubicBezTo>
                    <a:pt x="94617" y="81108"/>
                    <a:pt x="90895" y="82028"/>
                    <a:pt x="86964" y="82028"/>
                  </a:cubicBezTo>
                  <a:cubicBezTo>
                    <a:pt x="82955" y="82028"/>
                    <a:pt x="79362" y="81144"/>
                    <a:pt x="76185" y="79383"/>
                  </a:cubicBezTo>
                  <a:cubicBezTo>
                    <a:pt x="73002" y="77630"/>
                    <a:pt x="70703" y="75158"/>
                    <a:pt x="69280" y="71975"/>
                  </a:cubicBezTo>
                  <a:cubicBezTo>
                    <a:pt x="67857" y="68791"/>
                    <a:pt x="67146" y="64393"/>
                    <a:pt x="67146" y="58781"/>
                  </a:cubicBezTo>
                  <a:lnTo>
                    <a:pt x="67146" y="21055"/>
                  </a:lnTo>
                  <a:lnTo>
                    <a:pt x="82919" y="21055"/>
                  </a:lnTo>
                  <a:lnTo>
                    <a:pt x="82919" y="48455"/>
                  </a:lnTo>
                  <a:cubicBezTo>
                    <a:pt x="82919" y="56834"/>
                    <a:pt x="83199" y="61979"/>
                    <a:pt x="83760" y="63890"/>
                  </a:cubicBezTo>
                  <a:cubicBezTo>
                    <a:pt x="84363" y="65759"/>
                    <a:pt x="85427" y="67260"/>
                    <a:pt x="86964" y="68382"/>
                  </a:cubicBezTo>
                  <a:cubicBezTo>
                    <a:pt x="88495" y="69467"/>
                    <a:pt x="90442" y="70013"/>
                    <a:pt x="92799" y="70013"/>
                  </a:cubicBezTo>
                  <a:cubicBezTo>
                    <a:pt x="95494" y="70013"/>
                    <a:pt x="97909" y="69280"/>
                    <a:pt x="100043" y="67821"/>
                  </a:cubicBezTo>
                  <a:cubicBezTo>
                    <a:pt x="102177" y="66326"/>
                    <a:pt x="103636" y="64487"/>
                    <a:pt x="104419" y="62317"/>
                  </a:cubicBezTo>
                  <a:cubicBezTo>
                    <a:pt x="105210" y="60110"/>
                    <a:pt x="105598" y="54743"/>
                    <a:pt x="105598" y="46206"/>
                  </a:cubicBezTo>
                  <a:lnTo>
                    <a:pt x="105598" y="21055"/>
                  </a:lnTo>
                  <a:lnTo>
                    <a:pt x="121378" y="21055"/>
                  </a:lnTo>
                  <a:lnTo>
                    <a:pt x="121378" y="80677"/>
                  </a:lnTo>
                  <a:lnTo>
                    <a:pt x="106726" y="80677"/>
                  </a:lnTo>
                  <a:close/>
                  <a:moveTo>
                    <a:pt x="165112" y="21055"/>
                  </a:moveTo>
                  <a:lnTo>
                    <a:pt x="165112" y="33630"/>
                  </a:lnTo>
                  <a:lnTo>
                    <a:pt x="154333" y="33630"/>
                  </a:lnTo>
                  <a:lnTo>
                    <a:pt x="154333" y="57660"/>
                  </a:lnTo>
                  <a:cubicBezTo>
                    <a:pt x="154333" y="62525"/>
                    <a:pt x="154426" y="65371"/>
                    <a:pt x="154613" y="66190"/>
                  </a:cubicBezTo>
                  <a:cubicBezTo>
                    <a:pt x="154836" y="66980"/>
                    <a:pt x="155303" y="67634"/>
                    <a:pt x="156014" y="68159"/>
                  </a:cubicBezTo>
                  <a:cubicBezTo>
                    <a:pt x="156762" y="68683"/>
                    <a:pt x="157660" y="68942"/>
                    <a:pt x="158709" y="68942"/>
                  </a:cubicBezTo>
                  <a:cubicBezTo>
                    <a:pt x="160168" y="68942"/>
                    <a:pt x="162281" y="68439"/>
                    <a:pt x="165054" y="67426"/>
                  </a:cubicBezTo>
                  <a:lnTo>
                    <a:pt x="166398" y="79664"/>
                  </a:lnTo>
                  <a:cubicBezTo>
                    <a:pt x="162733" y="81237"/>
                    <a:pt x="158580" y="82028"/>
                    <a:pt x="153938" y="82028"/>
                  </a:cubicBezTo>
                  <a:cubicBezTo>
                    <a:pt x="151092" y="82028"/>
                    <a:pt x="148527" y="81553"/>
                    <a:pt x="146249" y="80619"/>
                  </a:cubicBezTo>
                  <a:cubicBezTo>
                    <a:pt x="143963" y="79649"/>
                    <a:pt x="142282" y="78413"/>
                    <a:pt x="141197" y="76918"/>
                  </a:cubicBezTo>
                  <a:cubicBezTo>
                    <a:pt x="140148" y="75381"/>
                    <a:pt x="139415" y="73325"/>
                    <a:pt x="139005" y="70739"/>
                  </a:cubicBezTo>
                  <a:cubicBezTo>
                    <a:pt x="138667" y="68906"/>
                    <a:pt x="138502" y="65198"/>
                    <a:pt x="138502" y="59622"/>
                  </a:cubicBezTo>
                  <a:lnTo>
                    <a:pt x="138502" y="33630"/>
                  </a:lnTo>
                  <a:lnTo>
                    <a:pt x="131259" y="33630"/>
                  </a:lnTo>
                  <a:lnTo>
                    <a:pt x="131259" y="21055"/>
                  </a:lnTo>
                  <a:lnTo>
                    <a:pt x="138502" y="21055"/>
                  </a:lnTo>
                  <a:lnTo>
                    <a:pt x="138502" y="9212"/>
                  </a:lnTo>
                  <a:lnTo>
                    <a:pt x="154333" y="0"/>
                  </a:lnTo>
                  <a:lnTo>
                    <a:pt x="154333" y="21055"/>
                  </a:lnTo>
                  <a:lnTo>
                    <a:pt x="165112" y="21055"/>
                  </a:lnTo>
                  <a:close/>
                  <a:moveTo>
                    <a:pt x="210584" y="61699"/>
                  </a:moveTo>
                  <a:lnTo>
                    <a:pt x="226300" y="64343"/>
                  </a:lnTo>
                  <a:cubicBezTo>
                    <a:pt x="224281" y="70106"/>
                    <a:pt x="221083" y="74504"/>
                    <a:pt x="216700" y="77529"/>
                  </a:cubicBezTo>
                  <a:cubicBezTo>
                    <a:pt x="212359" y="80526"/>
                    <a:pt x="206913" y="82028"/>
                    <a:pt x="200366" y="82028"/>
                  </a:cubicBezTo>
                  <a:cubicBezTo>
                    <a:pt x="189997" y="82028"/>
                    <a:pt x="182329" y="78636"/>
                    <a:pt x="177349" y="71860"/>
                  </a:cubicBezTo>
                  <a:cubicBezTo>
                    <a:pt x="173419" y="66434"/>
                    <a:pt x="171450" y="59586"/>
                    <a:pt x="171450" y="51315"/>
                  </a:cubicBezTo>
                  <a:cubicBezTo>
                    <a:pt x="171450" y="41434"/>
                    <a:pt x="174037" y="33709"/>
                    <a:pt x="179203" y="28133"/>
                  </a:cubicBezTo>
                  <a:cubicBezTo>
                    <a:pt x="184363" y="22514"/>
                    <a:pt x="190895" y="19711"/>
                    <a:pt x="198792" y="19711"/>
                  </a:cubicBezTo>
                  <a:cubicBezTo>
                    <a:pt x="207667" y="19711"/>
                    <a:pt x="214666" y="22643"/>
                    <a:pt x="219790" y="28521"/>
                  </a:cubicBezTo>
                  <a:cubicBezTo>
                    <a:pt x="224920" y="34363"/>
                    <a:pt x="227371" y="43324"/>
                    <a:pt x="227141" y="55411"/>
                  </a:cubicBezTo>
                  <a:lnTo>
                    <a:pt x="187618" y="55411"/>
                  </a:lnTo>
                  <a:cubicBezTo>
                    <a:pt x="187733" y="60089"/>
                    <a:pt x="189005" y="63739"/>
                    <a:pt x="191441" y="66362"/>
                  </a:cubicBezTo>
                  <a:cubicBezTo>
                    <a:pt x="193870" y="68942"/>
                    <a:pt x="196902" y="70235"/>
                    <a:pt x="200531" y="70235"/>
                  </a:cubicBezTo>
                  <a:cubicBezTo>
                    <a:pt x="203003" y="70235"/>
                    <a:pt x="205080" y="69560"/>
                    <a:pt x="206769" y="68216"/>
                  </a:cubicBezTo>
                  <a:cubicBezTo>
                    <a:pt x="208450" y="66865"/>
                    <a:pt x="209722" y="64695"/>
                    <a:pt x="210584" y="61699"/>
                  </a:cubicBezTo>
                  <a:close/>
                  <a:moveTo>
                    <a:pt x="211483" y="45760"/>
                  </a:moveTo>
                  <a:cubicBezTo>
                    <a:pt x="211368" y="41190"/>
                    <a:pt x="210189" y="37726"/>
                    <a:pt x="207947" y="35369"/>
                  </a:cubicBezTo>
                  <a:cubicBezTo>
                    <a:pt x="205698" y="32976"/>
                    <a:pt x="202967" y="31776"/>
                    <a:pt x="199748" y="31776"/>
                  </a:cubicBezTo>
                  <a:cubicBezTo>
                    <a:pt x="196306" y="31776"/>
                    <a:pt x="193460" y="33034"/>
                    <a:pt x="191211" y="35542"/>
                  </a:cubicBezTo>
                  <a:cubicBezTo>
                    <a:pt x="188969" y="38050"/>
                    <a:pt x="187863" y="41456"/>
                    <a:pt x="187906" y="45760"/>
                  </a:cubicBezTo>
                  <a:lnTo>
                    <a:pt x="211483" y="45760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089F281-AC2C-A490-65CD-BAA03B74E702}"/>
              </a:ext>
            </a:extLst>
          </p:cNvPr>
          <p:cNvSpPr/>
          <p:nvPr/>
        </p:nvSpPr>
        <p:spPr>
          <a:xfrm>
            <a:off x="1048564" y="3847607"/>
            <a:ext cx="688503" cy="161175"/>
          </a:xfrm>
          <a:custGeom>
            <a:avLst/>
            <a:gdLst>
              <a:gd name="csX0" fmla="*/ 37281 w 491332"/>
              <a:gd name="csY0" fmla="*/ 113164 h 115018"/>
              <a:gd name="csX1" fmla="*/ 37281 w 491332"/>
              <a:gd name="csY1" fmla="*/ 13351 h 115018"/>
              <a:gd name="csX2" fmla="*/ 0 w 491332"/>
              <a:gd name="csY2" fmla="*/ 13351 h 115018"/>
              <a:gd name="csX3" fmla="*/ 0 w 491332"/>
              <a:gd name="csY3" fmla="*/ 0 h 115018"/>
              <a:gd name="csX4" fmla="*/ 89695 w 491332"/>
              <a:gd name="csY4" fmla="*/ 0 h 115018"/>
              <a:gd name="csX5" fmla="*/ 89695 w 491332"/>
              <a:gd name="csY5" fmla="*/ 13351 h 115018"/>
              <a:gd name="csX6" fmla="*/ 52257 w 491332"/>
              <a:gd name="csY6" fmla="*/ 13351 h 115018"/>
              <a:gd name="csX7" fmla="*/ 52257 w 491332"/>
              <a:gd name="csY7" fmla="*/ 113164 h 115018"/>
              <a:gd name="csX8" fmla="*/ 37281 w 491332"/>
              <a:gd name="csY8" fmla="*/ 113164 h 115018"/>
              <a:gd name="csX9" fmla="*/ 80583 w 491332"/>
              <a:gd name="csY9" fmla="*/ 72176 h 115018"/>
              <a:gd name="csX10" fmla="*/ 93245 w 491332"/>
              <a:gd name="csY10" fmla="*/ 38445 h 115018"/>
              <a:gd name="csX11" fmla="*/ 119028 w 491332"/>
              <a:gd name="csY11" fmla="*/ 29333 h 115018"/>
              <a:gd name="csX12" fmla="*/ 146666 w 491332"/>
              <a:gd name="csY12" fmla="*/ 40450 h 115018"/>
              <a:gd name="csX13" fmla="*/ 157394 w 491332"/>
              <a:gd name="csY13" fmla="*/ 71019 h 115018"/>
              <a:gd name="csX14" fmla="*/ 152608 w 491332"/>
              <a:gd name="csY14" fmla="*/ 95947 h 115018"/>
              <a:gd name="csX15" fmla="*/ 138790 w 491332"/>
              <a:gd name="csY15" fmla="*/ 110003 h 115018"/>
              <a:gd name="csX16" fmla="*/ 119028 w 491332"/>
              <a:gd name="csY16" fmla="*/ 115018 h 115018"/>
              <a:gd name="csX17" fmla="*/ 91161 w 491332"/>
              <a:gd name="csY17" fmla="*/ 103981 h 115018"/>
              <a:gd name="csX18" fmla="*/ 80583 w 491332"/>
              <a:gd name="csY18" fmla="*/ 72176 h 115018"/>
              <a:gd name="csX19" fmla="*/ 94869 w 491332"/>
              <a:gd name="csY19" fmla="*/ 72176 h 115018"/>
              <a:gd name="csX20" fmla="*/ 101739 w 491332"/>
              <a:gd name="csY20" fmla="*/ 95796 h 115018"/>
              <a:gd name="csX21" fmla="*/ 119028 w 491332"/>
              <a:gd name="csY21" fmla="*/ 103593 h 115018"/>
              <a:gd name="csX22" fmla="*/ 136246 w 491332"/>
              <a:gd name="csY22" fmla="*/ 95717 h 115018"/>
              <a:gd name="csX23" fmla="*/ 143116 w 491332"/>
              <a:gd name="csY23" fmla="*/ 71709 h 115018"/>
              <a:gd name="csX24" fmla="*/ 136167 w 491332"/>
              <a:gd name="csY24" fmla="*/ 48706 h 115018"/>
              <a:gd name="csX25" fmla="*/ 119028 w 491332"/>
              <a:gd name="csY25" fmla="*/ 40838 h 115018"/>
              <a:gd name="csX26" fmla="*/ 101739 w 491332"/>
              <a:gd name="csY26" fmla="*/ 48634 h 115018"/>
              <a:gd name="csX27" fmla="*/ 94869 w 491332"/>
              <a:gd name="csY27" fmla="*/ 72176 h 115018"/>
              <a:gd name="csX28" fmla="*/ 173835 w 491332"/>
              <a:gd name="csY28" fmla="*/ 113164 h 115018"/>
              <a:gd name="csX29" fmla="*/ 173835 w 491332"/>
              <a:gd name="csY29" fmla="*/ 0 h 115018"/>
              <a:gd name="csX30" fmla="*/ 187733 w 491332"/>
              <a:gd name="csY30" fmla="*/ 0 h 115018"/>
              <a:gd name="csX31" fmla="*/ 187733 w 491332"/>
              <a:gd name="csY31" fmla="*/ 64530 h 115018"/>
              <a:gd name="csX32" fmla="*/ 220616 w 491332"/>
              <a:gd name="csY32" fmla="*/ 31187 h 115018"/>
              <a:gd name="csX33" fmla="*/ 238602 w 491332"/>
              <a:gd name="csY33" fmla="*/ 31187 h 115018"/>
              <a:gd name="csX34" fmla="*/ 207257 w 491332"/>
              <a:gd name="csY34" fmla="*/ 61598 h 115018"/>
              <a:gd name="csX35" fmla="*/ 241764 w 491332"/>
              <a:gd name="csY35" fmla="*/ 113164 h 115018"/>
              <a:gd name="csX36" fmla="*/ 224626 w 491332"/>
              <a:gd name="csY36" fmla="*/ 113164 h 115018"/>
              <a:gd name="csX37" fmla="*/ 197535 w 491332"/>
              <a:gd name="csY37" fmla="*/ 71249 h 115018"/>
              <a:gd name="csX38" fmla="*/ 187733 w 491332"/>
              <a:gd name="csY38" fmla="*/ 80669 h 115018"/>
              <a:gd name="csX39" fmla="*/ 187733 w 491332"/>
              <a:gd name="csY39" fmla="*/ 113164 h 115018"/>
              <a:gd name="csX40" fmla="*/ 173835 w 491332"/>
              <a:gd name="csY40" fmla="*/ 113164 h 115018"/>
              <a:gd name="csX41" fmla="*/ 308924 w 491332"/>
              <a:gd name="csY41" fmla="*/ 86763 h 115018"/>
              <a:gd name="csX42" fmla="*/ 323282 w 491332"/>
              <a:gd name="csY42" fmla="*/ 88538 h 115018"/>
              <a:gd name="csX43" fmla="*/ 310699 w 491332"/>
              <a:gd name="csY43" fmla="*/ 108069 h 115018"/>
              <a:gd name="csX44" fmla="*/ 287230 w 491332"/>
              <a:gd name="csY44" fmla="*/ 115018 h 115018"/>
              <a:gd name="csX45" fmla="*/ 258673 w 491332"/>
              <a:gd name="csY45" fmla="*/ 103981 h 115018"/>
              <a:gd name="csX46" fmla="*/ 248174 w 491332"/>
              <a:gd name="csY46" fmla="*/ 72873 h 115018"/>
              <a:gd name="csX47" fmla="*/ 258824 w 491332"/>
              <a:gd name="csY47" fmla="*/ 40759 h 115018"/>
              <a:gd name="csX48" fmla="*/ 286461 w 491332"/>
              <a:gd name="csY48" fmla="*/ 29333 h 115018"/>
              <a:gd name="csX49" fmla="*/ 313322 w 491332"/>
              <a:gd name="csY49" fmla="*/ 40529 h 115018"/>
              <a:gd name="csX50" fmla="*/ 323742 w 491332"/>
              <a:gd name="csY50" fmla="*/ 72017 h 115018"/>
              <a:gd name="csX51" fmla="*/ 323670 w 491332"/>
              <a:gd name="csY51" fmla="*/ 75726 h 115018"/>
              <a:gd name="csX52" fmla="*/ 262532 w 491332"/>
              <a:gd name="csY52" fmla="*/ 75726 h 115018"/>
              <a:gd name="csX53" fmla="*/ 270170 w 491332"/>
              <a:gd name="csY53" fmla="*/ 96414 h 115018"/>
              <a:gd name="csX54" fmla="*/ 287309 w 491332"/>
              <a:gd name="csY54" fmla="*/ 103593 h 115018"/>
              <a:gd name="csX55" fmla="*/ 300352 w 491332"/>
              <a:gd name="csY55" fmla="*/ 99576 h 115018"/>
              <a:gd name="csX56" fmla="*/ 308924 w 491332"/>
              <a:gd name="csY56" fmla="*/ 86763 h 115018"/>
              <a:gd name="csX57" fmla="*/ 263301 w 491332"/>
              <a:gd name="csY57" fmla="*/ 64300 h 115018"/>
              <a:gd name="csX58" fmla="*/ 309075 w 491332"/>
              <a:gd name="csY58" fmla="*/ 64300 h 115018"/>
              <a:gd name="csX59" fmla="*/ 303830 w 491332"/>
              <a:gd name="csY59" fmla="*/ 48785 h 115018"/>
              <a:gd name="csX60" fmla="*/ 286612 w 491332"/>
              <a:gd name="csY60" fmla="*/ 40759 h 115018"/>
              <a:gd name="csX61" fmla="*/ 270480 w 491332"/>
              <a:gd name="csY61" fmla="*/ 47161 h 115018"/>
              <a:gd name="csX62" fmla="*/ 263301 w 491332"/>
              <a:gd name="csY62" fmla="*/ 64300 h 115018"/>
              <a:gd name="csX63" fmla="*/ 340801 w 491332"/>
              <a:gd name="csY63" fmla="*/ 113164 h 115018"/>
              <a:gd name="csX64" fmla="*/ 340801 w 491332"/>
              <a:gd name="csY64" fmla="*/ 31187 h 115018"/>
              <a:gd name="csX65" fmla="*/ 353312 w 491332"/>
              <a:gd name="csY65" fmla="*/ 31187 h 115018"/>
              <a:gd name="csX66" fmla="*/ 353312 w 491332"/>
              <a:gd name="csY66" fmla="*/ 42843 h 115018"/>
              <a:gd name="csX67" fmla="*/ 379397 w 491332"/>
              <a:gd name="csY67" fmla="*/ 29333 h 115018"/>
              <a:gd name="csX68" fmla="*/ 392986 w 491332"/>
              <a:gd name="csY68" fmla="*/ 32035 h 115018"/>
              <a:gd name="csX69" fmla="*/ 402328 w 491332"/>
              <a:gd name="csY69" fmla="*/ 38984 h 115018"/>
              <a:gd name="csX70" fmla="*/ 406646 w 491332"/>
              <a:gd name="csY70" fmla="*/ 49245 h 115018"/>
              <a:gd name="csX71" fmla="*/ 407422 w 491332"/>
              <a:gd name="csY71" fmla="*/ 62755 h 115018"/>
              <a:gd name="csX72" fmla="*/ 407422 w 491332"/>
              <a:gd name="csY72" fmla="*/ 113164 h 115018"/>
              <a:gd name="csX73" fmla="*/ 393525 w 491332"/>
              <a:gd name="csY73" fmla="*/ 113164 h 115018"/>
              <a:gd name="csX74" fmla="*/ 393525 w 491332"/>
              <a:gd name="csY74" fmla="*/ 63301 h 115018"/>
              <a:gd name="csX75" fmla="*/ 391908 w 491332"/>
              <a:gd name="csY75" fmla="*/ 50639 h 115018"/>
              <a:gd name="csX76" fmla="*/ 386116 w 491332"/>
              <a:gd name="csY76" fmla="*/ 43921 h 115018"/>
              <a:gd name="csX77" fmla="*/ 376466 w 491332"/>
              <a:gd name="csY77" fmla="*/ 41377 h 115018"/>
              <a:gd name="csX78" fmla="*/ 361109 w 491332"/>
              <a:gd name="csY78" fmla="*/ 47010 h 115018"/>
              <a:gd name="csX79" fmla="*/ 354699 w 491332"/>
              <a:gd name="csY79" fmla="*/ 68396 h 115018"/>
              <a:gd name="csX80" fmla="*/ 354699 w 491332"/>
              <a:gd name="csY80" fmla="*/ 113164 h 115018"/>
              <a:gd name="csX81" fmla="*/ 340801 w 491332"/>
              <a:gd name="csY81" fmla="*/ 113164 h 115018"/>
              <a:gd name="csX82" fmla="*/ 423246 w 491332"/>
              <a:gd name="csY82" fmla="*/ 88696 h 115018"/>
              <a:gd name="csX83" fmla="*/ 436986 w 491332"/>
              <a:gd name="csY83" fmla="*/ 86533 h 115018"/>
              <a:gd name="csX84" fmla="*/ 443395 w 491332"/>
              <a:gd name="csY84" fmla="*/ 99195 h 115018"/>
              <a:gd name="csX85" fmla="*/ 458213 w 491332"/>
              <a:gd name="csY85" fmla="*/ 103593 h 115018"/>
              <a:gd name="csX86" fmla="*/ 472419 w 491332"/>
              <a:gd name="csY86" fmla="*/ 99734 h 115018"/>
              <a:gd name="csX87" fmla="*/ 477047 w 491332"/>
              <a:gd name="csY87" fmla="*/ 90550 h 115018"/>
              <a:gd name="csX88" fmla="*/ 472958 w 491332"/>
              <a:gd name="csY88" fmla="*/ 83134 h 115018"/>
              <a:gd name="csX89" fmla="*/ 458752 w 491332"/>
              <a:gd name="csY89" fmla="*/ 78427 h 115018"/>
              <a:gd name="csX90" fmla="*/ 437524 w 491332"/>
              <a:gd name="csY90" fmla="*/ 71788 h 115018"/>
              <a:gd name="csX91" fmla="*/ 428571 w 491332"/>
              <a:gd name="csY91" fmla="*/ 63991 h 115018"/>
              <a:gd name="csX92" fmla="*/ 425560 w 491332"/>
              <a:gd name="csY92" fmla="*/ 52953 h 115018"/>
              <a:gd name="csX93" fmla="*/ 428032 w 491332"/>
              <a:gd name="csY93" fmla="*/ 42843 h 115018"/>
              <a:gd name="csX94" fmla="*/ 434901 w 491332"/>
              <a:gd name="csY94" fmla="*/ 35046 h 115018"/>
              <a:gd name="csX95" fmla="*/ 443704 w 491332"/>
              <a:gd name="csY95" fmla="*/ 31029 h 115018"/>
              <a:gd name="csX96" fmla="*/ 455748 w 491332"/>
              <a:gd name="csY96" fmla="*/ 29333 h 115018"/>
              <a:gd name="csX97" fmla="*/ 472649 w 491332"/>
              <a:gd name="csY97" fmla="*/ 32114 h 115018"/>
              <a:gd name="csX98" fmla="*/ 483457 w 491332"/>
              <a:gd name="csY98" fmla="*/ 39674 h 115018"/>
              <a:gd name="csX99" fmla="*/ 488243 w 491332"/>
              <a:gd name="csY99" fmla="*/ 52335 h 115018"/>
              <a:gd name="csX100" fmla="*/ 474654 w 491332"/>
              <a:gd name="csY100" fmla="*/ 54189 h 115018"/>
              <a:gd name="csX101" fmla="*/ 469251 w 491332"/>
              <a:gd name="csY101" fmla="*/ 44309 h 115018"/>
              <a:gd name="csX102" fmla="*/ 456747 w 491332"/>
              <a:gd name="csY102" fmla="*/ 40759 h 115018"/>
              <a:gd name="csX103" fmla="*/ 443087 w 491332"/>
              <a:gd name="csY103" fmla="*/ 43921 h 115018"/>
              <a:gd name="csX104" fmla="*/ 438990 w 491332"/>
              <a:gd name="csY104" fmla="*/ 51336 h 115018"/>
              <a:gd name="csX105" fmla="*/ 440694 w 491332"/>
              <a:gd name="csY105" fmla="*/ 56194 h 115018"/>
              <a:gd name="csX106" fmla="*/ 446018 w 491332"/>
              <a:gd name="csY106" fmla="*/ 59902 h 115018"/>
              <a:gd name="csX107" fmla="*/ 458292 w 491332"/>
              <a:gd name="csY107" fmla="*/ 63452 h 115018"/>
              <a:gd name="csX108" fmla="*/ 478822 w 491332"/>
              <a:gd name="csY108" fmla="*/ 69934 h 115018"/>
              <a:gd name="csX109" fmla="*/ 488013 w 491332"/>
              <a:gd name="csY109" fmla="*/ 77191 h 115018"/>
              <a:gd name="csX110" fmla="*/ 491333 w 491332"/>
              <a:gd name="csY110" fmla="*/ 89077 h 115018"/>
              <a:gd name="csX111" fmla="*/ 487237 w 491332"/>
              <a:gd name="csY111" fmla="*/ 102206 h 115018"/>
              <a:gd name="csX112" fmla="*/ 475581 w 491332"/>
              <a:gd name="csY112" fmla="*/ 111698 h 115018"/>
              <a:gd name="csX113" fmla="*/ 458292 w 491332"/>
              <a:gd name="csY113" fmla="*/ 115018 h 115018"/>
              <a:gd name="csX114" fmla="*/ 433895 w 491332"/>
              <a:gd name="csY114" fmla="*/ 108379 h 115018"/>
              <a:gd name="csX115" fmla="*/ 423246 w 491332"/>
              <a:gd name="csY115" fmla="*/ 88696 h 115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</a:cxnLst>
            <a:rect l="l" t="t" r="r" b="b"/>
            <a:pathLst>
              <a:path w="491332" h="115018">
                <a:moveTo>
                  <a:pt x="37281" y="113164"/>
                </a:moveTo>
                <a:lnTo>
                  <a:pt x="37281" y="13351"/>
                </a:lnTo>
                <a:lnTo>
                  <a:pt x="0" y="13351"/>
                </a:lnTo>
                <a:lnTo>
                  <a:pt x="0" y="0"/>
                </a:lnTo>
                <a:lnTo>
                  <a:pt x="89695" y="0"/>
                </a:lnTo>
                <a:lnTo>
                  <a:pt x="89695" y="13351"/>
                </a:lnTo>
                <a:lnTo>
                  <a:pt x="52257" y="13351"/>
                </a:lnTo>
                <a:lnTo>
                  <a:pt x="52257" y="113164"/>
                </a:lnTo>
                <a:lnTo>
                  <a:pt x="37281" y="113164"/>
                </a:lnTo>
                <a:close/>
                <a:moveTo>
                  <a:pt x="80583" y="72176"/>
                </a:moveTo>
                <a:cubicBezTo>
                  <a:pt x="80583" y="56992"/>
                  <a:pt x="84809" y="45746"/>
                  <a:pt x="93245" y="38445"/>
                </a:cubicBezTo>
                <a:cubicBezTo>
                  <a:pt x="100295" y="32373"/>
                  <a:pt x="108889" y="29333"/>
                  <a:pt x="119028" y="29333"/>
                </a:cubicBezTo>
                <a:cubicBezTo>
                  <a:pt x="130296" y="29333"/>
                  <a:pt x="139508" y="33041"/>
                  <a:pt x="146666" y="40450"/>
                </a:cubicBezTo>
                <a:cubicBezTo>
                  <a:pt x="153816" y="47808"/>
                  <a:pt x="157394" y="57998"/>
                  <a:pt x="157394" y="71019"/>
                </a:cubicBezTo>
                <a:cubicBezTo>
                  <a:pt x="157394" y="81568"/>
                  <a:pt x="155799" y="89875"/>
                  <a:pt x="152608" y="95947"/>
                </a:cubicBezTo>
                <a:cubicBezTo>
                  <a:pt x="149468" y="101969"/>
                  <a:pt x="144862" y="106654"/>
                  <a:pt x="138790" y="110003"/>
                </a:cubicBezTo>
                <a:cubicBezTo>
                  <a:pt x="132768" y="113344"/>
                  <a:pt x="126185" y="115018"/>
                  <a:pt x="119028" y="115018"/>
                </a:cubicBezTo>
                <a:cubicBezTo>
                  <a:pt x="107552" y="115018"/>
                  <a:pt x="98261" y="111339"/>
                  <a:pt x="91161" y="103981"/>
                </a:cubicBezTo>
                <a:cubicBezTo>
                  <a:pt x="84112" y="96622"/>
                  <a:pt x="80583" y="86016"/>
                  <a:pt x="80583" y="72176"/>
                </a:cubicBezTo>
                <a:close/>
                <a:moveTo>
                  <a:pt x="94869" y="72176"/>
                </a:moveTo>
                <a:cubicBezTo>
                  <a:pt x="94869" y="82674"/>
                  <a:pt x="97154" y="90550"/>
                  <a:pt x="101739" y="95796"/>
                </a:cubicBezTo>
                <a:cubicBezTo>
                  <a:pt x="106316" y="100991"/>
                  <a:pt x="112079" y="103593"/>
                  <a:pt x="119028" y="103593"/>
                </a:cubicBezTo>
                <a:cubicBezTo>
                  <a:pt x="125927" y="103593"/>
                  <a:pt x="131661" y="100970"/>
                  <a:pt x="136246" y="95717"/>
                </a:cubicBezTo>
                <a:cubicBezTo>
                  <a:pt x="140823" y="90471"/>
                  <a:pt x="143116" y="82466"/>
                  <a:pt x="143116" y="71709"/>
                </a:cubicBezTo>
                <a:cubicBezTo>
                  <a:pt x="143116" y="61576"/>
                  <a:pt x="140795" y="53909"/>
                  <a:pt x="136167" y="48706"/>
                </a:cubicBezTo>
                <a:cubicBezTo>
                  <a:pt x="131582" y="43460"/>
                  <a:pt x="125877" y="40838"/>
                  <a:pt x="119028" y="40838"/>
                </a:cubicBezTo>
                <a:cubicBezTo>
                  <a:pt x="112079" y="40838"/>
                  <a:pt x="106316" y="43432"/>
                  <a:pt x="101739" y="48634"/>
                </a:cubicBezTo>
                <a:cubicBezTo>
                  <a:pt x="97154" y="53830"/>
                  <a:pt x="94869" y="61677"/>
                  <a:pt x="94869" y="72176"/>
                </a:cubicBezTo>
                <a:close/>
                <a:moveTo>
                  <a:pt x="173835" y="113164"/>
                </a:moveTo>
                <a:lnTo>
                  <a:pt x="173835" y="0"/>
                </a:lnTo>
                <a:lnTo>
                  <a:pt x="187733" y="0"/>
                </a:lnTo>
                <a:lnTo>
                  <a:pt x="187733" y="64530"/>
                </a:lnTo>
                <a:lnTo>
                  <a:pt x="220616" y="31187"/>
                </a:lnTo>
                <a:lnTo>
                  <a:pt x="238602" y="31187"/>
                </a:lnTo>
                <a:lnTo>
                  <a:pt x="207257" y="61598"/>
                </a:lnTo>
                <a:lnTo>
                  <a:pt x="241764" y="113164"/>
                </a:lnTo>
                <a:lnTo>
                  <a:pt x="224626" y="113164"/>
                </a:lnTo>
                <a:lnTo>
                  <a:pt x="197535" y="71249"/>
                </a:lnTo>
                <a:lnTo>
                  <a:pt x="187733" y="80669"/>
                </a:lnTo>
                <a:lnTo>
                  <a:pt x="187733" y="113164"/>
                </a:lnTo>
                <a:lnTo>
                  <a:pt x="173835" y="113164"/>
                </a:lnTo>
                <a:close/>
                <a:moveTo>
                  <a:pt x="308924" y="86763"/>
                </a:moveTo>
                <a:lnTo>
                  <a:pt x="323282" y="88538"/>
                </a:lnTo>
                <a:cubicBezTo>
                  <a:pt x="321019" y="96931"/>
                  <a:pt x="316822" y="103435"/>
                  <a:pt x="310699" y="108069"/>
                </a:cubicBezTo>
                <a:cubicBezTo>
                  <a:pt x="304577" y="112705"/>
                  <a:pt x="296752" y="115018"/>
                  <a:pt x="287230" y="115018"/>
                </a:cubicBezTo>
                <a:cubicBezTo>
                  <a:pt x="275244" y="115018"/>
                  <a:pt x="265723" y="111339"/>
                  <a:pt x="258673" y="103981"/>
                </a:cubicBezTo>
                <a:cubicBezTo>
                  <a:pt x="251674" y="96565"/>
                  <a:pt x="248174" y="86196"/>
                  <a:pt x="248174" y="72873"/>
                </a:cubicBezTo>
                <a:cubicBezTo>
                  <a:pt x="248174" y="59076"/>
                  <a:pt x="251724" y="48376"/>
                  <a:pt x="258824" y="40759"/>
                </a:cubicBezTo>
                <a:cubicBezTo>
                  <a:pt x="265923" y="33142"/>
                  <a:pt x="275136" y="29333"/>
                  <a:pt x="286461" y="29333"/>
                </a:cubicBezTo>
                <a:cubicBezTo>
                  <a:pt x="297420" y="29333"/>
                  <a:pt x="306373" y="33062"/>
                  <a:pt x="313322" y="40529"/>
                </a:cubicBezTo>
                <a:cubicBezTo>
                  <a:pt x="320271" y="47988"/>
                  <a:pt x="323742" y="58486"/>
                  <a:pt x="323742" y="72017"/>
                </a:cubicBezTo>
                <a:cubicBezTo>
                  <a:pt x="323742" y="72844"/>
                  <a:pt x="323720" y="74080"/>
                  <a:pt x="323670" y="75726"/>
                </a:cubicBezTo>
                <a:lnTo>
                  <a:pt x="262532" y="75726"/>
                </a:lnTo>
                <a:cubicBezTo>
                  <a:pt x="263042" y="84730"/>
                  <a:pt x="265593" y="91628"/>
                  <a:pt x="270170" y="96414"/>
                </a:cubicBezTo>
                <a:cubicBezTo>
                  <a:pt x="274755" y="101200"/>
                  <a:pt x="280468" y="103593"/>
                  <a:pt x="287309" y="103593"/>
                </a:cubicBezTo>
                <a:cubicBezTo>
                  <a:pt x="292404" y="103593"/>
                  <a:pt x="296752" y="102256"/>
                  <a:pt x="300352" y="99576"/>
                </a:cubicBezTo>
                <a:cubicBezTo>
                  <a:pt x="303959" y="96903"/>
                  <a:pt x="306812" y="92634"/>
                  <a:pt x="308924" y="86763"/>
                </a:cubicBezTo>
                <a:close/>
                <a:moveTo>
                  <a:pt x="263301" y="64300"/>
                </a:moveTo>
                <a:lnTo>
                  <a:pt x="309075" y="64300"/>
                </a:lnTo>
                <a:cubicBezTo>
                  <a:pt x="308457" y="57409"/>
                  <a:pt x="306711" y="52235"/>
                  <a:pt x="303830" y="48785"/>
                </a:cubicBezTo>
                <a:cubicBezTo>
                  <a:pt x="299403" y="43432"/>
                  <a:pt x="293662" y="40759"/>
                  <a:pt x="286612" y="40759"/>
                </a:cubicBezTo>
                <a:cubicBezTo>
                  <a:pt x="280231" y="40759"/>
                  <a:pt x="274856" y="42893"/>
                  <a:pt x="270480" y="47161"/>
                </a:cubicBezTo>
                <a:cubicBezTo>
                  <a:pt x="266161" y="51437"/>
                  <a:pt x="263768" y="57150"/>
                  <a:pt x="263301" y="64300"/>
                </a:cubicBezTo>
                <a:close/>
                <a:moveTo>
                  <a:pt x="340801" y="113164"/>
                </a:moveTo>
                <a:lnTo>
                  <a:pt x="340801" y="31187"/>
                </a:lnTo>
                <a:lnTo>
                  <a:pt x="353312" y="31187"/>
                </a:lnTo>
                <a:lnTo>
                  <a:pt x="353312" y="42843"/>
                </a:lnTo>
                <a:cubicBezTo>
                  <a:pt x="359334" y="33839"/>
                  <a:pt x="368029" y="29333"/>
                  <a:pt x="379397" y="29333"/>
                </a:cubicBezTo>
                <a:cubicBezTo>
                  <a:pt x="384341" y="29333"/>
                  <a:pt x="388868" y="30231"/>
                  <a:pt x="392986" y="32035"/>
                </a:cubicBezTo>
                <a:cubicBezTo>
                  <a:pt x="397154" y="33781"/>
                  <a:pt x="400265" y="36102"/>
                  <a:pt x="402328" y="38984"/>
                </a:cubicBezTo>
                <a:cubicBezTo>
                  <a:pt x="404383" y="41865"/>
                  <a:pt x="405827" y="45286"/>
                  <a:pt x="406646" y="49245"/>
                </a:cubicBezTo>
                <a:cubicBezTo>
                  <a:pt x="407164" y="51825"/>
                  <a:pt x="407422" y="56323"/>
                  <a:pt x="407422" y="62755"/>
                </a:cubicBezTo>
                <a:lnTo>
                  <a:pt x="407422" y="113164"/>
                </a:lnTo>
                <a:lnTo>
                  <a:pt x="393525" y="113164"/>
                </a:lnTo>
                <a:lnTo>
                  <a:pt x="393525" y="63301"/>
                </a:lnTo>
                <a:cubicBezTo>
                  <a:pt x="393525" y="57639"/>
                  <a:pt x="392986" y="53420"/>
                  <a:pt x="391908" y="50639"/>
                </a:cubicBezTo>
                <a:cubicBezTo>
                  <a:pt x="390823" y="47808"/>
                  <a:pt x="388897" y="45566"/>
                  <a:pt x="386116" y="43921"/>
                </a:cubicBezTo>
                <a:cubicBezTo>
                  <a:pt x="383385" y="42225"/>
                  <a:pt x="380173" y="41377"/>
                  <a:pt x="376466" y="41377"/>
                </a:cubicBezTo>
                <a:cubicBezTo>
                  <a:pt x="370551" y="41377"/>
                  <a:pt x="365428" y="43252"/>
                  <a:pt x="361109" y="47010"/>
                </a:cubicBezTo>
                <a:cubicBezTo>
                  <a:pt x="356833" y="50769"/>
                  <a:pt x="354699" y="57897"/>
                  <a:pt x="354699" y="68396"/>
                </a:cubicBezTo>
                <a:lnTo>
                  <a:pt x="354699" y="113164"/>
                </a:lnTo>
                <a:lnTo>
                  <a:pt x="340801" y="113164"/>
                </a:lnTo>
                <a:close/>
                <a:moveTo>
                  <a:pt x="423246" y="88696"/>
                </a:moveTo>
                <a:lnTo>
                  <a:pt x="436986" y="86533"/>
                </a:lnTo>
                <a:cubicBezTo>
                  <a:pt x="437762" y="92038"/>
                  <a:pt x="439896" y="96256"/>
                  <a:pt x="443395" y="99195"/>
                </a:cubicBezTo>
                <a:cubicBezTo>
                  <a:pt x="446945" y="102127"/>
                  <a:pt x="451882" y="103593"/>
                  <a:pt x="458213" y="103593"/>
                </a:cubicBezTo>
                <a:cubicBezTo>
                  <a:pt x="464594" y="103593"/>
                  <a:pt x="469329" y="102307"/>
                  <a:pt x="472419" y="99734"/>
                </a:cubicBezTo>
                <a:cubicBezTo>
                  <a:pt x="475509" y="97111"/>
                  <a:pt x="477047" y="94050"/>
                  <a:pt x="477047" y="90550"/>
                </a:cubicBezTo>
                <a:cubicBezTo>
                  <a:pt x="477047" y="87410"/>
                  <a:pt x="475689" y="84938"/>
                  <a:pt x="472958" y="83134"/>
                </a:cubicBezTo>
                <a:cubicBezTo>
                  <a:pt x="471054" y="81898"/>
                  <a:pt x="466319" y="80332"/>
                  <a:pt x="458752" y="78427"/>
                </a:cubicBezTo>
                <a:cubicBezTo>
                  <a:pt x="448562" y="75855"/>
                  <a:pt x="441491" y="73642"/>
                  <a:pt x="437524" y="71788"/>
                </a:cubicBezTo>
                <a:cubicBezTo>
                  <a:pt x="433615" y="69883"/>
                  <a:pt x="430633" y="67289"/>
                  <a:pt x="428571" y="63991"/>
                </a:cubicBezTo>
                <a:cubicBezTo>
                  <a:pt x="426566" y="60649"/>
                  <a:pt x="425560" y="56970"/>
                  <a:pt x="425560" y="52953"/>
                </a:cubicBezTo>
                <a:cubicBezTo>
                  <a:pt x="425560" y="49303"/>
                  <a:pt x="426386" y="45933"/>
                  <a:pt x="428032" y="42843"/>
                </a:cubicBezTo>
                <a:cubicBezTo>
                  <a:pt x="429728" y="39702"/>
                  <a:pt x="432020" y="37101"/>
                  <a:pt x="434901" y="35046"/>
                </a:cubicBezTo>
                <a:cubicBezTo>
                  <a:pt x="437065" y="33451"/>
                  <a:pt x="439996" y="32114"/>
                  <a:pt x="443704" y="31029"/>
                </a:cubicBezTo>
                <a:cubicBezTo>
                  <a:pt x="447462" y="29901"/>
                  <a:pt x="451472" y="29333"/>
                  <a:pt x="455748" y="29333"/>
                </a:cubicBezTo>
                <a:cubicBezTo>
                  <a:pt x="462179" y="29333"/>
                  <a:pt x="467813" y="30260"/>
                  <a:pt x="472649" y="32114"/>
                </a:cubicBezTo>
                <a:cubicBezTo>
                  <a:pt x="477536" y="33968"/>
                  <a:pt x="481143" y="36483"/>
                  <a:pt x="483457" y="39674"/>
                </a:cubicBezTo>
                <a:cubicBezTo>
                  <a:pt x="485771" y="42814"/>
                  <a:pt x="487366" y="47039"/>
                  <a:pt x="488243" y="52335"/>
                </a:cubicBezTo>
                <a:lnTo>
                  <a:pt x="474654" y="54189"/>
                </a:lnTo>
                <a:cubicBezTo>
                  <a:pt x="474036" y="49971"/>
                  <a:pt x="472240" y="46673"/>
                  <a:pt x="469251" y="44309"/>
                </a:cubicBezTo>
                <a:cubicBezTo>
                  <a:pt x="466319" y="41944"/>
                  <a:pt x="462151" y="40759"/>
                  <a:pt x="456747" y="40759"/>
                </a:cubicBezTo>
                <a:cubicBezTo>
                  <a:pt x="450366" y="40759"/>
                  <a:pt x="445810" y="41815"/>
                  <a:pt x="443087" y="43921"/>
                </a:cubicBezTo>
                <a:cubicBezTo>
                  <a:pt x="440356" y="46033"/>
                  <a:pt x="438990" y="48505"/>
                  <a:pt x="438990" y="51336"/>
                </a:cubicBezTo>
                <a:cubicBezTo>
                  <a:pt x="438990" y="53133"/>
                  <a:pt x="439558" y="54757"/>
                  <a:pt x="440694" y="56194"/>
                </a:cubicBezTo>
                <a:cubicBezTo>
                  <a:pt x="441822" y="57689"/>
                  <a:pt x="443597" y="58925"/>
                  <a:pt x="446018" y="59902"/>
                </a:cubicBezTo>
                <a:cubicBezTo>
                  <a:pt x="447405" y="60419"/>
                  <a:pt x="451501" y="61598"/>
                  <a:pt x="458292" y="63452"/>
                </a:cubicBezTo>
                <a:cubicBezTo>
                  <a:pt x="468122" y="66075"/>
                  <a:pt x="474963" y="68238"/>
                  <a:pt x="478822" y="69934"/>
                </a:cubicBezTo>
                <a:cubicBezTo>
                  <a:pt x="482738" y="71586"/>
                  <a:pt x="485800" y="74001"/>
                  <a:pt x="488013" y="77191"/>
                </a:cubicBezTo>
                <a:cubicBezTo>
                  <a:pt x="490226" y="80382"/>
                  <a:pt x="491333" y="84349"/>
                  <a:pt x="491333" y="89077"/>
                </a:cubicBezTo>
                <a:cubicBezTo>
                  <a:pt x="491333" y="93712"/>
                  <a:pt x="489968" y="98088"/>
                  <a:pt x="487237" y="102206"/>
                </a:cubicBezTo>
                <a:cubicBezTo>
                  <a:pt x="484564" y="106266"/>
                  <a:pt x="480676" y="109435"/>
                  <a:pt x="475581" y="111698"/>
                </a:cubicBezTo>
                <a:cubicBezTo>
                  <a:pt x="470486" y="113912"/>
                  <a:pt x="464723" y="115018"/>
                  <a:pt x="458292" y="115018"/>
                </a:cubicBezTo>
                <a:cubicBezTo>
                  <a:pt x="447642" y="115018"/>
                  <a:pt x="439508" y="112805"/>
                  <a:pt x="433895" y="108379"/>
                </a:cubicBezTo>
                <a:cubicBezTo>
                  <a:pt x="428341" y="103952"/>
                  <a:pt x="424791" y="97391"/>
                  <a:pt x="423246" y="88696"/>
                </a:cubicBezTo>
                <a:close/>
              </a:path>
            </a:pathLst>
          </a:custGeom>
          <a:solidFill>
            <a:srgbClr val="333333"/>
          </a:solidFill>
          <a:ln w="7183" cap="flat">
            <a:noFill/>
            <a:prstDash val="solid"/>
            <a:miter/>
          </a:ln>
        </p:spPr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6BB65AC-9760-8BAE-5AA3-446B5655E714}"/>
              </a:ext>
            </a:extLst>
          </p:cNvPr>
          <p:cNvGrpSpPr/>
          <p:nvPr/>
        </p:nvGrpSpPr>
        <p:grpSpPr>
          <a:xfrm>
            <a:off x="5974813" y="4221044"/>
            <a:ext cx="120835" cy="642571"/>
            <a:chOff x="5746271" y="4142021"/>
            <a:chExt cx="86231" cy="646736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453AC20-33EE-C22B-F50B-CE013C9A937C}"/>
                </a:ext>
              </a:extLst>
            </p:cNvPr>
            <p:cNvSpPr/>
            <p:nvPr/>
          </p:nvSpPr>
          <p:spPr>
            <a:xfrm>
              <a:off x="5789386" y="4142021"/>
              <a:ext cx="7185" cy="574876"/>
            </a:xfrm>
            <a:custGeom>
              <a:avLst/>
              <a:gdLst>
                <a:gd name="csX0" fmla="*/ 0 w 7185"/>
                <a:gd name="csY0" fmla="*/ 0 h 574876"/>
                <a:gd name="csX1" fmla="*/ 0 w 7185"/>
                <a:gd name="csY1" fmla="*/ 574877 h 574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85" h="574876">
                  <a:moveTo>
                    <a:pt x="0" y="0"/>
                  </a:moveTo>
                  <a:lnTo>
                    <a:pt x="0" y="574877"/>
                  </a:lnTo>
                </a:path>
              </a:pathLst>
            </a:custGeom>
            <a:noFill/>
            <a:ln w="14367" cap="flat">
              <a:solidFill>
                <a:srgbClr val="666666"/>
              </a:solidFill>
              <a:prstDash val="solid"/>
              <a:miter/>
            </a:ln>
          </p:spPr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C44C5E0-D035-31D7-1760-9C3625B9C588}"/>
                </a:ext>
              </a:extLst>
            </p:cNvPr>
            <p:cNvSpPr/>
            <p:nvPr/>
          </p:nvSpPr>
          <p:spPr>
            <a:xfrm>
              <a:off x="5746271" y="4702526"/>
              <a:ext cx="86231" cy="86231"/>
            </a:xfrm>
            <a:custGeom>
              <a:avLst/>
              <a:gdLst>
                <a:gd name="csX0" fmla="*/ 43116 w 86231"/>
                <a:gd name="csY0" fmla="*/ 86232 h 86231"/>
                <a:gd name="csX1" fmla="*/ 0 w 86231"/>
                <a:gd name="csY1" fmla="*/ 0 h 86231"/>
                <a:gd name="csX2" fmla="*/ 86232 w 86231"/>
                <a:gd name="csY2" fmla="*/ 0 h 86231"/>
                <a:gd name="csX3" fmla="*/ 43116 w 86231"/>
                <a:gd name="csY3" fmla="*/ 86232 h 862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231" h="86231">
                  <a:moveTo>
                    <a:pt x="43116" y="86232"/>
                  </a:moveTo>
                  <a:lnTo>
                    <a:pt x="0" y="0"/>
                  </a:lnTo>
                  <a:lnTo>
                    <a:pt x="86232" y="0"/>
                  </a:lnTo>
                  <a:lnTo>
                    <a:pt x="43116" y="86232"/>
                  </a:lnTo>
                  <a:close/>
                </a:path>
              </a:pathLst>
            </a:custGeom>
            <a:solidFill>
              <a:srgbClr val="666666"/>
            </a:solidFill>
            <a:ln w="7183" cap="flat">
              <a:noFill/>
              <a:prstDash val="solid"/>
              <a:miter/>
            </a:ln>
          </p:spPr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FC76EA6-C453-7DF8-5E77-FB8FA4DA7202}"/>
              </a:ext>
            </a:extLst>
          </p:cNvPr>
          <p:cNvSpPr/>
          <p:nvPr/>
        </p:nvSpPr>
        <p:spPr>
          <a:xfrm>
            <a:off x="985955" y="5191794"/>
            <a:ext cx="1282113" cy="223859"/>
          </a:xfrm>
          <a:custGeom>
            <a:avLst/>
            <a:gdLst>
              <a:gd name="csX0" fmla="*/ 44126 w 914946"/>
              <a:gd name="csY0" fmla="*/ 123455 h 159751"/>
              <a:gd name="csX1" fmla="*/ 0 w 914946"/>
              <a:gd name="csY1" fmla="*/ 0 h 159751"/>
              <a:gd name="csX2" fmla="*/ 27031 w 914946"/>
              <a:gd name="csY2" fmla="*/ 0 h 159751"/>
              <a:gd name="csX3" fmla="*/ 58274 w 914946"/>
              <a:gd name="csY3" fmla="*/ 91369 h 159751"/>
              <a:gd name="csX4" fmla="*/ 88505 w 914946"/>
              <a:gd name="csY4" fmla="*/ 0 h 159751"/>
              <a:gd name="csX5" fmla="*/ 114947 w 914946"/>
              <a:gd name="csY5" fmla="*/ 0 h 159751"/>
              <a:gd name="csX6" fmla="*/ 70737 w 914946"/>
              <a:gd name="csY6" fmla="*/ 123455 h 159751"/>
              <a:gd name="csX7" fmla="*/ 44126 w 914946"/>
              <a:gd name="csY7" fmla="*/ 123455 h 159751"/>
              <a:gd name="csX8" fmla="*/ 109221 w 914946"/>
              <a:gd name="csY8" fmla="*/ 77479 h 159751"/>
              <a:gd name="csX9" fmla="*/ 115031 w 914946"/>
              <a:gd name="csY9" fmla="*/ 54656 h 159751"/>
              <a:gd name="csX10" fmla="*/ 131453 w 914946"/>
              <a:gd name="csY10" fmla="*/ 37812 h 159751"/>
              <a:gd name="csX11" fmla="*/ 155284 w 914946"/>
              <a:gd name="csY11" fmla="*/ 31999 h 159751"/>
              <a:gd name="csX12" fmla="*/ 188547 w 914946"/>
              <a:gd name="csY12" fmla="*/ 45221 h 159751"/>
              <a:gd name="csX13" fmla="*/ 201517 w 914946"/>
              <a:gd name="csY13" fmla="*/ 78485 h 159751"/>
              <a:gd name="csX14" fmla="*/ 188381 w 914946"/>
              <a:gd name="csY14" fmla="*/ 112173 h 159751"/>
              <a:gd name="csX15" fmla="*/ 155452 w 914946"/>
              <a:gd name="csY15" fmla="*/ 125474 h 159751"/>
              <a:gd name="csX16" fmla="*/ 131958 w 914946"/>
              <a:gd name="csY16" fmla="*/ 119919 h 159751"/>
              <a:gd name="csX17" fmla="*/ 115031 w 914946"/>
              <a:gd name="csY17" fmla="*/ 103665 h 159751"/>
              <a:gd name="csX18" fmla="*/ 109221 w 914946"/>
              <a:gd name="csY18" fmla="*/ 77479 h 159751"/>
              <a:gd name="csX19" fmla="*/ 133473 w 914946"/>
              <a:gd name="csY19" fmla="*/ 78737 h 159751"/>
              <a:gd name="csX20" fmla="*/ 139789 w 914946"/>
              <a:gd name="csY20" fmla="*/ 99116 h 159751"/>
              <a:gd name="csX21" fmla="*/ 155368 w 914946"/>
              <a:gd name="csY21" fmla="*/ 106194 h 159751"/>
              <a:gd name="csX22" fmla="*/ 170863 w 914946"/>
              <a:gd name="csY22" fmla="*/ 99116 h 159751"/>
              <a:gd name="csX23" fmla="*/ 177178 w 914946"/>
              <a:gd name="csY23" fmla="*/ 78571 h 159751"/>
              <a:gd name="csX24" fmla="*/ 170863 w 914946"/>
              <a:gd name="csY24" fmla="*/ 58357 h 159751"/>
              <a:gd name="csX25" fmla="*/ 155368 w 914946"/>
              <a:gd name="csY25" fmla="*/ 51286 h 159751"/>
              <a:gd name="csX26" fmla="*/ 139789 w 914946"/>
              <a:gd name="csY26" fmla="*/ 58357 h 159751"/>
              <a:gd name="csX27" fmla="*/ 133473 w 914946"/>
              <a:gd name="csY27" fmla="*/ 78737 h 159751"/>
              <a:gd name="csX28" fmla="*/ 298104 w 914946"/>
              <a:gd name="csY28" fmla="*/ 60463 h 159751"/>
              <a:gd name="csX29" fmla="*/ 274778 w 914946"/>
              <a:gd name="csY29" fmla="*/ 64674 h 159751"/>
              <a:gd name="csX30" fmla="*/ 269389 w 914946"/>
              <a:gd name="csY30" fmla="*/ 54146 h 159751"/>
              <a:gd name="csX31" fmla="*/ 258610 w 914946"/>
              <a:gd name="csY31" fmla="*/ 50611 h 159751"/>
              <a:gd name="csX32" fmla="*/ 244461 w 914946"/>
              <a:gd name="csY32" fmla="*/ 56762 h 159751"/>
              <a:gd name="csX33" fmla="*/ 239244 w 914946"/>
              <a:gd name="csY33" fmla="*/ 77141 h 159751"/>
              <a:gd name="csX34" fmla="*/ 244547 w 914946"/>
              <a:gd name="csY34" fmla="*/ 99626 h 159751"/>
              <a:gd name="csX35" fmla="*/ 258947 w 914946"/>
              <a:gd name="csY35" fmla="*/ 106194 h 159751"/>
              <a:gd name="csX36" fmla="*/ 269978 w 914946"/>
              <a:gd name="csY36" fmla="*/ 102400 h 159751"/>
              <a:gd name="csX37" fmla="*/ 276043 w 914946"/>
              <a:gd name="csY37" fmla="*/ 89178 h 159751"/>
              <a:gd name="csX38" fmla="*/ 299282 w 914946"/>
              <a:gd name="csY38" fmla="*/ 93137 h 159751"/>
              <a:gd name="csX39" fmla="*/ 285392 w 914946"/>
              <a:gd name="csY39" fmla="*/ 117311 h 159751"/>
              <a:gd name="csX40" fmla="*/ 257855 w 914946"/>
              <a:gd name="csY40" fmla="*/ 125474 h 159751"/>
              <a:gd name="csX41" fmla="*/ 226524 w 914946"/>
              <a:gd name="csY41" fmla="*/ 113100 h 159751"/>
              <a:gd name="csX42" fmla="*/ 214905 w 914946"/>
              <a:gd name="csY42" fmla="*/ 78823 h 159751"/>
              <a:gd name="csX43" fmla="*/ 226611 w 914946"/>
              <a:gd name="csY43" fmla="*/ 44380 h 159751"/>
              <a:gd name="csX44" fmla="*/ 258272 w 914946"/>
              <a:gd name="csY44" fmla="*/ 31999 h 159751"/>
              <a:gd name="csX45" fmla="*/ 284213 w 914946"/>
              <a:gd name="csY45" fmla="*/ 39077 h 159751"/>
              <a:gd name="csX46" fmla="*/ 298104 w 914946"/>
              <a:gd name="csY46" fmla="*/ 60463 h 159751"/>
              <a:gd name="csX47" fmla="*/ 333811 w 914946"/>
              <a:gd name="csY47" fmla="*/ 61310 h 159751"/>
              <a:gd name="csX48" fmla="*/ 312339 w 914946"/>
              <a:gd name="csY48" fmla="*/ 57430 h 159751"/>
              <a:gd name="csX49" fmla="*/ 324800 w 914946"/>
              <a:gd name="csY49" fmla="*/ 38236 h 159751"/>
              <a:gd name="csX50" fmla="*/ 351072 w 914946"/>
              <a:gd name="csY50" fmla="*/ 31999 h 159751"/>
              <a:gd name="csX51" fmla="*/ 374656 w 914946"/>
              <a:gd name="csY51" fmla="*/ 35793 h 159751"/>
              <a:gd name="csX52" fmla="*/ 385514 w 914946"/>
              <a:gd name="csY52" fmla="*/ 45307 h 159751"/>
              <a:gd name="csX53" fmla="*/ 388719 w 914946"/>
              <a:gd name="csY53" fmla="*/ 66441 h 159751"/>
              <a:gd name="csX54" fmla="*/ 388460 w 914946"/>
              <a:gd name="csY54" fmla="*/ 94064 h 159751"/>
              <a:gd name="csX55" fmla="*/ 389559 w 914946"/>
              <a:gd name="csY55" fmla="*/ 111497 h 159751"/>
              <a:gd name="csX56" fmla="*/ 393849 w 914946"/>
              <a:gd name="csY56" fmla="*/ 123455 h 159751"/>
              <a:gd name="csX57" fmla="*/ 370445 w 914946"/>
              <a:gd name="csY57" fmla="*/ 123455 h 159751"/>
              <a:gd name="csX58" fmla="*/ 368167 w 914946"/>
              <a:gd name="csY58" fmla="*/ 116463 h 159751"/>
              <a:gd name="csX59" fmla="*/ 367326 w 914946"/>
              <a:gd name="csY59" fmla="*/ 113689 h 159751"/>
              <a:gd name="csX60" fmla="*/ 354355 w 914946"/>
              <a:gd name="csY60" fmla="*/ 122528 h 159751"/>
              <a:gd name="csX61" fmla="*/ 339624 w 914946"/>
              <a:gd name="csY61" fmla="*/ 125474 h 159751"/>
              <a:gd name="csX62" fmla="*/ 317808 w 914946"/>
              <a:gd name="csY62" fmla="*/ 117979 h 159751"/>
              <a:gd name="csX63" fmla="*/ 309896 w 914946"/>
              <a:gd name="csY63" fmla="*/ 99037 h 159751"/>
              <a:gd name="csX64" fmla="*/ 313518 w 914946"/>
              <a:gd name="csY64" fmla="*/ 85563 h 159751"/>
              <a:gd name="csX65" fmla="*/ 323621 w 914946"/>
              <a:gd name="csY65" fmla="*/ 76466 h 159751"/>
              <a:gd name="csX66" fmla="*/ 342484 w 914946"/>
              <a:gd name="csY66" fmla="*/ 70911 h 159751"/>
              <a:gd name="csX67" fmla="*/ 365472 w 914946"/>
              <a:gd name="csY67" fmla="*/ 65098 h 159751"/>
              <a:gd name="csX68" fmla="*/ 365472 w 914946"/>
              <a:gd name="csY68" fmla="*/ 62741 h 159751"/>
              <a:gd name="csX69" fmla="*/ 362102 w 914946"/>
              <a:gd name="csY69" fmla="*/ 53054 h 159751"/>
              <a:gd name="csX70" fmla="*/ 349390 w 914946"/>
              <a:gd name="csY70" fmla="*/ 50108 h 159751"/>
              <a:gd name="csX71" fmla="*/ 339538 w 914946"/>
              <a:gd name="csY71" fmla="*/ 52637 h 159751"/>
              <a:gd name="csX72" fmla="*/ 333811 w 914946"/>
              <a:gd name="csY72" fmla="*/ 61310 h 159751"/>
              <a:gd name="csX73" fmla="*/ 365472 w 914946"/>
              <a:gd name="csY73" fmla="*/ 80504 h 159751"/>
              <a:gd name="csX74" fmla="*/ 351072 w 914946"/>
              <a:gd name="csY74" fmla="*/ 84126 h 159751"/>
              <a:gd name="csX75" fmla="*/ 338187 w 914946"/>
              <a:gd name="csY75" fmla="*/ 88258 h 159751"/>
              <a:gd name="csX76" fmla="*/ 333559 w 914946"/>
              <a:gd name="csY76" fmla="*/ 96594 h 159751"/>
              <a:gd name="csX77" fmla="*/ 337260 w 914946"/>
              <a:gd name="csY77" fmla="*/ 105181 h 159751"/>
              <a:gd name="csX78" fmla="*/ 346695 w 914946"/>
              <a:gd name="csY78" fmla="*/ 108803 h 159751"/>
              <a:gd name="csX79" fmla="*/ 358904 w 914946"/>
              <a:gd name="csY79" fmla="*/ 104592 h 159751"/>
              <a:gd name="csX80" fmla="*/ 364545 w 914946"/>
              <a:gd name="csY80" fmla="*/ 96759 h 159751"/>
              <a:gd name="csX81" fmla="*/ 365472 w 914946"/>
              <a:gd name="csY81" fmla="*/ 85225 h 159751"/>
              <a:gd name="csX82" fmla="*/ 365472 w 914946"/>
              <a:gd name="csY82" fmla="*/ 80504 h 159751"/>
              <a:gd name="csX83" fmla="*/ 411117 w 914946"/>
              <a:gd name="csY83" fmla="*/ 123455 h 159751"/>
              <a:gd name="csX84" fmla="*/ 411117 w 914946"/>
              <a:gd name="csY84" fmla="*/ 0 h 159751"/>
              <a:gd name="csX85" fmla="*/ 434781 w 914946"/>
              <a:gd name="csY85" fmla="*/ 0 h 159751"/>
              <a:gd name="csX86" fmla="*/ 434781 w 914946"/>
              <a:gd name="csY86" fmla="*/ 44467 h 159751"/>
              <a:gd name="csX87" fmla="*/ 460715 w 914946"/>
              <a:gd name="csY87" fmla="*/ 31999 h 159751"/>
              <a:gd name="csX88" fmla="*/ 487748 w 914946"/>
              <a:gd name="csY88" fmla="*/ 43877 h 159751"/>
              <a:gd name="csX89" fmla="*/ 498441 w 914946"/>
              <a:gd name="csY89" fmla="*/ 77810 h 159751"/>
              <a:gd name="csX90" fmla="*/ 487497 w 914946"/>
              <a:gd name="csY90" fmla="*/ 113100 h 159751"/>
              <a:gd name="csX91" fmla="*/ 461053 w 914946"/>
              <a:gd name="csY91" fmla="*/ 125474 h 159751"/>
              <a:gd name="csX92" fmla="*/ 445897 w 914946"/>
              <a:gd name="csY92" fmla="*/ 121687 h 159751"/>
              <a:gd name="csX93" fmla="*/ 433092 w 914946"/>
              <a:gd name="csY93" fmla="*/ 110319 h 159751"/>
              <a:gd name="csX94" fmla="*/ 433092 w 914946"/>
              <a:gd name="csY94" fmla="*/ 123455 h 159751"/>
              <a:gd name="csX95" fmla="*/ 411117 w 914946"/>
              <a:gd name="csY95" fmla="*/ 123455 h 159751"/>
              <a:gd name="csX96" fmla="*/ 434608 w 914946"/>
              <a:gd name="csY96" fmla="*/ 76803 h 159751"/>
              <a:gd name="csX97" fmla="*/ 438992 w 914946"/>
              <a:gd name="csY97" fmla="*/ 97348 h 159751"/>
              <a:gd name="csX98" fmla="*/ 455325 w 914946"/>
              <a:gd name="csY98" fmla="*/ 106783 h 159751"/>
              <a:gd name="csX99" fmla="*/ 468634 w 914946"/>
              <a:gd name="csY99" fmla="*/ 100129 h 159751"/>
              <a:gd name="csX100" fmla="*/ 474189 w 914946"/>
              <a:gd name="csY100" fmla="*/ 78988 h 159751"/>
              <a:gd name="csX101" fmla="*/ 468634 w 914946"/>
              <a:gd name="csY101" fmla="*/ 56927 h 159751"/>
              <a:gd name="csX102" fmla="*/ 454398 w 914946"/>
              <a:gd name="csY102" fmla="*/ 50108 h 159751"/>
              <a:gd name="csX103" fmla="*/ 440249 w 914946"/>
              <a:gd name="csY103" fmla="*/ 56762 h 159751"/>
              <a:gd name="csX104" fmla="*/ 434608 w 914946"/>
              <a:gd name="csY104" fmla="*/ 76803 h 159751"/>
              <a:gd name="csX105" fmla="*/ 576423 w 914946"/>
              <a:gd name="csY105" fmla="*/ 123455 h 159751"/>
              <a:gd name="csX106" fmla="*/ 576423 w 914946"/>
              <a:gd name="csY106" fmla="*/ 110067 h 159751"/>
              <a:gd name="csX107" fmla="*/ 563539 w 914946"/>
              <a:gd name="csY107" fmla="*/ 121349 h 159751"/>
              <a:gd name="csX108" fmla="*/ 546781 w 914946"/>
              <a:gd name="csY108" fmla="*/ 125474 h 159751"/>
              <a:gd name="csX109" fmla="*/ 530613 w 914946"/>
              <a:gd name="csY109" fmla="*/ 121515 h 159751"/>
              <a:gd name="csX110" fmla="*/ 520251 w 914946"/>
              <a:gd name="csY110" fmla="*/ 110405 h 159751"/>
              <a:gd name="csX111" fmla="*/ 517053 w 914946"/>
              <a:gd name="csY111" fmla="*/ 90615 h 159751"/>
              <a:gd name="csX112" fmla="*/ 517053 w 914946"/>
              <a:gd name="csY112" fmla="*/ 34025 h 159751"/>
              <a:gd name="csX113" fmla="*/ 540716 w 914946"/>
              <a:gd name="csY113" fmla="*/ 34025 h 159751"/>
              <a:gd name="csX114" fmla="*/ 540716 w 914946"/>
              <a:gd name="csY114" fmla="*/ 75115 h 159751"/>
              <a:gd name="csX115" fmla="*/ 541981 w 914946"/>
              <a:gd name="csY115" fmla="*/ 98275 h 159751"/>
              <a:gd name="csX116" fmla="*/ 546781 w 914946"/>
              <a:gd name="csY116" fmla="*/ 105016 h 159751"/>
              <a:gd name="csX117" fmla="*/ 555534 w 914946"/>
              <a:gd name="csY117" fmla="*/ 107452 h 159751"/>
              <a:gd name="csX118" fmla="*/ 566399 w 914946"/>
              <a:gd name="csY118" fmla="*/ 104168 h 159751"/>
              <a:gd name="csX119" fmla="*/ 572967 w 914946"/>
              <a:gd name="csY119" fmla="*/ 95918 h 159751"/>
              <a:gd name="csX120" fmla="*/ 574735 w 914946"/>
              <a:gd name="csY120" fmla="*/ 71752 h 159751"/>
              <a:gd name="csX121" fmla="*/ 574735 w 914946"/>
              <a:gd name="csY121" fmla="*/ 34025 h 159751"/>
              <a:gd name="csX122" fmla="*/ 598398 w 914946"/>
              <a:gd name="csY122" fmla="*/ 34025 h 159751"/>
              <a:gd name="csX123" fmla="*/ 598398 w 914946"/>
              <a:gd name="csY123" fmla="*/ 123455 h 159751"/>
              <a:gd name="csX124" fmla="*/ 576423 w 914946"/>
              <a:gd name="csY124" fmla="*/ 123455 h 159751"/>
              <a:gd name="csX125" fmla="*/ 622988 w 914946"/>
              <a:gd name="csY125" fmla="*/ 123455 h 159751"/>
              <a:gd name="csX126" fmla="*/ 622988 w 914946"/>
              <a:gd name="csY126" fmla="*/ 0 h 159751"/>
              <a:gd name="csX127" fmla="*/ 646652 w 914946"/>
              <a:gd name="csY127" fmla="*/ 0 h 159751"/>
              <a:gd name="csX128" fmla="*/ 646652 w 914946"/>
              <a:gd name="csY128" fmla="*/ 123455 h 159751"/>
              <a:gd name="csX129" fmla="*/ 622988 w 914946"/>
              <a:gd name="csY129" fmla="*/ 123455 h 159751"/>
              <a:gd name="csX130" fmla="*/ 688675 w 914946"/>
              <a:gd name="csY130" fmla="*/ 61310 h 159751"/>
              <a:gd name="csX131" fmla="*/ 667196 w 914946"/>
              <a:gd name="csY131" fmla="*/ 57430 h 159751"/>
              <a:gd name="csX132" fmla="*/ 679664 w 914946"/>
              <a:gd name="csY132" fmla="*/ 38236 h 159751"/>
              <a:gd name="csX133" fmla="*/ 705936 w 914946"/>
              <a:gd name="csY133" fmla="*/ 31999 h 159751"/>
              <a:gd name="csX134" fmla="*/ 729513 w 914946"/>
              <a:gd name="csY134" fmla="*/ 35793 h 159751"/>
              <a:gd name="csX135" fmla="*/ 740378 w 914946"/>
              <a:gd name="csY135" fmla="*/ 45307 h 159751"/>
              <a:gd name="csX136" fmla="*/ 743576 w 914946"/>
              <a:gd name="csY136" fmla="*/ 66441 h 159751"/>
              <a:gd name="csX137" fmla="*/ 743324 w 914946"/>
              <a:gd name="csY137" fmla="*/ 94064 h 159751"/>
              <a:gd name="csX138" fmla="*/ 744424 w 914946"/>
              <a:gd name="csY138" fmla="*/ 111497 h 159751"/>
              <a:gd name="csX139" fmla="*/ 748714 w 914946"/>
              <a:gd name="csY139" fmla="*/ 123455 h 159751"/>
              <a:gd name="csX140" fmla="*/ 725302 w 914946"/>
              <a:gd name="csY140" fmla="*/ 123455 h 159751"/>
              <a:gd name="csX141" fmla="*/ 723031 w 914946"/>
              <a:gd name="csY141" fmla="*/ 116463 h 159751"/>
              <a:gd name="csX142" fmla="*/ 722190 w 914946"/>
              <a:gd name="csY142" fmla="*/ 113689 h 159751"/>
              <a:gd name="csX143" fmla="*/ 709220 w 914946"/>
              <a:gd name="csY143" fmla="*/ 122528 h 159751"/>
              <a:gd name="csX144" fmla="*/ 694481 w 914946"/>
              <a:gd name="csY144" fmla="*/ 125474 h 159751"/>
              <a:gd name="csX145" fmla="*/ 672672 w 914946"/>
              <a:gd name="csY145" fmla="*/ 117979 h 159751"/>
              <a:gd name="csX146" fmla="*/ 664760 w 914946"/>
              <a:gd name="csY146" fmla="*/ 99037 h 159751"/>
              <a:gd name="csX147" fmla="*/ 668382 w 914946"/>
              <a:gd name="csY147" fmla="*/ 85563 h 159751"/>
              <a:gd name="csX148" fmla="*/ 678485 w 914946"/>
              <a:gd name="csY148" fmla="*/ 76466 h 159751"/>
              <a:gd name="csX149" fmla="*/ 697348 w 914946"/>
              <a:gd name="csY149" fmla="*/ 70911 h 159751"/>
              <a:gd name="csX150" fmla="*/ 720336 w 914946"/>
              <a:gd name="csY150" fmla="*/ 65098 h 159751"/>
              <a:gd name="csX151" fmla="*/ 720336 w 914946"/>
              <a:gd name="csY151" fmla="*/ 62741 h 159751"/>
              <a:gd name="csX152" fmla="*/ 716966 w 914946"/>
              <a:gd name="csY152" fmla="*/ 53054 h 159751"/>
              <a:gd name="csX153" fmla="*/ 704254 w 914946"/>
              <a:gd name="csY153" fmla="*/ 50108 h 159751"/>
              <a:gd name="csX154" fmla="*/ 694402 w 914946"/>
              <a:gd name="csY154" fmla="*/ 52637 h 159751"/>
              <a:gd name="csX155" fmla="*/ 688675 w 914946"/>
              <a:gd name="csY155" fmla="*/ 61310 h 159751"/>
              <a:gd name="csX156" fmla="*/ 720336 w 914946"/>
              <a:gd name="csY156" fmla="*/ 80504 h 159751"/>
              <a:gd name="csX157" fmla="*/ 705936 w 914946"/>
              <a:gd name="csY157" fmla="*/ 84126 h 159751"/>
              <a:gd name="csX158" fmla="*/ 693051 w 914946"/>
              <a:gd name="csY158" fmla="*/ 88258 h 159751"/>
              <a:gd name="csX159" fmla="*/ 688424 w 914946"/>
              <a:gd name="csY159" fmla="*/ 96594 h 159751"/>
              <a:gd name="csX160" fmla="*/ 692124 w 914946"/>
              <a:gd name="csY160" fmla="*/ 105181 h 159751"/>
              <a:gd name="csX161" fmla="*/ 701559 w 914946"/>
              <a:gd name="csY161" fmla="*/ 108803 h 159751"/>
              <a:gd name="csX162" fmla="*/ 713768 w 914946"/>
              <a:gd name="csY162" fmla="*/ 104592 h 159751"/>
              <a:gd name="csX163" fmla="*/ 719409 w 914946"/>
              <a:gd name="csY163" fmla="*/ 96759 h 159751"/>
              <a:gd name="csX164" fmla="*/ 720336 w 914946"/>
              <a:gd name="csY164" fmla="*/ 85225 h 159751"/>
              <a:gd name="csX165" fmla="*/ 720336 w 914946"/>
              <a:gd name="csY165" fmla="*/ 80504 h 159751"/>
              <a:gd name="csX166" fmla="*/ 789645 w 914946"/>
              <a:gd name="csY166" fmla="*/ 123455 h 159751"/>
              <a:gd name="csX167" fmla="*/ 765982 w 914946"/>
              <a:gd name="csY167" fmla="*/ 123455 h 159751"/>
              <a:gd name="csX168" fmla="*/ 765982 w 914946"/>
              <a:gd name="csY168" fmla="*/ 34025 h 159751"/>
              <a:gd name="csX169" fmla="*/ 787956 w 914946"/>
              <a:gd name="csY169" fmla="*/ 34025 h 159751"/>
              <a:gd name="csX170" fmla="*/ 787956 w 914946"/>
              <a:gd name="csY170" fmla="*/ 46737 h 159751"/>
              <a:gd name="csX171" fmla="*/ 798060 w 914946"/>
              <a:gd name="csY171" fmla="*/ 34866 h 159751"/>
              <a:gd name="csX172" fmla="*/ 808336 w 914946"/>
              <a:gd name="csY172" fmla="*/ 31999 h 159751"/>
              <a:gd name="csX173" fmla="*/ 823915 w 914946"/>
              <a:gd name="csY173" fmla="*/ 36469 h 159751"/>
              <a:gd name="csX174" fmla="*/ 816592 w 914946"/>
              <a:gd name="csY174" fmla="*/ 57100 h 159751"/>
              <a:gd name="csX175" fmla="*/ 805476 w 914946"/>
              <a:gd name="csY175" fmla="*/ 53226 h 159751"/>
              <a:gd name="csX176" fmla="*/ 797054 w 914946"/>
              <a:gd name="csY176" fmla="*/ 56000 h 159751"/>
              <a:gd name="csX177" fmla="*/ 791578 w 914946"/>
              <a:gd name="csY177" fmla="*/ 65852 h 159751"/>
              <a:gd name="csX178" fmla="*/ 789645 w 914946"/>
              <a:gd name="csY178" fmla="*/ 95832 h 159751"/>
              <a:gd name="csX179" fmla="*/ 789645 w 914946"/>
              <a:gd name="csY179" fmla="*/ 123455 h 159751"/>
              <a:gd name="csX180" fmla="*/ 822988 w 914946"/>
              <a:gd name="csY180" fmla="*/ 34025 h 159751"/>
              <a:gd name="csX181" fmla="*/ 848167 w 914946"/>
              <a:gd name="csY181" fmla="*/ 34025 h 159751"/>
              <a:gd name="csX182" fmla="*/ 869560 w 914946"/>
              <a:gd name="csY182" fmla="*/ 97521 h 159751"/>
              <a:gd name="csX183" fmla="*/ 890442 w 914946"/>
              <a:gd name="csY183" fmla="*/ 34025 h 159751"/>
              <a:gd name="csX184" fmla="*/ 914947 w 914946"/>
              <a:gd name="csY184" fmla="*/ 34025 h 159751"/>
              <a:gd name="csX185" fmla="*/ 883364 w 914946"/>
              <a:gd name="csY185" fmla="*/ 120085 h 159751"/>
              <a:gd name="csX186" fmla="*/ 877723 w 914946"/>
              <a:gd name="csY186" fmla="*/ 135664 h 159751"/>
              <a:gd name="csX187" fmla="*/ 871745 w 914946"/>
              <a:gd name="csY187" fmla="*/ 147621 h 159751"/>
              <a:gd name="csX188" fmla="*/ 865263 w 914946"/>
              <a:gd name="csY188" fmla="*/ 154275 h 159751"/>
              <a:gd name="csX189" fmla="*/ 856252 w 914946"/>
              <a:gd name="csY189" fmla="*/ 158321 h 159751"/>
              <a:gd name="csX190" fmla="*/ 844208 w 914946"/>
              <a:gd name="csY190" fmla="*/ 159751 h 159751"/>
              <a:gd name="csX191" fmla="*/ 830821 w 914946"/>
              <a:gd name="csY191" fmla="*/ 158321 h 159751"/>
              <a:gd name="csX192" fmla="*/ 828715 w 914946"/>
              <a:gd name="csY192" fmla="*/ 139789 h 159751"/>
              <a:gd name="csX193" fmla="*/ 838739 w 914946"/>
              <a:gd name="csY193" fmla="*/ 140888 h 159751"/>
              <a:gd name="csX194" fmla="*/ 850948 w 914946"/>
              <a:gd name="csY194" fmla="*/ 136001 h 159751"/>
              <a:gd name="csX195" fmla="*/ 857013 w 914946"/>
              <a:gd name="csY195" fmla="*/ 123706 h 159751"/>
              <a:gd name="csX196" fmla="*/ 822988 w 914946"/>
              <a:gd name="csY196" fmla="*/ 34025 h 159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</a:cxnLst>
            <a:rect l="l" t="t" r="r" b="b"/>
            <a:pathLst>
              <a:path w="914946" h="159751">
                <a:moveTo>
                  <a:pt x="44126" y="123455"/>
                </a:moveTo>
                <a:lnTo>
                  <a:pt x="0" y="0"/>
                </a:lnTo>
                <a:lnTo>
                  <a:pt x="27031" y="0"/>
                </a:lnTo>
                <a:lnTo>
                  <a:pt x="58274" y="91369"/>
                </a:lnTo>
                <a:lnTo>
                  <a:pt x="88505" y="0"/>
                </a:lnTo>
                <a:lnTo>
                  <a:pt x="114947" y="0"/>
                </a:lnTo>
                <a:lnTo>
                  <a:pt x="70737" y="123455"/>
                </a:lnTo>
                <a:lnTo>
                  <a:pt x="44126" y="123455"/>
                </a:lnTo>
                <a:close/>
                <a:moveTo>
                  <a:pt x="109221" y="77479"/>
                </a:moveTo>
                <a:cubicBezTo>
                  <a:pt x="109221" y="69618"/>
                  <a:pt x="111158" y="62008"/>
                  <a:pt x="115031" y="54656"/>
                </a:cubicBezTo>
                <a:cubicBezTo>
                  <a:pt x="118905" y="47298"/>
                  <a:pt x="124379" y="41686"/>
                  <a:pt x="131453" y="37812"/>
                </a:cubicBezTo>
                <a:cubicBezTo>
                  <a:pt x="138583" y="33939"/>
                  <a:pt x="146526" y="31999"/>
                  <a:pt x="155284" y="31999"/>
                </a:cubicBezTo>
                <a:cubicBezTo>
                  <a:pt x="168814" y="31999"/>
                  <a:pt x="179902" y="36411"/>
                  <a:pt x="188547" y="45221"/>
                </a:cubicBezTo>
                <a:cubicBezTo>
                  <a:pt x="197191" y="53981"/>
                  <a:pt x="201517" y="65069"/>
                  <a:pt x="201517" y="78485"/>
                </a:cubicBezTo>
                <a:cubicBezTo>
                  <a:pt x="201517" y="92016"/>
                  <a:pt x="197134" y="103248"/>
                  <a:pt x="188381" y="112173"/>
                </a:cubicBezTo>
                <a:cubicBezTo>
                  <a:pt x="179679" y="121040"/>
                  <a:pt x="168702" y="125474"/>
                  <a:pt x="155452" y="125474"/>
                </a:cubicBezTo>
                <a:cubicBezTo>
                  <a:pt x="147256" y="125474"/>
                  <a:pt x="139425" y="123620"/>
                  <a:pt x="131958" y="119919"/>
                </a:cubicBezTo>
                <a:cubicBezTo>
                  <a:pt x="124547" y="116211"/>
                  <a:pt x="118905" y="110793"/>
                  <a:pt x="115031" y="103665"/>
                </a:cubicBezTo>
                <a:cubicBezTo>
                  <a:pt x="111158" y="96479"/>
                  <a:pt x="109221" y="87748"/>
                  <a:pt x="109221" y="77479"/>
                </a:cubicBezTo>
                <a:close/>
                <a:moveTo>
                  <a:pt x="133473" y="78737"/>
                </a:moveTo>
                <a:cubicBezTo>
                  <a:pt x="133473" y="87611"/>
                  <a:pt x="135579" y="94402"/>
                  <a:pt x="139789" y="99116"/>
                </a:cubicBezTo>
                <a:cubicBezTo>
                  <a:pt x="144000" y="103837"/>
                  <a:pt x="149193" y="106194"/>
                  <a:pt x="155368" y="106194"/>
                </a:cubicBezTo>
                <a:cubicBezTo>
                  <a:pt x="161544" y="106194"/>
                  <a:pt x="166709" y="103837"/>
                  <a:pt x="170863" y="99116"/>
                </a:cubicBezTo>
                <a:cubicBezTo>
                  <a:pt x="175073" y="94402"/>
                  <a:pt x="177178" y="87554"/>
                  <a:pt x="177178" y="78571"/>
                </a:cubicBezTo>
                <a:cubicBezTo>
                  <a:pt x="177178" y="69812"/>
                  <a:pt x="175073" y="63078"/>
                  <a:pt x="170863" y="58357"/>
                </a:cubicBezTo>
                <a:cubicBezTo>
                  <a:pt x="166709" y="53643"/>
                  <a:pt x="161544" y="51286"/>
                  <a:pt x="155368" y="51286"/>
                </a:cubicBezTo>
                <a:cubicBezTo>
                  <a:pt x="149193" y="51286"/>
                  <a:pt x="144000" y="53643"/>
                  <a:pt x="139789" y="58357"/>
                </a:cubicBezTo>
                <a:cubicBezTo>
                  <a:pt x="135579" y="63078"/>
                  <a:pt x="133473" y="69869"/>
                  <a:pt x="133473" y="78737"/>
                </a:cubicBezTo>
                <a:close/>
                <a:moveTo>
                  <a:pt x="298104" y="60463"/>
                </a:moveTo>
                <a:lnTo>
                  <a:pt x="274778" y="64674"/>
                </a:lnTo>
                <a:cubicBezTo>
                  <a:pt x="273995" y="60017"/>
                  <a:pt x="272198" y="56510"/>
                  <a:pt x="269389" y="54146"/>
                </a:cubicBezTo>
                <a:cubicBezTo>
                  <a:pt x="266636" y="51789"/>
                  <a:pt x="263044" y="50611"/>
                  <a:pt x="258610" y="50611"/>
                </a:cubicBezTo>
                <a:cubicBezTo>
                  <a:pt x="252717" y="50611"/>
                  <a:pt x="248003" y="52659"/>
                  <a:pt x="244461" y="56762"/>
                </a:cubicBezTo>
                <a:cubicBezTo>
                  <a:pt x="240983" y="60800"/>
                  <a:pt x="239244" y="67598"/>
                  <a:pt x="239244" y="77141"/>
                </a:cubicBezTo>
                <a:cubicBezTo>
                  <a:pt x="239244" y="87748"/>
                  <a:pt x="241011" y="95243"/>
                  <a:pt x="244547" y="99626"/>
                </a:cubicBezTo>
                <a:cubicBezTo>
                  <a:pt x="248140" y="104002"/>
                  <a:pt x="252940" y="106194"/>
                  <a:pt x="258947" y="106194"/>
                </a:cubicBezTo>
                <a:cubicBezTo>
                  <a:pt x="263439" y="106194"/>
                  <a:pt x="267118" y="104929"/>
                  <a:pt x="269978" y="102400"/>
                </a:cubicBezTo>
                <a:cubicBezTo>
                  <a:pt x="272845" y="99820"/>
                  <a:pt x="274864" y="95415"/>
                  <a:pt x="276043" y="89178"/>
                </a:cubicBezTo>
                <a:lnTo>
                  <a:pt x="299282" y="93137"/>
                </a:lnTo>
                <a:cubicBezTo>
                  <a:pt x="296868" y="103808"/>
                  <a:pt x="292240" y="111864"/>
                  <a:pt x="285392" y="117311"/>
                </a:cubicBezTo>
                <a:cubicBezTo>
                  <a:pt x="278544" y="122751"/>
                  <a:pt x="269360" y="125474"/>
                  <a:pt x="257855" y="125474"/>
                </a:cubicBezTo>
                <a:cubicBezTo>
                  <a:pt x="244770" y="125474"/>
                  <a:pt x="234328" y="121349"/>
                  <a:pt x="226524" y="113100"/>
                </a:cubicBezTo>
                <a:cubicBezTo>
                  <a:pt x="218778" y="104843"/>
                  <a:pt x="214905" y="93417"/>
                  <a:pt x="214905" y="78823"/>
                </a:cubicBezTo>
                <a:cubicBezTo>
                  <a:pt x="214905" y="64056"/>
                  <a:pt x="218807" y="52580"/>
                  <a:pt x="226611" y="44380"/>
                </a:cubicBezTo>
                <a:cubicBezTo>
                  <a:pt x="234415" y="36131"/>
                  <a:pt x="244971" y="31999"/>
                  <a:pt x="258272" y="31999"/>
                </a:cubicBezTo>
                <a:cubicBezTo>
                  <a:pt x="269166" y="31999"/>
                  <a:pt x="277811" y="34363"/>
                  <a:pt x="284213" y="39077"/>
                </a:cubicBezTo>
                <a:cubicBezTo>
                  <a:pt x="290666" y="43734"/>
                  <a:pt x="295301" y="50862"/>
                  <a:pt x="298104" y="60463"/>
                </a:cubicBezTo>
                <a:close/>
                <a:moveTo>
                  <a:pt x="333811" y="61310"/>
                </a:moveTo>
                <a:lnTo>
                  <a:pt x="312339" y="57430"/>
                </a:lnTo>
                <a:cubicBezTo>
                  <a:pt x="314754" y="48785"/>
                  <a:pt x="318907" y="42390"/>
                  <a:pt x="324800" y="38236"/>
                </a:cubicBezTo>
                <a:cubicBezTo>
                  <a:pt x="330692" y="34076"/>
                  <a:pt x="339452" y="31999"/>
                  <a:pt x="351072" y="31999"/>
                </a:cubicBezTo>
                <a:cubicBezTo>
                  <a:pt x="361628" y="31999"/>
                  <a:pt x="369489" y="33264"/>
                  <a:pt x="374656" y="35793"/>
                </a:cubicBezTo>
                <a:cubicBezTo>
                  <a:pt x="379815" y="38265"/>
                  <a:pt x="383437" y="41434"/>
                  <a:pt x="385514" y="45307"/>
                </a:cubicBezTo>
                <a:cubicBezTo>
                  <a:pt x="387648" y="49123"/>
                  <a:pt x="388719" y="56173"/>
                  <a:pt x="388719" y="66441"/>
                </a:cubicBezTo>
                <a:lnTo>
                  <a:pt x="388460" y="94064"/>
                </a:lnTo>
                <a:cubicBezTo>
                  <a:pt x="388460" y="101926"/>
                  <a:pt x="388827" y="107732"/>
                  <a:pt x="389559" y="111497"/>
                </a:cubicBezTo>
                <a:cubicBezTo>
                  <a:pt x="390343" y="115205"/>
                  <a:pt x="391773" y="119186"/>
                  <a:pt x="393849" y="123455"/>
                </a:cubicBezTo>
                <a:lnTo>
                  <a:pt x="370445" y="123455"/>
                </a:lnTo>
                <a:cubicBezTo>
                  <a:pt x="369827" y="121881"/>
                  <a:pt x="369065" y="119553"/>
                  <a:pt x="368167" y="116463"/>
                </a:cubicBezTo>
                <a:cubicBezTo>
                  <a:pt x="367772" y="115062"/>
                  <a:pt x="367491" y="114135"/>
                  <a:pt x="367326" y="113689"/>
                </a:cubicBezTo>
                <a:cubicBezTo>
                  <a:pt x="363288" y="117620"/>
                  <a:pt x="358962" y="120566"/>
                  <a:pt x="354355" y="122528"/>
                </a:cubicBezTo>
                <a:cubicBezTo>
                  <a:pt x="349756" y="124497"/>
                  <a:pt x="344841" y="125474"/>
                  <a:pt x="339624" y="125474"/>
                </a:cubicBezTo>
                <a:cubicBezTo>
                  <a:pt x="330412" y="125474"/>
                  <a:pt x="323147" y="122980"/>
                  <a:pt x="317808" y="117979"/>
                </a:cubicBezTo>
                <a:cubicBezTo>
                  <a:pt x="312533" y="112985"/>
                  <a:pt x="309896" y="106668"/>
                  <a:pt x="309896" y="99037"/>
                </a:cubicBezTo>
                <a:cubicBezTo>
                  <a:pt x="309896" y="93978"/>
                  <a:pt x="311103" y="89487"/>
                  <a:pt x="313518" y="85563"/>
                </a:cubicBezTo>
                <a:cubicBezTo>
                  <a:pt x="315932" y="81575"/>
                  <a:pt x="319295" y="78542"/>
                  <a:pt x="323621" y="76466"/>
                </a:cubicBezTo>
                <a:cubicBezTo>
                  <a:pt x="327997" y="74332"/>
                  <a:pt x="334285" y="72478"/>
                  <a:pt x="342484" y="70911"/>
                </a:cubicBezTo>
                <a:cubicBezTo>
                  <a:pt x="353543" y="68827"/>
                  <a:pt x="361204" y="66894"/>
                  <a:pt x="365472" y="65098"/>
                </a:cubicBezTo>
                <a:lnTo>
                  <a:pt x="365472" y="62741"/>
                </a:lnTo>
                <a:cubicBezTo>
                  <a:pt x="365472" y="58192"/>
                  <a:pt x="364351" y="54965"/>
                  <a:pt x="362102" y="53054"/>
                </a:cubicBezTo>
                <a:cubicBezTo>
                  <a:pt x="359860" y="51092"/>
                  <a:pt x="355620" y="50108"/>
                  <a:pt x="349390" y="50108"/>
                </a:cubicBezTo>
                <a:cubicBezTo>
                  <a:pt x="345179" y="50108"/>
                  <a:pt x="341895" y="50948"/>
                  <a:pt x="339538" y="52637"/>
                </a:cubicBezTo>
                <a:cubicBezTo>
                  <a:pt x="337181" y="54261"/>
                  <a:pt x="335270" y="57150"/>
                  <a:pt x="333811" y="61310"/>
                </a:cubicBezTo>
                <a:close/>
                <a:moveTo>
                  <a:pt x="365472" y="80504"/>
                </a:moveTo>
                <a:cubicBezTo>
                  <a:pt x="362440" y="81517"/>
                  <a:pt x="357639" y="82725"/>
                  <a:pt x="351072" y="84126"/>
                </a:cubicBezTo>
                <a:cubicBezTo>
                  <a:pt x="344504" y="85534"/>
                  <a:pt x="340214" y="86907"/>
                  <a:pt x="338187" y="88258"/>
                </a:cubicBezTo>
                <a:cubicBezTo>
                  <a:pt x="335104" y="90442"/>
                  <a:pt x="333559" y="93223"/>
                  <a:pt x="333559" y="96594"/>
                </a:cubicBezTo>
                <a:cubicBezTo>
                  <a:pt x="333559" y="99906"/>
                  <a:pt x="334795" y="102766"/>
                  <a:pt x="337260" y="105181"/>
                </a:cubicBezTo>
                <a:cubicBezTo>
                  <a:pt x="339732" y="107595"/>
                  <a:pt x="342880" y="108803"/>
                  <a:pt x="346695" y="108803"/>
                </a:cubicBezTo>
                <a:cubicBezTo>
                  <a:pt x="350964" y="108803"/>
                  <a:pt x="355031" y="107401"/>
                  <a:pt x="358904" y="104592"/>
                </a:cubicBezTo>
                <a:cubicBezTo>
                  <a:pt x="361771" y="102457"/>
                  <a:pt x="363647" y="99849"/>
                  <a:pt x="364545" y="96759"/>
                </a:cubicBezTo>
                <a:cubicBezTo>
                  <a:pt x="365163" y="94740"/>
                  <a:pt x="365472" y="90895"/>
                  <a:pt x="365472" y="85225"/>
                </a:cubicBezTo>
                <a:lnTo>
                  <a:pt x="365472" y="80504"/>
                </a:lnTo>
                <a:close/>
                <a:moveTo>
                  <a:pt x="411117" y="123455"/>
                </a:moveTo>
                <a:lnTo>
                  <a:pt x="411117" y="0"/>
                </a:lnTo>
                <a:lnTo>
                  <a:pt x="434781" y="0"/>
                </a:lnTo>
                <a:lnTo>
                  <a:pt x="434781" y="44467"/>
                </a:lnTo>
                <a:cubicBezTo>
                  <a:pt x="442074" y="36160"/>
                  <a:pt x="450719" y="31999"/>
                  <a:pt x="460715" y="31999"/>
                </a:cubicBezTo>
                <a:cubicBezTo>
                  <a:pt x="471609" y="31999"/>
                  <a:pt x="480620" y="35959"/>
                  <a:pt x="487748" y="43877"/>
                </a:cubicBezTo>
                <a:cubicBezTo>
                  <a:pt x="494877" y="51739"/>
                  <a:pt x="498441" y="63050"/>
                  <a:pt x="498441" y="77810"/>
                </a:cubicBezTo>
                <a:cubicBezTo>
                  <a:pt x="498441" y="93080"/>
                  <a:pt x="494791" y="104843"/>
                  <a:pt x="487497" y="113100"/>
                </a:cubicBezTo>
                <a:cubicBezTo>
                  <a:pt x="480253" y="121349"/>
                  <a:pt x="471436" y="125474"/>
                  <a:pt x="461053" y="125474"/>
                </a:cubicBezTo>
                <a:cubicBezTo>
                  <a:pt x="455943" y="125474"/>
                  <a:pt x="450892" y="124209"/>
                  <a:pt x="445897" y="121687"/>
                </a:cubicBezTo>
                <a:cubicBezTo>
                  <a:pt x="440954" y="119107"/>
                  <a:pt x="436685" y="115313"/>
                  <a:pt x="433092" y="110319"/>
                </a:cubicBezTo>
                <a:lnTo>
                  <a:pt x="433092" y="123455"/>
                </a:lnTo>
                <a:lnTo>
                  <a:pt x="411117" y="123455"/>
                </a:lnTo>
                <a:close/>
                <a:moveTo>
                  <a:pt x="434608" y="76803"/>
                </a:moveTo>
                <a:cubicBezTo>
                  <a:pt x="434608" y="86066"/>
                  <a:pt x="436067" y="92914"/>
                  <a:pt x="438992" y="97348"/>
                </a:cubicBezTo>
                <a:cubicBezTo>
                  <a:pt x="443088" y="103636"/>
                  <a:pt x="448535" y="106783"/>
                  <a:pt x="455325" y="106783"/>
                </a:cubicBezTo>
                <a:cubicBezTo>
                  <a:pt x="460550" y="106783"/>
                  <a:pt x="464983" y="104563"/>
                  <a:pt x="468634" y="100129"/>
                </a:cubicBezTo>
                <a:cubicBezTo>
                  <a:pt x="472335" y="95638"/>
                  <a:pt x="474189" y="88589"/>
                  <a:pt x="474189" y="78988"/>
                </a:cubicBezTo>
                <a:cubicBezTo>
                  <a:pt x="474189" y="68777"/>
                  <a:pt x="472335" y="61418"/>
                  <a:pt x="468634" y="56927"/>
                </a:cubicBezTo>
                <a:cubicBezTo>
                  <a:pt x="464926" y="52378"/>
                  <a:pt x="460183" y="50108"/>
                  <a:pt x="454398" y="50108"/>
                </a:cubicBezTo>
                <a:cubicBezTo>
                  <a:pt x="448729" y="50108"/>
                  <a:pt x="444015" y="52328"/>
                  <a:pt x="440249" y="56762"/>
                </a:cubicBezTo>
                <a:cubicBezTo>
                  <a:pt x="436491" y="61138"/>
                  <a:pt x="434608" y="67821"/>
                  <a:pt x="434608" y="76803"/>
                </a:cubicBezTo>
                <a:close/>
                <a:moveTo>
                  <a:pt x="576423" y="123455"/>
                </a:moveTo>
                <a:lnTo>
                  <a:pt x="576423" y="110067"/>
                </a:lnTo>
                <a:cubicBezTo>
                  <a:pt x="573168" y="114839"/>
                  <a:pt x="568871" y="118597"/>
                  <a:pt x="563539" y="121349"/>
                </a:cubicBezTo>
                <a:cubicBezTo>
                  <a:pt x="558257" y="124101"/>
                  <a:pt x="552674" y="125474"/>
                  <a:pt x="546781" y="125474"/>
                </a:cubicBezTo>
                <a:cubicBezTo>
                  <a:pt x="540774" y="125474"/>
                  <a:pt x="535384" y="124159"/>
                  <a:pt x="530613" y="121515"/>
                </a:cubicBezTo>
                <a:cubicBezTo>
                  <a:pt x="525841" y="118877"/>
                  <a:pt x="522385" y="115176"/>
                  <a:pt x="520251" y="110405"/>
                </a:cubicBezTo>
                <a:cubicBezTo>
                  <a:pt x="518116" y="105633"/>
                  <a:pt x="517053" y="99037"/>
                  <a:pt x="517053" y="90615"/>
                </a:cubicBezTo>
                <a:lnTo>
                  <a:pt x="517053" y="34025"/>
                </a:lnTo>
                <a:lnTo>
                  <a:pt x="540716" y="34025"/>
                </a:lnTo>
                <a:lnTo>
                  <a:pt x="540716" y="75115"/>
                </a:lnTo>
                <a:cubicBezTo>
                  <a:pt x="540716" y="87690"/>
                  <a:pt x="541140" y="95415"/>
                  <a:pt x="541981" y="98275"/>
                </a:cubicBezTo>
                <a:cubicBezTo>
                  <a:pt x="542879" y="101085"/>
                  <a:pt x="544474" y="103327"/>
                  <a:pt x="546781" y="105016"/>
                </a:cubicBezTo>
                <a:cubicBezTo>
                  <a:pt x="549081" y="106640"/>
                  <a:pt x="551998" y="107452"/>
                  <a:pt x="555534" y="107452"/>
                </a:cubicBezTo>
                <a:cubicBezTo>
                  <a:pt x="559579" y="107452"/>
                  <a:pt x="563201" y="106359"/>
                  <a:pt x="566399" y="104168"/>
                </a:cubicBezTo>
                <a:cubicBezTo>
                  <a:pt x="569597" y="101926"/>
                  <a:pt x="571788" y="99173"/>
                  <a:pt x="572967" y="95918"/>
                </a:cubicBezTo>
                <a:cubicBezTo>
                  <a:pt x="574145" y="92605"/>
                  <a:pt x="574735" y="84550"/>
                  <a:pt x="574735" y="71752"/>
                </a:cubicBezTo>
                <a:lnTo>
                  <a:pt x="574735" y="34025"/>
                </a:lnTo>
                <a:lnTo>
                  <a:pt x="598398" y="34025"/>
                </a:lnTo>
                <a:lnTo>
                  <a:pt x="598398" y="123455"/>
                </a:lnTo>
                <a:lnTo>
                  <a:pt x="576423" y="123455"/>
                </a:lnTo>
                <a:close/>
                <a:moveTo>
                  <a:pt x="622988" y="123455"/>
                </a:moveTo>
                <a:lnTo>
                  <a:pt x="622988" y="0"/>
                </a:lnTo>
                <a:lnTo>
                  <a:pt x="646652" y="0"/>
                </a:lnTo>
                <a:lnTo>
                  <a:pt x="646652" y="123455"/>
                </a:lnTo>
                <a:lnTo>
                  <a:pt x="622988" y="123455"/>
                </a:lnTo>
                <a:close/>
                <a:moveTo>
                  <a:pt x="688675" y="61310"/>
                </a:moveTo>
                <a:lnTo>
                  <a:pt x="667196" y="57430"/>
                </a:lnTo>
                <a:cubicBezTo>
                  <a:pt x="669611" y="48785"/>
                  <a:pt x="673771" y="42390"/>
                  <a:pt x="679664" y="38236"/>
                </a:cubicBezTo>
                <a:cubicBezTo>
                  <a:pt x="685556" y="34076"/>
                  <a:pt x="694316" y="31999"/>
                  <a:pt x="705936" y="31999"/>
                </a:cubicBezTo>
                <a:cubicBezTo>
                  <a:pt x="716492" y="31999"/>
                  <a:pt x="724353" y="33264"/>
                  <a:pt x="729513" y="35793"/>
                </a:cubicBezTo>
                <a:cubicBezTo>
                  <a:pt x="734680" y="38265"/>
                  <a:pt x="738301" y="41434"/>
                  <a:pt x="740378" y="45307"/>
                </a:cubicBezTo>
                <a:cubicBezTo>
                  <a:pt x="742512" y="49123"/>
                  <a:pt x="743576" y="56173"/>
                  <a:pt x="743576" y="66441"/>
                </a:cubicBezTo>
                <a:lnTo>
                  <a:pt x="743324" y="94064"/>
                </a:lnTo>
                <a:cubicBezTo>
                  <a:pt x="743324" y="101926"/>
                  <a:pt x="743691" y="107732"/>
                  <a:pt x="744424" y="111497"/>
                </a:cubicBezTo>
                <a:cubicBezTo>
                  <a:pt x="745207" y="115205"/>
                  <a:pt x="746637" y="119186"/>
                  <a:pt x="748714" y="123455"/>
                </a:cubicBezTo>
                <a:lnTo>
                  <a:pt x="725302" y="123455"/>
                </a:lnTo>
                <a:cubicBezTo>
                  <a:pt x="724684" y="121881"/>
                  <a:pt x="723929" y="119553"/>
                  <a:pt x="723031" y="116463"/>
                </a:cubicBezTo>
                <a:cubicBezTo>
                  <a:pt x="722636" y="115062"/>
                  <a:pt x="722356" y="114135"/>
                  <a:pt x="722190" y="113689"/>
                </a:cubicBezTo>
                <a:cubicBezTo>
                  <a:pt x="718145" y="117620"/>
                  <a:pt x="713826" y="120566"/>
                  <a:pt x="709220" y="122528"/>
                </a:cubicBezTo>
                <a:cubicBezTo>
                  <a:pt x="704621" y="124497"/>
                  <a:pt x="699706" y="125474"/>
                  <a:pt x="694481" y="125474"/>
                </a:cubicBezTo>
                <a:cubicBezTo>
                  <a:pt x="685276" y="125474"/>
                  <a:pt x="678004" y="122980"/>
                  <a:pt x="672672" y="117979"/>
                </a:cubicBezTo>
                <a:cubicBezTo>
                  <a:pt x="667397" y="112985"/>
                  <a:pt x="664760" y="106668"/>
                  <a:pt x="664760" y="99037"/>
                </a:cubicBezTo>
                <a:cubicBezTo>
                  <a:pt x="664760" y="93978"/>
                  <a:pt x="665967" y="89487"/>
                  <a:pt x="668382" y="85563"/>
                </a:cubicBezTo>
                <a:cubicBezTo>
                  <a:pt x="670789" y="81575"/>
                  <a:pt x="674159" y="78542"/>
                  <a:pt x="678485" y="76466"/>
                </a:cubicBezTo>
                <a:cubicBezTo>
                  <a:pt x="682862" y="74332"/>
                  <a:pt x="689149" y="72478"/>
                  <a:pt x="697348" y="70911"/>
                </a:cubicBezTo>
                <a:cubicBezTo>
                  <a:pt x="708408" y="68827"/>
                  <a:pt x="716068" y="66894"/>
                  <a:pt x="720336" y="65098"/>
                </a:cubicBezTo>
                <a:lnTo>
                  <a:pt x="720336" y="62741"/>
                </a:lnTo>
                <a:cubicBezTo>
                  <a:pt x="720336" y="58192"/>
                  <a:pt x="719215" y="54965"/>
                  <a:pt x="716966" y="53054"/>
                </a:cubicBezTo>
                <a:cubicBezTo>
                  <a:pt x="714724" y="51092"/>
                  <a:pt x="710484" y="50108"/>
                  <a:pt x="704254" y="50108"/>
                </a:cubicBezTo>
                <a:cubicBezTo>
                  <a:pt x="700043" y="50108"/>
                  <a:pt x="696759" y="50948"/>
                  <a:pt x="694402" y="52637"/>
                </a:cubicBezTo>
                <a:cubicBezTo>
                  <a:pt x="692045" y="54261"/>
                  <a:pt x="690134" y="57150"/>
                  <a:pt x="688675" y="61310"/>
                </a:cubicBezTo>
                <a:close/>
                <a:moveTo>
                  <a:pt x="720336" y="80504"/>
                </a:moveTo>
                <a:cubicBezTo>
                  <a:pt x="717304" y="81517"/>
                  <a:pt x="712504" y="82725"/>
                  <a:pt x="705936" y="84126"/>
                </a:cubicBezTo>
                <a:cubicBezTo>
                  <a:pt x="699368" y="85534"/>
                  <a:pt x="695071" y="86907"/>
                  <a:pt x="693051" y="88258"/>
                </a:cubicBezTo>
                <a:cubicBezTo>
                  <a:pt x="689961" y="90442"/>
                  <a:pt x="688424" y="93223"/>
                  <a:pt x="688424" y="96594"/>
                </a:cubicBezTo>
                <a:cubicBezTo>
                  <a:pt x="688424" y="99906"/>
                  <a:pt x="689652" y="102766"/>
                  <a:pt x="692124" y="105181"/>
                </a:cubicBezTo>
                <a:cubicBezTo>
                  <a:pt x="694596" y="107595"/>
                  <a:pt x="697737" y="108803"/>
                  <a:pt x="701559" y="108803"/>
                </a:cubicBezTo>
                <a:cubicBezTo>
                  <a:pt x="705821" y="108803"/>
                  <a:pt x="709895" y="107401"/>
                  <a:pt x="713768" y="104592"/>
                </a:cubicBezTo>
                <a:cubicBezTo>
                  <a:pt x="716628" y="102457"/>
                  <a:pt x="718511" y="99849"/>
                  <a:pt x="719409" y="96759"/>
                </a:cubicBezTo>
                <a:cubicBezTo>
                  <a:pt x="720027" y="94740"/>
                  <a:pt x="720336" y="90895"/>
                  <a:pt x="720336" y="85225"/>
                </a:cubicBezTo>
                <a:lnTo>
                  <a:pt x="720336" y="80504"/>
                </a:lnTo>
                <a:close/>
                <a:moveTo>
                  <a:pt x="789645" y="123455"/>
                </a:moveTo>
                <a:lnTo>
                  <a:pt x="765982" y="123455"/>
                </a:lnTo>
                <a:lnTo>
                  <a:pt x="765982" y="34025"/>
                </a:lnTo>
                <a:lnTo>
                  <a:pt x="787956" y="34025"/>
                </a:lnTo>
                <a:lnTo>
                  <a:pt x="787956" y="46737"/>
                </a:lnTo>
                <a:cubicBezTo>
                  <a:pt x="791722" y="40730"/>
                  <a:pt x="795085" y="36778"/>
                  <a:pt x="798060" y="34866"/>
                </a:cubicBezTo>
                <a:cubicBezTo>
                  <a:pt x="801092" y="32955"/>
                  <a:pt x="804520" y="31999"/>
                  <a:pt x="808336" y="31999"/>
                </a:cubicBezTo>
                <a:cubicBezTo>
                  <a:pt x="813725" y="31999"/>
                  <a:pt x="818921" y="33487"/>
                  <a:pt x="823915" y="36469"/>
                </a:cubicBezTo>
                <a:lnTo>
                  <a:pt x="816592" y="57100"/>
                </a:lnTo>
                <a:cubicBezTo>
                  <a:pt x="812604" y="54513"/>
                  <a:pt x="808896" y="53226"/>
                  <a:pt x="805476" y="53226"/>
                </a:cubicBezTo>
                <a:cubicBezTo>
                  <a:pt x="802163" y="53226"/>
                  <a:pt x="799353" y="54146"/>
                  <a:pt x="797054" y="56000"/>
                </a:cubicBezTo>
                <a:cubicBezTo>
                  <a:pt x="794747" y="57797"/>
                  <a:pt x="792929" y="61081"/>
                  <a:pt x="791578" y="65852"/>
                </a:cubicBezTo>
                <a:cubicBezTo>
                  <a:pt x="790284" y="70624"/>
                  <a:pt x="789645" y="80619"/>
                  <a:pt x="789645" y="95832"/>
                </a:cubicBezTo>
                <a:lnTo>
                  <a:pt x="789645" y="123455"/>
                </a:lnTo>
                <a:close/>
                <a:moveTo>
                  <a:pt x="822988" y="34025"/>
                </a:moveTo>
                <a:lnTo>
                  <a:pt x="848167" y="34025"/>
                </a:lnTo>
                <a:lnTo>
                  <a:pt x="869560" y="97521"/>
                </a:lnTo>
                <a:lnTo>
                  <a:pt x="890442" y="34025"/>
                </a:lnTo>
                <a:lnTo>
                  <a:pt x="914947" y="34025"/>
                </a:lnTo>
                <a:lnTo>
                  <a:pt x="883364" y="120085"/>
                </a:lnTo>
                <a:lnTo>
                  <a:pt x="877723" y="135664"/>
                </a:lnTo>
                <a:cubicBezTo>
                  <a:pt x="875647" y="140888"/>
                  <a:pt x="873656" y="144869"/>
                  <a:pt x="871745" y="147621"/>
                </a:cubicBezTo>
                <a:cubicBezTo>
                  <a:pt x="869898" y="150373"/>
                  <a:pt x="867735" y="152594"/>
                  <a:pt x="865263" y="154275"/>
                </a:cubicBezTo>
                <a:cubicBezTo>
                  <a:pt x="862848" y="156014"/>
                  <a:pt x="859845" y="157365"/>
                  <a:pt x="856252" y="158321"/>
                </a:cubicBezTo>
                <a:cubicBezTo>
                  <a:pt x="852716" y="159270"/>
                  <a:pt x="848699" y="159751"/>
                  <a:pt x="844208" y="159751"/>
                </a:cubicBezTo>
                <a:cubicBezTo>
                  <a:pt x="839659" y="159751"/>
                  <a:pt x="835197" y="159270"/>
                  <a:pt x="830821" y="158321"/>
                </a:cubicBezTo>
                <a:lnTo>
                  <a:pt x="828715" y="139789"/>
                </a:lnTo>
                <a:cubicBezTo>
                  <a:pt x="832423" y="140521"/>
                  <a:pt x="835764" y="140888"/>
                  <a:pt x="838739" y="140888"/>
                </a:cubicBezTo>
                <a:cubicBezTo>
                  <a:pt x="844237" y="140888"/>
                  <a:pt x="848311" y="139257"/>
                  <a:pt x="850948" y="136001"/>
                </a:cubicBezTo>
                <a:cubicBezTo>
                  <a:pt x="853586" y="132804"/>
                  <a:pt x="855605" y="128701"/>
                  <a:pt x="857013" y="123706"/>
                </a:cubicBezTo>
                <a:lnTo>
                  <a:pt x="822988" y="34025"/>
                </a:lnTo>
                <a:close/>
              </a:path>
            </a:pathLst>
          </a:custGeom>
          <a:solidFill>
            <a:srgbClr val="333333"/>
          </a:solidFill>
          <a:ln w="7183" cap="flat">
            <a:noFill/>
            <a:prstDash val="solid"/>
            <a:miter/>
          </a:ln>
        </p:spPr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5B341E4-21D9-C0B9-CE85-E3FC86CB4F03}"/>
              </a:ext>
            </a:extLst>
          </p:cNvPr>
          <p:cNvGrpSpPr/>
          <p:nvPr/>
        </p:nvGrpSpPr>
        <p:grpSpPr>
          <a:xfrm>
            <a:off x="2434652" y="5032493"/>
            <a:ext cx="4481006" cy="453135"/>
            <a:chOff x="2434652" y="5032493"/>
            <a:chExt cx="4481006" cy="453135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CA3C012-CDC0-8EFA-550F-354B6CCAD5CA}"/>
                </a:ext>
              </a:extLst>
            </p:cNvPr>
            <p:cNvSpPr/>
            <p:nvPr/>
          </p:nvSpPr>
          <p:spPr>
            <a:xfrm>
              <a:off x="2434652" y="5032493"/>
              <a:ext cx="654529" cy="453135"/>
            </a:xfrm>
            <a:custGeom>
              <a:avLst/>
              <a:gdLst>
                <a:gd name="csX0" fmla="*/ 438344 w 467087"/>
                <a:gd name="csY0" fmla="*/ 0 h 323368"/>
                <a:gd name="csX1" fmla="*/ 28744 w 467087"/>
                <a:gd name="csY1" fmla="*/ 0 h 323368"/>
                <a:gd name="csX2" fmla="*/ 0 w 467087"/>
                <a:gd name="csY2" fmla="*/ 28744 h 323368"/>
                <a:gd name="csX3" fmla="*/ 0 w 467087"/>
                <a:gd name="csY3" fmla="*/ 294624 h 323368"/>
                <a:gd name="csX4" fmla="*/ 28744 w 467087"/>
                <a:gd name="csY4" fmla="*/ 323368 h 323368"/>
                <a:gd name="csX5" fmla="*/ 438344 w 467087"/>
                <a:gd name="csY5" fmla="*/ 323368 h 323368"/>
                <a:gd name="csX6" fmla="*/ 467087 w 467087"/>
                <a:gd name="csY6" fmla="*/ 294624 h 323368"/>
                <a:gd name="csX7" fmla="*/ 467087 w 467087"/>
                <a:gd name="csY7" fmla="*/ 28744 h 323368"/>
                <a:gd name="csX8" fmla="*/ 438344 w 467087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67087" h="323368">
                  <a:moveTo>
                    <a:pt x="43834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438344" y="323368"/>
                  </a:lnTo>
                  <a:cubicBezTo>
                    <a:pt x="454217" y="323368"/>
                    <a:pt x="467087" y="310498"/>
                    <a:pt x="467087" y="294624"/>
                  </a:cubicBezTo>
                  <a:lnTo>
                    <a:pt x="467087" y="28744"/>
                  </a:lnTo>
                  <a:cubicBezTo>
                    <a:pt x="467087" y="12870"/>
                    <a:pt x="454217" y="0"/>
                    <a:pt x="43834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DC3BA7E-4839-72CE-7381-9C894D8FC249}"/>
                </a:ext>
              </a:extLst>
            </p:cNvPr>
            <p:cNvSpPr/>
            <p:nvPr/>
          </p:nvSpPr>
          <p:spPr>
            <a:xfrm>
              <a:off x="2625189" y="5178976"/>
              <a:ext cx="264953" cy="117220"/>
            </a:xfrm>
            <a:custGeom>
              <a:avLst/>
              <a:gdLst>
                <a:gd name="csX0" fmla="*/ 27623 w 189077"/>
                <a:gd name="csY0" fmla="*/ 73261 h 83651"/>
                <a:gd name="csX1" fmla="*/ 29082 w 189077"/>
                <a:gd name="csY1" fmla="*/ 82186 h 83651"/>
                <a:gd name="csX2" fmla="*/ 21443 w 189077"/>
                <a:gd name="csY2" fmla="*/ 83084 h 83651"/>
                <a:gd name="csX3" fmla="*/ 12913 w 189077"/>
                <a:gd name="csY3" fmla="*/ 81345 h 83651"/>
                <a:gd name="csX4" fmla="*/ 8645 w 189077"/>
                <a:gd name="csY4" fmla="*/ 76796 h 83651"/>
                <a:gd name="csX5" fmla="*/ 7409 w 189077"/>
                <a:gd name="csY5" fmla="*/ 64839 h 83651"/>
                <a:gd name="csX6" fmla="*/ 7409 w 189077"/>
                <a:gd name="csY6" fmla="*/ 30540 h 83651"/>
                <a:gd name="csX7" fmla="*/ 0 w 189077"/>
                <a:gd name="csY7" fmla="*/ 30540 h 83651"/>
                <a:gd name="csX8" fmla="*/ 0 w 189077"/>
                <a:gd name="csY8" fmla="*/ 22679 h 83651"/>
                <a:gd name="csX9" fmla="*/ 7409 w 189077"/>
                <a:gd name="csY9" fmla="*/ 22679 h 83651"/>
                <a:gd name="csX10" fmla="*/ 7409 w 189077"/>
                <a:gd name="csY10" fmla="*/ 7912 h 83651"/>
                <a:gd name="csX11" fmla="*/ 17462 w 189077"/>
                <a:gd name="csY11" fmla="*/ 1854 h 83651"/>
                <a:gd name="csX12" fmla="*/ 17462 w 189077"/>
                <a:gd name="csY12" fmla="*/ 22679 h 83651"/>
                <a:gd name="csX13" fmla="*/ 27623 w 189077"/>
                <a:gd name="csY13" fmla="*/ 22679 h 83651"/>
                <a:gd name="csX14" fmla="*/ 27623 w 189077"/>
                <a:gd name="csY14" fmla="*/ 30540 h 83651"/>
                <a:gd name="csX15" fmla="*/ 17462 w 189077"/>
                <a:gd name="csY15" fmla="*/ 30540 h 83651"/>
                <a:gd name="csX16" fmla="*/ 17462 w 189077"/>
                <a:gd name="csY16" fmla="*/ 65400 h 83651"/>
                <a:gd name="csX17" fmla="*/ 17965 w 189077"/>
                <a:gd name="csY17" fmla="*/ 70961 h 83651"/>
                <a:gd name="csX18" fmla="*/ 19704 w 189077"/>
                <a:gd name="csY18" fmla="*/ 72923 h 83651"/>
                <a:gd name="csX19" fmla="*/ 23182 w 189077"/>
                <a:gd name="csY19" fmla="*/ 73656 h 83651"/>
                <a:gd name="csX20" fmla="*/ 27623 w 189077"/>
                <a:gd name="csY20" fmla="*/ 73261 h 83651"/>
                <a:gd name="csX21" fmla="*/ 37554 w 189077"/>
                <a:gd name="csY21" fmla="*/ 82301 h 83651"/>
                <a:gd name="csX22" fmla="*/ 37554 w 189077"/>
                <a:gd name="csY22" fmla="*/ 0 h 83651"/>
                <a:gd name="csX23" fmla="*/ 47664 w 189077"/>
                <a:gd name="csY23" fmla="*/ 0 h 83651"/>
                <a:gd name="csX24" fmla="*/ 47664 w 189077"/>
                <a:gd name="csY24" fmla="*/ 29527 h 83651"/>
                <a:gd name="csX25" fmla="*/ 65514 w 189077"/>
                <a:gd name="csY25" fmla="*/ 21335 h 83651"/>
                <a:gd name="csX26" fmla="*/ 77026 w 189077"/>
                <a:gd name="csY26" fmla="*/ 23972 h 83651"/>
                <a:gd name="csX27" fmla="*/ 83982 w 189077"/>
                <a:gd name="csY27" fmla="*/ 31158 h 83651"/>
                <a:gd name="csX28" fmla="*/ 86117 w 189077"/>
                <a:gd name="csY28" fmla="*/ 44517 h 83651"/>
                <a:gd name="csX29" fmla="*/ 86117 w 189077"/>
                <a:gd name="csY29" fmla="*/ 82301 h 83651"/>
                <a:gd name="csX30" fmla="*/ 76013 w 189077"/>
                <a:gd name="csY30" fmla="*/ 82301 h 83651"/>
                <a:gd name="csX31" fmla="*/ 76013 w 189077"/>
                <a:gd name="csY31" fmla="*/ 44517 h 83651"/>
                <a:gd name="csX32" fmla="*/ 72700 w 189077"/>
                <a:gd name="csY32" fmla="*/ 33515 h 83651"/>
                <a:gd name="csX33" fmla="*/ 63438 w 189077"/>
                <a:gd name="csY33" fmla="*/ 30037 h 83651"/>
                <a:gd name="csX34" fmla="*/ 54958 w 189077"/>
                <a:gd name="csY34" fmla="*/ 32394 h 83651"/>
                <a:gd name="csX35" fmla="*/ 49346 w 189077"/>
                <a:gd name="csY35" fmla="*/ 38682 h 83651"/>
                <a:gd name="csX36" fmla="*/ 47664 w 189077"/>
                <a:gd name="csY36" fmla="*/ 49684 h 83651"/>
                <a:gd name="csX37" fmla="*/ 47664 w 189077"/>
                <a:gd name="csY37" fmla="*/ 82301 h 83651"/>
                <a:gd name="csX38" fmla="*/ 37554 w 189077"/>
                <a:gd name="csY38" fmla="*/ 82301 h 83651"/>
                <a:gd name="csX39" fmla="*/ 140464 w 189077"/>
                <a:gd name="csY39" fmla="*/ 74950 h 83651"/>
                <a:gd name="csX40" fmla="*/ 129628 w 189077"/>
                <a:gd name="csY40" fmla="*/ 81683 h 83651"/>
                <a:gd name="csX41" fmla="*/ 118511 w 189077"/>
                <a:gd name="csY41" fmla="*/ 83652 h 83651"/>
                <a:gd name="csX42" fmla="*/ 103406 w 189077"/>
                <a:gd name="csY42" fmla="*/ 78873 h 83651"/>
                <a:gd name="csX43" fmla="*/ 98132 w 189077"/>
                <a:gd name="csY43" fmla="*/ 66578 h 83651"/>
                <a:gd name="csX44" fmla="*/ 100100 w 189077"/>
                <a:gd name="csY44" fmla="*/ 58609 h 83651"/>
                <a:gd name="csX45" fmla="*/ 105317 w 189077"/>
                <a:gd name="csY45" fmla="*/ 52774 h 83651"/>
                <a:gd name="csX46" fmla="*/ 112618 w 189077"/>
                <a:gd name="csY46" fmla="*/ 49461 h 83651"/>
                <a:gd name="csX47" fmla="*/ 121601 w 189077"/>
                <a:gd name="csY47" fmla="*/ 47945 h 83651"/>
                <a:gd name="csX48" fmla="*/ 139623 w 189077"/>
                <a:gd name="csY48" fmla="*/ 44460 h 83651"/>
                <a:gd name="csX49" fmla="*/ 139674 w 189077"/>
                <a:gd name="csY49" fmla="*/ 41822 h 83651"/>
                <a:gd name="csX50" fmla="*/ 136813 w 189077"/>
                <a:gd name="csY50" fmla="*/ 33120 h 83651"/>
                <a:gd name="csX51" fmla="*/ 125302 w 189077"/>
                <a:gd name="csY51" fmla="*/ 29700 h 83651"/>
                <a:gd name="csX52" fmla="*/ 114753 w 189077"/>
                <a:gd name="csY52" fmla="*/ 32222 h 83651"/>
                <a:gd name="csX53" fmla="*/ 109751 w 189077"/>
                <a:gd name="csY53" fmla="*/ 41039 h 83651"/>
                <a:gd name="csX54" fmla="*/ 99871 w 189077"/>
                <a:gd name="csY54" fmla="*/ 39688 h 83651"/>
                <a:gd name="csX55" fmla="*/ 104311 w 189077"/>
                <a:gd name="csY55" fmla="*/ 29470 h 83651"/>
                <a:gd name="csX56" fmla="*/ 113236 w 189077"/>
                <a:gd name="csY56" fmla="*/ 23462 h 83651"/>
                <a:gd name="csX57" fmla="*/ 126760 w 189077"/>
                <a:gd name="csY57" fmla="*/ 21335 h 83651"/>
                <a:gd name="csX58" fmla="*/ 139171 w 189077"/>
                <a:gd name="csY58" fmla="*/ 23132 h 83651"/>
                <a:gd name="csX59" fmla="*/ 146191 w 189077"/>
                <a:gd name="csY59" fmla="*/ 27673 h 83651"/>
                <a:gd name="csX60" fmla="*/ 149331 w 189077"/>
                <a:gd name="csY60" fmla="*/ 34528 h 83651"/>
                <a:gd name="csX61" fmla="*/ 149835 w 189077"/>
                <a:gd name="csY61" fmla="*/ 43842 h 83651"/>
                <a:gd name="csX62" fmla="*/ 149835 w 189077"/>
                <a:gd name="csY62" fmla="*/ 57315 h 83651"/>
                <a:gd name="csX63" fmla="*/ 150453 w 189077"/>
                <a:gd name="csY63" fmla="*/ 75172 h 83651"/>
                <a:gd name="csX64" fmla="*/ 153039 w 189077"/>
                <a:gd name="csY64" fmla="*/ 82301 h 83651"/>
                <a:gd name="csX65" fmla="*/ 142483 w 189077"/>
                <a:gd name="csY65" fmla="*/ 82301 h 83651"/>
                <a:gd name="csX66" fmla="*/ 140464 w 189077"/>
                <a:gd name="csY66" fmla="*/ 74950 h 83651"/>
                <a:gd name="csX67" fmla="*/ 139623 w 189077"/>
                <a:gd name="csY67" fmla="*/ 52378 h 83651"/>
                <a:gd name="csX68" fmla="*/ 123117 w 189077"/>
                <a:gd name="csY68" fmla="*/ 56194 h 83651"/>
                <a:gd name="csX69" fmla="*/ 114300 w 189077"/>
                <a:gd name="csY69" fmla="*/ 58214 h 83651"/>
                <a:gd name="csX70" fmla="*/ 110312 w 189077"/>
                <a:gd name="csY70" fmla="*/ 61526 h 83651"/>
                <a:gd name="csX71" fmla="*/ 108910 w 189077"/>
                <a:gd name="csY71" fmla="*/ 66298 h 83651"/>
                <a:gd name="csX72" fmla="*/ 111943 w 189077"/>
                <a:gd name="csY72" fmla="*/ 73038 h 83651"/>
                <a:gd name="csX73" fmla="*/ 120925 w 189077"/>
                <a:gd name="csY73" fmla="*/ 75733 h 83651"/>
                <a:gd name="csX74" fmla="*/ 131309 w 189077"/>
                <a:gd name="csY74" fmla="*/ 73203 h 83651"/>
                <a:gd name="csX75" fmla="*/ 137992 w 189077"/>
                <a:gd name="csY75" fmla="*/ 66190 h 83651"/>
                <a:gd name="csX76" fmla="*/ 139623 w 189077"/>
                <a:gd name="csY76" fmla="*/ 56086 h 83651"/>
                <a:gd name="csX77" fmla="*/ 139623 w 189077"/>
                <a:gd name="csY77" fmla="*/ 52378 h 83651"/>
                <a:gd name="csX78" fmla="*/ 187618 w 189077"/>
                <a:gd name="csY78" fmla="*/ 73261 h 83651"/>
                <a:gd name="csX79" fmla="*/ 189077 w 189077"/>
                <a:gd name="csY79" fmla="*/ 82186 h 83651"/>
                <a:gd name="csX80" fmla="*/ 181445 w 189077"/>
                <a:gd name="csY80" fmla="*/ 83084 h 83651"/>
                <a:gd name="csX81" fmla="*/ 172909 w 189077"/>
                <a:gd name="csY81" fmla="*/ 81345 h 83651"/>
                <a:gd name="csX82" fmla="*/ 168647 w 189077"/>
                <a:gd name="csY82" fmla="*/ 76796 h 83651"/>
                <a:gd name="csX83" fmla="*/ 167411 w 189077"/>
                <a:gd name="csY83" fmla="*/ 64839 h 83651"/>
                <a:gd name="csX84" fmla="*/ 167411 w 189077"/>
                <a:gd name="csY84" fmla="*/ 30540 h 83651"/>
                <a:gd name="csX85" fmla="*/ 160003 w 189077"/>
                <a:gd name="csY85" fmla="*/ 30540 h 83651"/>
                <a:gd name="csX86" fmla="*/ 160003 w 189077"/>
                <a:gd name="csY86" fmla="*/ 22679 h 83651"/>
                <a:gd name="csX87" fmla="*/ 167411 w 189077"/>
                <a:gd name="csY87" fmla="*/ 22679 h 83651"/>
                <a:gd name="csX88" fmla="*/ 167411 w 189077"/>
                <a:gd name="csY88" fmla="*/ 7912 h 83651"/>
                <a:gd name="csX89" fmla="*/ 177457 w 189077"/>
                <a:gd name="csY89" fmla="*/ 1854 h 83651"/>
                <a:gd name="csX90" fmla="*/ 177457 w 189077"/>
                <a:gd name="csY90" fmla="*/ 22679 h 83651"/>
                <a:gd name="csX91" fmla="*/ 187618 w 189077"/>
                <a:gd name="csY91" fmla="*/ 22679 h 83651"/>
                <a:gd name="csX92" fmla="*/ 187618 w 189077"/>
                <a:gd name="csY92" fmla="*/ 30540 h 83651"/>
                <a:gd name="csX93" fmla="*/ 177457 w 189077"/>
                <a:gd name="csY93" fmla="*/ 30540 h 83651"/>
                <a:gd name="csX94" fmla="*/ 177457 w 189077"/>
                <a:gd name="csY94" fmla="*/ 65400 h 83651"/>
                <a:gd name="csX95" fmla="*/ 177967 w 189077"/>
                <a:gd name="csY95" fmla="*/ 70961 h 83651"/>
                <a:gd name="csX96" fmla="*/ 179706 w 189077"/>
                <a:gd name="csY96" fmla="*/ 72923 h 83651"/>
                <a:gd name="csX97" fmla="*/ 183185 w 189077"/>
                <a:gd name="csY97" fmla="*/ 73656 h 83651"/>
                <a:gd name="csX98" fmla="*/ 187618 w 189077"/>
                <a:gd name="csY98" fmla="*/ 73261 h 83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</a:cxnLst>
              <a:rect l="l" t="t" r="r" b="b"/>
              <a:pathLst>
                <a:path w="189077" h="83651">
                  <a:moveTo>
                    <a:pt x="27623" y="73261"/>
                  </a:moveTo>
                  <a:lnTo>
                    <a:pt x="29082" y="82186"/>
                  </a:lnTo>
                  <a:cubicBezTo>
                    <a:pt x="26236" y="82789"/>
                    <a:pt x="23692" y="83084"/>
                    <a:pt x="21443" y="83084"/>
                  </a:cubicBezTo>
                  <a:cubicBezTo>
                    <a:pt x="17778" y="83084"/>
                    <a:pt x="14932" y="82509"/>
                    <a:pt x="12913" y="81345"/>
                  </a:cubicBezTo>
                  <a:cubicBezTo>
                    <a:pt x="10894" y="80188"/>
                    <a:pt x="9471" y="78672"/>
                    <a:pt x="8645" y="76796"/>
                  </a:cubicBezTo>
                  <a:cubicBezTo>
                    <a:pt x="7818" y="74892"/>
                    <a:pt x="7409" y="70904"/>
                    <a:pt x="7409" y="64839"/>
                  </a:cubicBezTo>
                  <a:lnTo>
                    <a:pt x="7409" y="30540"/>
                  </a:lnTo>
                  <a:lnTo>
                    <a:pt x="0" y="30540"/>
                  </a:lnTo>
                  <a:lnTo>
                    <a:pt x="0" y="22679"/>
                  </a:lnTo>
                  <a:lnTo>
                    <a:pt x="7409" y="22679"/>
                  </a:lnTo>
                  <a:lnTo>
                    <a:pt x="7409" y="7912"/>
                  </a:lnTo>
                  <a:lnTo>
                    <a:pt x="17462" y="1854"/>
                  </a:lnTo>
                  <a:lnTo>
                    <a:pt x="17462" y="22679"/>
                  </a:lnTo>
                  <a:lnTo>
                    <a:pt x="27623" y="22679"/>
                  </a:lnTo>
                  <a:lnTo>
                    <a:pt x="27623" y="30540"/>
                  </a:lnTo>
                  <a:lnTo>
                    <a:pt x="17462" y="30540"/>
                  </a:lnTo>
                  <a:lnTo>
                    <a:pt x="17462" y="65400"/>
                  </a:lnTo>
                  <a:cubicBezTo>
                    <a:pt x="17462" y="68281"/>
                    <a:pt x="17627" y="70135"/>
                    <a:pt x="17965" y="70961"/>
                  </a:cubicBezTo>
                  <a:cubicBezTo>
                    <a:pt x="18339" y="71781"/>
                    <a:pt x="18921" y="72442"/>
                    <a:pt x="19704" y="72923"/>
                  </a:cubicBezTo>
                  <a:cubicBezTo>
                    <a:pt x="20530" y="73412"/>
                    <a:pt x="21687" y="73656"/>
                    <a:pt x="23182" y="73656"/>
                  </a:cubicBezTo>
                  <a:cubicBezTo>
                    <a:pt x="24310" y="73656"/>
                    <a:pt x="25783" y="73527"/>
                    <a:pt x="27623" y="73261"/>
                  </a:cubicBezTo>
                  <a:close/>
                  <a:moveTo>
                    <a:pt x="37554" y="82301"/>
                  </a:moveTo>
                  <a:lnTo>
                    <a:pt x="37554" y="0"/>
                  </a:lnTo>
                  <a:lnTo>
                    <a:pt x="47664" y="0"/>
                  </a:lnTo>
                  <a:lnTo>
                    <a:pt x="47664" y="29527"/>
                  </a:lnTo>
                  <a:cubicBezTo>
                    <a:pt x="52378" y="24066"/>
                    <a:pt x="58328" y="21335"/>
                    <a:pt x="65514" y="21335"/>
                  </a:cubicBezTo>
                  <a:cubicBezTo>
                    <a:pt x="69934" y="21335"/>
                    <a:pt x="73771" y="22212"/>
                    <a:pt x="77026" y="23972"/>
                  </a:cubicBezTo>
                  <a:cubicBezTo>
                    <a:pt x="80282" y="25690"/>
                    <a:pt x="82603" y="28090"/>
                    <a:pt x="83982" y="31158"/>
                  </a:cubicBezTo>
                  <a:cubicBezTo>
                    <a:pt x="85405" y="34227"/>
                    <a:pt x="86117" y="38682"/>
                    <a:pt x="86117" y="44517"/>
                  </a:cubicBezTo>
                  <a:lnTo>
                    <a:pt x="86117" y="82301"/>
                  </a:lnTo>
                  <a:lnTo>
                    <a:pt x="76013" y="82301"/>
                  </a:lnTo>
                  <a:lnTo>
                    <a:pt x="76013" y="44517"/>
                  </a:lnTo>
                  <a:cubicBezTo>
                    <a:pt x="76013" y="39465"/>
                    <a:pt x="74906" y="35800"/>
                    <a:pt x="72700" y="33515"/>
                  </a:cubicBezTo>
                  <a:cubicBezTo>
                    <a:pt x="70530" y="31194"/>
                    <a:pt x="67440" y="30037"/>
                    <a:pt x="63438" y="30037"/>
                  </a:cubicBezTo>
                  <a:cubicBezTo>
                    <a:pt x="60441" y="30037"/>
                    <a:pt x="57617" y="30821"/>
                    <a:pt x="54958" y="32394"/>
                  </a:cubicBezTo>
                  <a:cubicBezTo>
                    <a:pt x="52343" y="33925"/>
                    <a:pt x="50467" y="36023"/>
                    <a:pt x="49346" y="38682"/>
                  </a:cubicBezTo>
                  <a:cubicBezTo>
                    <a:pt x="48225" y="41334"/>
                    <a:pt x="47664" y="45006"/>
                    <a:pt x="47664" y="49684"/>
                  </a:cubicBezTo>
                  <a:lnTo>
                    <a:pt x="47664" y="82301"/>
                  </a:lnTo>
                  <a:lnTo>
                    <a:pt x="37554" y="82301"/>
                  </a:lnTo>
                  <a:close/>
                  <a:moveTo>
                    <a:pt x="140464" y="74950"/>
                  </a:moveTo>
                  <a:cubicBezTo>
                    <a:pt x="136720" y="78126"/>
                    <a:pt x="133106" y="80375"/>
                    <a:pt x="129628" y="81683"/>
                  </a:cubicBezTo>
                  <a:cubicBezTo>
                    <a:pt x="126185" y="82991"/>
                    <a:pt x="122478" y="83652"/>
                    <a:pt x="118511" y="83652"/>
                  </a:cubicBezTo>
                  <a:cubicBezTo>
                    <a:pt x="111964" y="83652"/>
                    <a:pt x="106927" y="82057"/>
                    <a:pt x="103406" y="78873"/>
                  </a:cubicBezTo>
                  <a:cubicBezTo>
                    <a:pt x="99892" y="75661"/>
                    <a:pt x="98132" y="71558"/>
                    <a:pt x="98132" y="66578"/>
                  </a:cubicBezTo>
                  <a:cubicBezTo>
                    <a:pt x="98132" y="63660"/>
                    <a:pt x="98785" y="61002"/>
                    <a:pt x="100100" y="58609"/>
                  </a:cubicBezTo>
                  <a:cubicBezTo>
                    <a:pt x="101444" y="56180"/>
                    <a:pt x="103183" y="54232"/>
                    <a:pt x="105317" y="52774"/>
                  </a:cubicBezTo>
                  <a:cubicBezTo>
                    <a:pt x="107488" y="51315"/>
                    <a:pt x="109924" y="50208"/>
                    <a:pt x="112618" y="49461"/>
                  </a:cubicBezTo>
                  <a:cubicBezTo>
                    <a:pt x="114602" y="48936"/>
                    <a:pt x="117591" y="48426"/>
                    <a:pt x="121601" y="47945"/>
                  </a:cubicBezTo>
                  <a:cubicBezTo>
                    <a:pt x="129757" y="46968"/>
                    <a:pt x="135764" y="45810"/>
                    <a:pt x="139623" y="44460"/>
                  </a:cubicBezTo>
                  <a:cubicBezTo>
                    <a:pt x="139659" y="43080"/>
                    <a:pt x="139674" y="42196"/>
                    <a:pt x="139674" y="41822"/>
                  </a:cubicBezTo>
                  <a:cubicBezTo>
                    <a:pt x="139674" y="37705"/>
                    <a:pt x="138725" y="34809"/>
                    <a:pt x="136813" y="33120"/>
                  </a:cubicBezTo>
                  <a:cubicBezTo>
                    <a:pt x="134234" y="30842"/>
                    <a:pt x="130396" y="29700"/>
                    <a:pt x="125302" y="29700"/>
                  </a:cubicBezTo>
                  <a:cubicBezTo>
                    <a:pt x="120552" y="29700"/>
                    <a:pt x="117031" y="30540"/>
                    <a:pt x="114753" y="32222"/>
                  </a:cubicBezTo>
                  <a:cubicBezTo>
                    <a:pt x="112503" y="33868"/>
                    <a:pt x="110836" y="36807"/>
                    <a:pt x="109751" y="41039"/>
                  </a:cubicBezTo>
                  <a:lnTo>
                    <a:pt x="99871" y="39688"/>
                  </a:lnTo>
                  <a:cubicBezTo>
                    <a:pt x="100769" y="35463"/>
                    <a:pt x="102249" y="32057"/>
                    <a:pt x="104311" y="29470"/>
                  </a:cubicBezTo>
                  <a:cubicBezTo>
                    <a:pt x="106367" y="26854"/>
                    <a:pt x="109342" y="24849"/>
                    <a:pt x="113236" y="23462"/>
                  </a:cubicBezTo>
                  <a:cubicBezTo>
                    <a:pt x="117124" y="22046"/>
                    <a:pt x="121637" y="21335"/>
                    <a:pt x="126760" y="21335"/>
                  </a:cubicBezTo>
                  <a:cubicBezTo>
                    <a:pt x="131855" y="21335"/>
                    <a:pt x="135987" y="21932"/>
                    <a:pt x="139171" y="23132"/>
                  </a:cubicBezTo>
                  <a:cubicBezTo>
                    <a:pt x="142354" y="24325"/>
                    <a:pt x="144689" y="25841"/>
                    <a:pt x="146191" y="27673"/>
                  </a:cubicBezTo>
                  <a:cubicBezTo>
                    <a:pt x="147686" y="29470"/>
                    <a:pt x="148735" y="31755"/>
                    <a:pt x="149331" y="34528"/>
                  </a:cubicBezTo>
                  <a:cubicBezTo>
                    <a:pt x="149669" y="36246"/>
                    <a:pt x="149835" y="39350"/>
                    <a:pt x="149835" y="43842"/>
                  </a:cubicBezTo>
                  <a:lnTo>
                    <a:pt x="149835" y="57315"/>
                  </a:lnTo>
                  <a:cubicBezTo>
                    <a:pt x="149835" y="66714"/>
                    <a:pt x="150043" y="72664"/>
                    <a:pt x="150453" y="75172"/>
                  </a:cubicBezTo>
                  <a:cubicBezTo>
                    <a:pt x="150905" y="77644"/>
                    <a:pt x="151767" y="80016"/>
                    <a:pt x="153039" y="82301"/>
                  </a:cubicBezTo>
                  <a:lnTo>
                    <a:pt x="142483" y="82301"/>
                  </a:lnTo>
                  <a:cubicBezTo>
                    <a:pt x="141434" y="80203"/>
                    <a:pt x="140759" y="77752"/>
                    <a:pt x="140464" y="74950"/>
                  </a:cubicBezTo>
                  <a:close/>
                  <a:moveTo>
                    <a:pt x="139623" y="52378"/>
                  </a:moveTo>
                  <a:cubicBezTo>
                    <a:pt x="135951" y="53873"/>
                    <a:pt x="130454" y="55145"/>
                    <a:pt x="123117" y="56194"/>
                  </a:cubicBezTo>
                  <a:cubicBezTo>
                    <a:pt x="118964" y="56798"/>
                    <a:pt x="116024" y="57466"/>
                    <a:pt x="114300" y="58214"/>
                  </a:cubicBezTo>
                  <a:cubicBezTo>
                    <a:pt x="112582" y="58968"/>
                    <a:pt x="111253" y="60068"/>
                    <a:pt x="110312" y="61526"/>
                  </a:cubicBezTo>
                  <a:cubicBezTo>
                    <a:pt x="109378" y="62949"/>
                    <a:pt x="108910" y="64544"/>
                    <a:pt x="108910" y="66298"/>
                  </a:cubicBezTo>
                  <a:cubicBezTo>
                    <a:pt x="108910" y="68993"/>
                    <a:pt x="109924" y="71242"/>
                    <a:pt x="111943" y="73038"/>
                  </a:cubicBezTo>
                  <a:cubicBezTo>
                    <a:pt x="113998" y="74835"/>
                    <a:pt x="116995" y="75733"/>
                    <a:pt x="120925" y="75733"/>
                  </a:cubicBezTo>
                  <a:cubicBezTo>
                    <a:pt x="124820" y="75733"/>
                    <a:pt x="128277" y="74892"/>
                    <a:pt x="131309" y="73203"/>
                  </a:cubicBezTo>
                  <a:cubicBezTo>
                    <a:pt x="134342" y="71486"/>
                    <a:pt x="136569" y="69143"/>
                    <a:pt x="137992" y="66190"/>
                  </a:cubicBezTo>
                  <a:cubicBezTo>
                    <a:pt x="139077" y="63905"/>
                    <a:pt x="139623" y="60535"/>
                    <a:pt x="139623" y="56086"/>
                  </a:cubicBezTo>
                  <a:lnTo>
                    <a:pt x="139623" y="52378"/>
                  </a:lnTo>
                  <a:close/>
                  <a:moveTo>
                    <a:pt x="187618" y="73261"/>
                  </a:moveTo>
                  <a:lnTo>
                    <a:pt x="189077" y="82186"/>
                  </a:lnTo>
                  <a:cubicBezTo>
                    <a:pt x="186238" y="82789"/>
                    <a:pt x="183688" y="83084"/>
                    <a:pt x="181445" y="83084"/>
                  </a:cubicBezTo>
                  <a:cubicBezTo>
                    <a:pt x="177774" y="83084"/>
                    <a:pt x="174935" y="82509"/>
                    <a:pt x="172909" y="81345"/>
                  </a:cubicBezTo>
                  <a:cubicBezTo>
                    <a:pt x="170889" y="80188"/>
                    <a:pt x="169467" y="78672"/>
                    <a:pt x="168647" y="76796"/>
                  </a:cubicBezTo>
                  <a:cubicBezTo>
                    <a:pt x="167821" y="74892"/>
                    <a:pt x="167411" y="70904"/>
                    <a:pt x="167411" y="64839"/>
                  </a:cubicBezTo>
                  <a:lnTo>
                    <a:pt x="167411" y="30540"/>
                  </a:lnTo>
                  <a:lnTo>
                    <a:pt x="160003" y="30540"/>
                  </a:lnTo>
                  <a:lnTo>
                    <a:pt x="160003" y="22679"/>
                  </a:lnTo>
                  <a:lnTo>
                    <a:pt x="167411" y="22679"/>
                  </a:lnTo>
                  <a:lnTo>
                    <a:pt x="167411" y="7912"/>
                  </a:lnTo>
                  <a:lnTo>
                    <a:pt x="177457" y="1854"/>
                  </a:lnTo>
                  <a:lnTo>
                    <a:pt x="177457" y="22679"/>
                  </a:lnTo>
                  <a:lnTo>
                    <a:pt x="187618" y="22679"/>
                  </a:lnTo>
                  <a:lnTo>
                    <a:pt x="187618" y="30540"/>
                  </a:lnTo>
                  <a:lnTo>
                    <a:pt x="177457" y="30540"/>
                  </a:lnTo>
                  <a:lnTo>
                    <a:pt x="177457" y="65400"/>
                  </a:lnTo>
                  <a:cubicBezTo>
                    <a:pt x="177457" y="68281"/>
                    <a:pt x="177630" y="70135"/>
                    <a:pt x="177967" y="70961"/>
                  </a:cubicBezTo>
                  <a:cubicBezTo>
                    <a:pt x="178341" y="71781"/>
                    <a:pt x="178916" y="72442"/>
                    <a:pt x="179706" y="72923"/>
                  </a:cubicBezTo>
                  <a:cubicBezTo>
                    <a:pt x="180526" y="73412"/>
                    <a:pt x="181690" y="73656"/>
                    <a:pt x="183185" y="73656"/>
                  </a:cubicBezTo>
                  <a:cubicBezTo>
                    <a:pt x="184306" y="73656"/>
                    <a:pt x="185786" y="73527"/>
                    <a:pt x="187618" y="73261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943AEC4-C095-9B78-FDF5-8FD944447FE1}"/>
                </a:ext>
              </a:extLst>
            </p:cNvPr>
            <p:cNvSpPr/>
            <p:nvPr/>
          </p:nvSpPr>
          <p:spPr>
            <a:xfrm>
              <a:off x="3189876" y="5032493"/>
              <a:ext cx="503483" cy="453135"/>
            </a:xfrm>
            <a:custGeom>
              <a:avLst/>
              <a:gdLst>
                <a:gd name="csX0" fmla="*/ 330554 w 359297"/>
                <a:gd name="csY0" fmla="*/ 0 h 323368"/>
                <a:gd name="csX1" fmla="*/ 28744 w 359297"/>
                <a:gd name="csY1" fmla="*/ 0 h 323368"/>
                <a:gd name="csX2" fmla="*/ 0 w 359297"/>
                <a:gd name="csY2" fmla="*/ 28744 h 323368"/>
                <a:gd name="csX3" fmla="*/ 0 w 359297"/>
                <a:gd name="csY3" fmla="*/ 294624 h 323368"/>
                <a:gd name="csX4" fmla="*/ 28744 w 359297"/>
                <a:gd name="csY4" fmla="*/ 323368 h 323368"/>
                <a:gd name="csX5" fmla="*/ 330554 w 359297"/>
                <a:gd name="csY5" fmla="*/ 323368 h 323368"/>
                <a:gd name="csX6" fmla="*/ 359298 w 359297"/>
                <a:gd name="csY6" fmla="*/ 294624 h 323368"/>
                <a:gd name="csX7" fmla="*/ 359298 w 359297"/>
                <a:gd name="csY7" fmla="*/ 28744 h 323368"/>
                <a:gd name="csX8" fmla="*/ 330554 w 359297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97" h="323368">
                  <a:moveTo>
                    <a:pt x="33055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330554" y="323368"/>
                  </a:lnTo>
                  <a:cubicBezTo>
                    <a:pt x="346428" y="323368"/>
                    <a:pt x="359298" y="310498"/>
                    <a:pt x="359298" y="294624"/>
                  </a:cubicBezTo>
                  <a:lnTo>
                    <a:pt x="359298" y="28744"/>
                  </a:lnTo>
                  <a:cubicBezTo>
                    <a:pt x="359298" y="12870"/>
                    <a:pt x="346428" y="0"/>
                    <a:pt x="33055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B36C031-4C85-E346-E0DC-9EF5B3C3477D}"/>
                </a:ext>
              </a:extLst>
            </p:cNvPr>
            <p:cNvSpPr/>
            <p:nvPr/>
          </p:nvSpPr>
          <p:spPr>
            <a:xfrm>
              <a:off x="3394100" y="5178976"/>
              <a:ext cx="99517" cy="117220"/>
            </a:xfrm>
            <a:custGeom>
              <a:avLst/>
              <a:gdLst>
                <a:gd name="csX0" fmla="*/ 0 w 71018"/>
                <a:gd name="csY0" fmla="*/ 11620 h 83651"/>
                <a:gd name="csX1" fmla="*/ 0 w 71018"/>
                <a:gd name="csY1" fmla="*/ 0 h 83651"/>
                <a:gd name="csX2" fmla="*/ 10111 w 71018"/>
                <a:gd name="csY2" fmla="*/ 0 h 83651"/>
                <a:gd name="csX3" fmla="*/ 10111 w 71018"/>
                <a:gd name="csY3" fmla="*/ 11620 h 83651"/>
                <a:gd name="csX4" fmla="*/ 0 w 71018"/>
                <a:gd name="csY4" fmla="*/ 11620 h 83651"/>
                <a:gd name="csX5" fmla="*/ 0 w 71018"/>
                <a:gd name="csY5" fmla="*/ 82301 h 83651"/>
                <a:gd name="csX6" fmla="*/ 0 w 71018"/>
                <a:gd name="csY6" fmla="*/ 22679 h 83651"/>
                <a:gd name="csX7" fmla="*/ 10111 w 71018"/>
                <a:gd name="csY7" fmla="*/ 22679 h 83651"/>
                <a:gd name="csX8" fmla="*/ 10111 w 71018"/>
                <a:gd name="csY8" fmla="*/ 82301 h 83651"/>
                <a:gd name="csX9" fmla="*/ 0 w 71018"/>
                <a:gd name="csY9" fmla="*/ 82301 h 83651"/>
                <a:gd name="csX10" fmla="*/ 21500 w 71018"/>
                <a:gd name="csY10" fmla="*/ 64501 h 83651"/>
                <a:gd name="csX11" fmla="*/ 31496 w 71018"/>
                <a:gd name="csY11" fmla="*/ 62935 h 83651"/>
                <a:gd name="csX12" fmla="*/ 36153 w 71018"/>
                <a:gd name="csY12" fmla="*/ 72140 h 83651"/>
                <a:gd name="csX13" fmla="*/ 46932 w 71018"/>
                <a:gd name="csY13" fmla="*/ 75338 h 83651"/>
                <a:gd name="csX14" fmla="*/ 57265 w 71018"/>
                <a:gd name="csY14" fmla="*/ 72535 h 83651"/>
                <a:gd name="csX15" fmla="*/ 60635 w 71018"/>
                <a:gd name="csY15" fmla="*/ 65852 h 83651"/>
                <a:gd name="csX16" fmla="*/ 57660 w 71018"/>
                <a:gd name="csY16" fmla="*/ 60463 h 83651"/>
                <a:gd name="csX17" fmla="*/ 47327 w 71018"/>
                <a:gd name="csY17" fmla="*/ 57035 h 83651"/>
                <a:gd name="csX18" fmla="*/ 31891 w 71018"/>
                <a:gd name="csY18" fmla="*/ 52206 h 83651"/>
                <a:gd name="csX19" fmla="*/ 25374 w 71018"/>
                <a:gd name="csY19" fmla="*/ 46536 h 83651"/>
                <a:gd name="csX20" fmla="*/ 23189 w 71018"/>
                <a:gd name="csY20" fmla="*/ 38510 h 83651"/>
                <a:gd name="csX21" fmla="*/ 24986 w 71018"/>
                <a:gd name="csY21" fmla="*/ 31158 h 83651"/>
                <a:gd name="csX22" fmla="*/ 29980 w 71018"/>
                <a:gd name="csY22" fmla="*/ 25489 h 83651"/>
                <a:gd name="csX23" fmla="*/ 36382 w 71018"/>
                <a:gd name="csY23" fmla="*/ 22571 h 83651"/>
                <a:gd name="csX24" fmla="*/ 45135 w 71018"/>
                <a:gd name="csY24" fmla="*/ 21335 h 83651"/>
                <a:gd name="csX25" fmla="*/ 57430 w 71018"/>
                <a:gd name="csY25" fmla="*/ 23354 h 83651"/>
                <a:gd name="csX26" fmla="*/ 65292 w 71018"/>
                <a:gd name="csY26" fmla="*/ 28852 h 83651"/>
                <a:gd name="csX27" fmla="*/ 68777 w 71018"/>
                <a:gd name="csY27" fmla="*/ 38064 h 83651"/>
                <a:gd name="csX28" fmla="*/ 58896 w 71018"/>
                <a:gd name="csY28" fmla="*/ 39408 h 83651"/>
                <a:gd name="csX29" fmla="*/ 54965 w 71018"/>
                <a:gd name="csY29" fmla="*/ 32222 h 83651"/>
                <a:gd name="csX30" fmla="*/ 45868 w 71018"/>
                <a:gd name="csY30" fmla="*/ 29642 h 83651"/>
                <a:gd name="csX31" fmla="*/ 35930 w 71018"/>
                <a:gd name="csY31" fmla="*/ 31942 h 83651"/>
                <a:gd name="csX32" fmla="*/ 32955 w 71018"/>
                <a:gd name="csY32" fmla="*/ 37331 h 83651"/>
                <a:gd name="csX33" fmla="*/ 34191 w 71018"/>
                <a:gd name="csY33" fmla="*/ 40867 h 83651"/>
                <a:gd name="csX34" fmla="*/ 38064 w 71018"/>
                <a:gd name="csY34" fmla="*/ 43561 h 83651"/>
                <a:gd name="csX35" fmla="*/ 46989 w 71018"/>
                <a:gd name="csY35" fmla="*/ 46148 h 83651"/>
                <a:gd name="csX36" fmla="*/ 61921 w 71018"/>
                <a:gd name="csY36" fmla="*/ 50862 h 83651"/>
                <a:gd name="csX37" fmla="*/ 68604 w 71018"/>
                <a:gd name="csY37" fmla="*/ 56137 h 83651"/>
                <a:gd name="csX38" fmla="*/ 71019 w 71018"/>
                <a:gd name="csY38" fmla="*/ 64782 h 83651"/>
                <a:gd name="csX39" fmla="*/ 68044 w 71018"/>
                <a:gd name="csY39" fmla="*/ 74332 h 83651"/>
                <a:gd name="csX40" fmla="*/ 59564 w 71018"/>
                <a:gd name="csY40" fmla="*/ 81237 h 83651"/>
                <a:gd name="csX41" fmla="*/ 46989 w 71018"/>
                <a:gd name="csY41" fmla="*/ 83652 h 83651"/>
                <a:gd name="csX42" fmla="*/ 29254 w 71018"/>
                <a:gd name="csY42" fmla="*/ 78823 h 83651"/>
                <a:gd name="csX43" fmla="*/ 21500 w 71018"/>
                <a:gd name="csY43" fmla="*/ 64501 h 83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71018" h="83651">
                  <a:moveTo>
                    <a:pt x="0" y="11620"/>
                  </a:moveTo>
                  <a:lnTo>
                    <a:pt x="0" y="0"/>
                  </a:lnTo>
                  <a:lnTo>
                    <a:pt x="10111" y="0"/>
                  </a:lnTo>
                  <a:lnTo>
                    <a:pt x="10111" y="11620"/>
                  </a:lnTo>
                  <a:lnTo>
                    <a:pt x="0" y="11620"/>
                  </a:lnTo>
                  <a:close/>
                  <a:moveTo>
                    <a:pt x="0" y="82301"/>
                  </a:moveTo>
                  <a:lnTo>
                    <a:pt x="0" y="22679"/>
                  </a:lnTo>
                  <a:lnTo>
                    <a:pt x="10111" y="22679"/>
                  </a:lnTo>
                  <a:lnTo>
                    <a:pt x="10111" y="82301"/>
                  </a:lnTo>
                  <a:lnTo>
                    <a:pt x="0" y="82301"/>
                  </a:lnTo>
                  <a:close/>
                  <a:moveTo>
                    <a:pt x="21500" y="64501"/>
                  </a:moveTo>
                  <a:lnTo>
                    <a:pt x="31496" y="62935"/>
                  </a:lnTo>
                  <a:cubicBezTo>
                    <a:pt x="32057" y="66937"/>
                    <a:pt x="33609" y="70006"/>
                    <a:pt x="36153" y="72140"/>
                  </a:cubicBezTo>
                  <a:cubicBezTo>
                    <a:pt x="38739" y="74274"/>
                    <a:pt x="42332" y="75338"/>
                    <a:pt x="46932" y="75338"/>
                  </a:cubicBezTo>
                  <a:cubicBezTo>
                    <a:pt x="51574" y="75338"/>
                    <a:pt x="55023" y="74403"/>
                    <a:pt x="57265" y="72535"/>
                  </a:cubicBezTo>
                  <a:cubicBezTo>
                    <a:pt x="59507" y="70624"/>
                    <a:pt x="60635" y="68396"/>
                    <a:pt x="60635" y="65852"/>
                  </a:cubicBezTo>
                  <a:cubicBezTo>
                    <a:pt x="60635" y="63567"/>
                    <a:pt x="59643" y="61771"/>
                    <a:pt x="57660" y="60463"/>
                  </a:cubicBezTo>
                  <a:cubicBezTo>
                    <a:pt x="56273" y="59564"/>
                    <a:pt x="52831" y="58422"/>
                    <a:pt x="47327" y="57035"/>
                  </a:cubicBezTo>
                  <a:cubicBezTo>
                    <a:pt x="39918" y="55167"/>
                    <a:pt x="34773" y="53557"/>
                    <a:pt x="31891" y="52206"/>
                  </a:cubicBezTo>
                  <a:cubicBezTo>
                    <a:pt x="29046" y="50826"/>
                    <a:pt x="26875" y="48936"/>
                    <a:pt x="25374" y="46536"/>
                  </a:cubicBezTo>
                  <a:cubicBezTo>
                    <a:pt x="23915" y="44107"/>
                    <a:pt x="23189" y="41427"/>
                    <a:pt x="23189" y="38510"/>
                  </a:cubicBezTo>
                  <a:cubicBezTo>
                    <a:pt x="23189" y="35851"/>
                    <a:pt x="23786" y="33400"/>
                    <a:pt x="24986" y="31158"/>
                  </a:cubicBezTo>
                  <a:cubicBezTo>
                    <a:pt x="26221" y="28873"/>
                    <a:pt x="27882" y="26983"/>
                    <a:pt x="29980" y="25489"/>
                  </a:cubicBezTo>
                  <a:cubicBezTo>
                    <a:pt x="31553" y="24325"/>
                    <a:pt x="33688" y="23354"/>
                    <a:pt x="36382" y="22571"/>
                  </a:cubicBezTo>
                  <a:cubicBezTo>
                    <a:pt x="39113" y="21745"/>
                    <a:pt x="42031" y="21335"/>
                    <a:pt x="45135" y="21335"/>
                  </a:cubicBezTo>
                  <a:cubicBezTo>
                    <a:pt x="49820" y="21335"/>
                    <a:pt x="53916" y="22003"/>
                    <a:pt x="57430" y="23354"/>
                  </a:cubicBezTo>
                  <a:cubicBezTo>
                    <a:pt x="60987" y="24698"/>
                    <a:pt x="63610" y="26538"/>
                    <a:pt x="65292" y="28852"/>
                  </a:cubicBezTo>
                  <a:cubicBezTo>
                    <a:pt x="66980" y="31137"/>
                    <a:pt x="68137" y="34205"/>
                    <a:pt x="68777" y="38064"/>
                  </a:cubicBezTo>
                  <a:lnTo>
                    <a:pt x="58896" y="39408"/>
                  </a:lnTo>
                  <a:cubicBezTo>
                    <a:pt x="58443" y="36339"/>
                    <a:pt x="57135" y="33946"/>
                    <a:pt x="54965" y="32222"/>
                  </a:cubicBezTo>
                  <a:cubicBezTo>
                    <a:pt x="52831" y="30504"/>
                    <a:pt x="49799" y="29642"/>
                    <a:pt x="45868" y="29642"/>
                  </a:cubicBezTo>
                  <a:cubicBezTo>
                    <a:pt x="41226" y="29642"/>
                    <a:pt x="37913" y="30411"/>
                    <a:pt x="35930" y="31942"/>
                  </a:cubicBezTo>
                  <a:cubicBezTo>
                    <a:pt x="33946" y="33479"/>
                    <a:pt x="32955" y="35276"/>
                    <a:pt x="32955" y="37331"/>
                  </a:cubicBezTo>
                  <a:cubicBezTo>
                    <a:pt x="32955" y="38639"/>
                    <a:pt x="33364" y="39825"/>
                    <a:pt x="34191" y="40867"/>
                  </a:cubicBezTo>
                  <a:cubicBezTo>
                    <a:pt x="35017" y="41952"/>
                    <a:pt x="36303" y="42850"/>
                    <a:pt x="38064" y="43561"/>
                  </a:cubicBezTo>
                  <a:cubicBezTo>
                    <a:pt x="39077" y="43935"/>
                    <a:pt x="42052" y="44797"/>
                    <a:pt x="46989" y="46148"/>
                  </a:cubicBezTo>
                  <a:cubicBezTo>
                    <a:pt x="54139" y="48053"/>
                    <a:pt x="59119" y="49626"/>
                    <a:pt x="61921" y="50862"/>
                  </a:cubicBezTo>
                  <a:cubicBezTo>
                    <a:pt x="64767" y="52062"/>
                    <a:pt x="66995" y="53816"/>
                    <a:pt x="68604" y="56137"/>
                  </a:cubicBezTo>
                  <a:cubicBezTo>
                    <a:pt x="70214" y="58458"/>
                    <a:pt x="71019" y="61339"/>
                    <a:pt x="71019" y="64782"/>
                  </a:cubicBezTo>
                  <a:cubicBezTo>
                    <a:pt x="71019" y="68152"/>
                    <a:pt x="70027" y="71335"/>
                    <a:pt x="68044" y="74332"/>
                  </a:cubicBezTo>
                  <a:cubicBezTo>
                    <a:pt x="66096" y="77285"/>
                    <a:pt x="63272" y="79585"/>
                    <a:pt x="59564" y="81237"/>
                  </a:cubicBezTo>
                  <a:cubicBezTo>
                    <a:pt x="55864" y="82847"/>
                    <a:pt x="51667" y="83652"/>
                    <a:pt x="46989" y="83652"/>
                  </a:cubicBezTo>
                  <a:cubicBezTo>
                    <a:pt x="39243" y="83652"/>
                    <a:pt x="33328" y="82042"/>
                    <a:pt x="29254" y="78823"/>
                  </a:cubicBezTo>
                  <a:cubicBezTo>
                    <a:pt x="25208" y="75603"/>
                    <a:pt x="22628" y="70832"/>
                    <a:pt x="21500" y="64501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F01C7C7-6555-D5E7-E2A6-AAB62FA417BE}"/>
                </a:ext>
              </a:extLst>
            </p:cNvPr>
            <p:cNvSpPr/>
            <p:nvPr/>
          </p:nvSpPr>
          <p:spPr>
            <a:xfrm>
              <a:off x="3794058" y="5032493"/>
              <a:ext cx="453135" cy="453135"/>
            </a:xfrm>
            <a:custGeom>
              <a:avLst/>
              <a:gdLst>
                <a:gd name="csX0" fmla="*/ 294624 w 323368"/>
                <a:gd name="csY0" fmla="*/ 0 h 323368"/>
                <a:gd name="csX1" fmla="*/ 28744 w 323368"/>
                <a:gd name="csY1" fmla="*/ 0 h 323368"/>
                <a:gd name="csX2" fmla="*/ 0 w 323368"/>
                <a:gd name="csY2" fmla="*/ 28744 h 323368"/>
                <a:gd name="csX3" fmla="*/ 0 w 323368"/>
                <a:gd name="csY3" fmla="*/ 294624 h 323368"/>
                <a:gd name="csX4" fmla="*/ 28744 w 323368"/>
                <a:gd name="csY4" fmla="*/ 323368 h 323368"/>
                <a:gd name="csX5" fmla="*/ 294624 w 323368"/>
                <a:gd name="csY5" fmla="*/ 323368 h 323368"/>
                <a:gd name="csX6" fmla="*/ 323368 w 323368"/>
                <a:gd name="csY6" fmla="*/ 294624 h 323368"/>
                <a:gd name="csX7" fmla="*/ 323368 w 323368"/>
                <a:gd name="csY7" fmla="*/ 28744 h 323368"/>
                <a:gd name="csX8" fmla="*/ 294624 w 323368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3368" h="323368">
                  <a:moveTo>
                    <a:pt x="29462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294624" y="323368"/>
                  </a:lnTo>
                  <a:cubicBezTo>
                    <a:pt x="310498" y="323368"/>
                    <a:pt x="323368" y="310498"/>
                    <a:pt x="323368" y="294624"/>
                  </a:cubicBezTo>
                  <a:lnTo>
                    <a:pt x="323368" y="28744"/>
                  </a:lnTo>
                  <a:cubicBezTo>
                    <a:pt x="323368" y="12870"/>
                    <a:pt x="310498" y="0"/>
                    <a:pt x="29462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35DE04A-9950-95E9-2C85-CB1C2C2FFCAB}"/>
                </a:ext>
              </a:extLst>
            </p:cNvPr>
            <p:cNvSpPr/>
            <p:nvPr/>
          </p:nvSpPr>
          <p:spPr>
            <a:xfrm>
              <a:off x="3976571" y="5208873"/>
              <a:ext cx="76941" cy="87323"/>
            </a:xfrm>
            <a:custGeom>
              <a:avLst/>
              <a:gdLst>
                <a:gd name="csX0" fmla="*/ 42332 w 54907"/>
                <a:gd name="csY0" fmla="*/ 53614 h 62316"/>
                <a:gd name="csX1" fmla="*/ 31496 w 54907"/>
                <a:gd name="csY1" fmla="*/ 60348 h 62316"/>
                <a:gd name="csX2" fmla="*/ 20379 w 54907"/>
                <a:gd name="csY2" fmla="*/ 62317 h 62316"/>
                <a:gd name="csX3" fmla="*/ 5275 w 54907"/>
                <a:gd name="csY3" fmla="*/ 57538 h 62316"/>
                <a:gd name="csX4" fmla="*/ 0 w 54907"/>
                <a:gd name="csY4" fmla="*/ 45243 h 62316"/>
                <a:gd name="csX5" fmla="*/ 1962 w 54907"/>
                <a:gd name="csY5" fmla="*/ 37274 h 62316"/>
                <a:gd name="csX6" fmla="*/ 7186 w 54907"/>
                <a:gd name="csY6" fmla="*/ 31439 h 62316"/>
                <a:gd name="csX7" fmla="*/ 14487 w 54907"/>
                <a:gd name="csY7" fmla="*/ 28126 h 62316"/>
                <a:gd name="csX8" fmla="*/ 23469 w 54907"/>
                <a:gd name="csY8" fmla="*/ 26610 h 62316"/>
                <a:gd name="csX9" fmla="*/ 41485 w 54907"/>
                <a:gd name="csY9" fmla="*/ 23125 h 62316"/>
                <a:gd name="csX10" fmla="*/ 41542 w 54907"/>
                <a:gd name="csY10" fmla="*/ 20487 h 62316"/>
                <a:gd name="csX11" fmla="*/ 38682 w 54907"/>
                <a:gd name="csY11" fmla="*/ 11785 h 62316"/>
                <a:gd name="csX12" fmla="*/ 27170 w 54907"/>
                <a:gd name="csY12" fmla="*/ 8364 h 62316"/>
                <a:gd name="csX13" fmla="*/ 16621 w 54907"/>
                <a:gd name="csY13" fmla="*/ 10887 h 62316"/>
                <a:gd name="csX14" fmla="*/ 11620 w 54907"/>
                <a:gd name="csY14" fmla="*/ 19704 h 62316"/>
                <a:gd name="csX15" fmla="*/ 1739 w 54907"/>
                <a:gd name="csY15" fmla="*/ 18353 h 62316"/>
                <a:gd name="csX16" fmla="*/ 6173 w 54907"/>
                <a:gd name="csY16" fmla="*/ 8135 h 62316"/>
                <a:gd name="csX17" fmla="*/ 15105 w 54907"/>
                <a:gd name="csY17" fmla="*/ 2127 h 62316"/>
                <a:gd name="csX18" fmla="*/ 28629 w 54907"/>
                <a:gd name="csY18" fmla="*/ 0 h 62316"/>
                <a:gd name="csX19" fmla="*/ 41039 w 54907"/>
                <a:gd name="csY19" fmla="*/ 1796 h 62316"/>
                <a:gd name="csX20" fmla="*/ 48053 w 54907"/>
                <a:gd name="csY20" fmla="*/ 6338 h 62316"/>
                <a:gd name="csX21" fmla="*/ 51200 w 54907"/>
                <a:gd name="csY21" fmla="*/ 13193 h 62316"/>
                <a:gd name="csX22" fmla="*/ 51703 w 54907"/>
                <a:gd name="csY22" fmla="*/ 22507 h 62316"/>
                <a:gd name="csX23" fmla="*/ 51703 w 54907"/>
                <a:gd name="csY23" fmla="*/ 35980 h 62316"/>
                <a:gd name="csX24" fmla="*/ 52321 w 54907"/>
                <a:gd name="csY24" fmla="*/ 53837 h 62316"/>
                <a:gd name="csX25" fmla="*/ 54908 w 54907"/>
                <a:gd name="csY25" fmla="*/ 60966 h 62316"/>
                <a:gd name="csX26" fmla="*/ 44352 w 54907"/>
                <a:gd name="csY26" fmla="*/ 60966 h 62316"/>
                <a:gd name="csX27" fmla="*/ 42332 w 54907"/>
                <a:gd name="csY27" fmla="*/ 53614 h 62316"/>
                <a:gd name="csX28" fmla="*/ 41485 w 54907"/>
                <a:gd name="csY28" fmla="*/ 31043 h 62316"/>
                <a:gd name="csX29" fmla="*/ 24986 w 54907"/>
                <a:gd name="csY29" fmla="*/ 34859 h 62316"/>
                <a:gd name="csX30" fmla="*/ 16168 w 54907"/>
                <a:gd name="csY30" fmla="*/ 36878 h 62316"/>
                <a:gd name="csX31" fmla="*/ 12180 w 54907"/>
                <a:gd name="csY31" fmla="*/ 40191 h 62316"/>
                <a:gd name="csX32" fmla="*/ 10779 w 54907"/>
                <a:gd name="csY32" fmla="*/ 44963 h 62316"/>
                <a:gd name="csX33" fmla="*/ 13811 w 54907"/>
                <a:gd name="csY33" fmla="*/ 51703 h 62316"/>
                <a:gd name="csX34" fmla="*/ 22794 w 54907"/>
                <a:gd name="csY34" fmla="*/ 54398 h 62316"/>
                <a:gd name="csX35" fmla="*/ 33178 w 54907"/>
                <a:gd name="csY35" fmla="*/ 51868 h 62316"/>
                <a:gd name="csX36" fmla="*/ 39860 w 54907"/>
                <a:gd name="csY36" fmla="*/ 44855 h 62316"/>
                <a:gd name="csX37" fmla="*/ 41485 w 54907"/>
                <a:gd name="csY37" fmla="*/ 34751 h 62316"/>
                <a:gd name="csX38" fmla="*/ 41485 w 54907"/>
                <a:gd name="csY38" fmla="*/ 31043 h 62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54907" h="62316">
                  <a:moveTo>
                    <a:pt x="42332" y="53614"/>
                  </a:moveTo>
                  <a:cubicBezTo>
                    <a:pt x="38589" y="56791"/>
                    <a:pt x="34974" y="59040"/>
                    <a:pt x="31496" y="60348"/>
                  </a:cubicBezTo>
                  <a:cubicBezTo>
                    <a:pt x="28054" y="61656"/>
                    <a:pt x="24346" y="62317"/>
                    <a:pt x="20379" y="62317"/>
                  </a:cubicBezTo>
                  <a:cubicBezTo>
                    <a:pt x="13826" y="62317"/>
                    <a:pt x="8796" y="60721"/>
                    <a:pt x="5275" y="57538"/>
                  </a:cubicBezTo>
                  <a:cubicBezTo>
                    <a:pt x="1761" y="54326"/>
                    <a:pt x="0" y="50223"/>
                    <a:pt x="0" y="45243"/>
                  </a:cubicBezTo>
                  <a:cubicBezTo>
                    <a:pt x="0" y="42325"/>
                    <a:pt x="654" y="39667"/>
                    <a:pt x="1962" y="37274"/>
                  </a:cubicBezTo>
                  <a:cubicBezTo>
                    <a:pt x="3313" y="34845"/>
                    <a:pt x="5052" y="32897"/>
                    <a:pt x="7186" y="31439"/>
                  </a:cubicBezTo>
                  <a:cubicBezTo>
                    <a:pt x="9356" y="29980"/>
                    <a:pt x="11792" y="28873"/>
                    <a:pt x="14487" y="28126"/>
                  </a:cubicBezTo>
                  <a:cubicBezTo>
                    <a:pt x="16470" y="27601"/>
                    <a:pt x="19460" y="27091"/>
                    <a:pt x="23469" y="26610"/>
                  </a:cubicBezTo>
                  <a:cubicBezTo>
                    <a:pt x="31625" y="25632"/>
                    <a:pt x="37633" y="24475"/>
                    <a:pt x="41485" y="23125"/>
                  </a:cubicBezTo>
                  <a:cubicBezTo>
                    <a:pt x="41528" y="21745"/>
                    <a:pt x="41542" y="20861"/>
                    <a:pt x="41542" y="20487"/>
                  </a:cubicBezTo>
                  <a:cubicBezTo>
                    <a:pt x="41542" y="16370"/>
                    <a:pt x="40586" y="13474"/>
                    <a:pt x="38682" y="11785"/>
                  </a:cubicBezTo>
                  <a:cubicBezTo>
                    <a:pt x="36095" y="9507"/>
                    <a:pt x="32265" y="8364"/>
                    <a:pt x="27170" y="8364"/>
                  </a:cubicBezTo>
                  <a:cubicBezTo>
                    <a:pt x="22420" y="8364"/>
                    <a:pt x="18899" y="9205"/>
                    <a:pt x="16621" y="10887"/>
                  </a:cubicBezTo>
                  <a:cubicBezTo>
                    <a:pt x="14372" y="12532"/>
                    <a:pt x="12705" y="15471"/>
                    <a:pt x="11620" y="19704"/>
                  </a:cubicBezTo>
                  <a:lnTo>
                    <a:pt x="1739" y="18353"/>
                  </a:lnTo>
                  <a:cubicBezTo>
                    <a:pt x="2637" y="14128"/>
                    <a:pt x="4118" y="10721"/>
                    <a:pt x="6173" y="8135"/>
                  </a:cubicBezTo>
                  <a:cubicBezTo>
                    <a:pt x="8235" y="5519"/>
                    <a:pt x="11210" y="3514"/>
                    <a:pt x="15105" y="2127"/>
                  </a:cubicBezTo>
                  <a:cubicBezTo>
                    <a:pt x="18993" y="711"/>
                    <a:pt x="23505" y="0"/>
                    <a:pt x="28629" y="0"/>
                  </a:cubicBezTo>
                  <a:cubicBezTo>
                    <a:pt x="33724" y="0"/>
                    <a:pt x="37856" y="596"/>
                    <a:pt x="41039" y="1796"/>
                  </a:cubicBezTo>
                  <a:cubicBezTo>
                    <a:pt x="44222" y="2989"/>
                    <a:pt x="46558" y="4506"/>
                    <a:pt x="48053" y="6338"/>
                  </a:cubicBezTo>
                  <a:cubicBezTo>
                    <a:pt x="49554" y="8135"/>
                    <a:pt x="50603" y="10420"/>
                    <a:pt x="51200" y="13193"/>
                  </a:cubicBezTo>
                  <a:cubicBezTo>
                    <a:pt x="51538" y="14911"/>
                    <a:pt x="51703" y="18015"/>
                    <a:pt x="51703" y="22507"/>
                  </a:cubicBezTo>
                  <a:lnTo>
                    <a:pt x="51703" y="35980"/>
                  </a:lnTo>
                  <a:cubicBezTo>
                    <a:pt x="51703" y="45379"/>
                    <a:pt x="51911" y="51329"/>
                    <a:pt x="52321" y="53837"/>
                  </a:cubicBezTo>
                  <a:cubicBezTo>
                    <a:pt x="52774" y="56309"/>
                    <a:pt x="53636" y="58681"/>
                    <a:pt x="54908" y="60966"/>
                  </a:cubicBezTo>
                  <a:lnTo>
                    <a:pt x="44352" y="60966"/>
                  </a:lnTo>
                  <a:cubicBezTo>
                    <a:pt x="43303" y="58868"/>
                    <a:pt x="42627" y="56417"/>
                    <a:pt x="42332" y="53614"/>
                  </a:cubicBezTo>
                  <a:close/>
                  <a:moveTo>
                    <a:pt x="41485" y="31043"/>
                  </a:moveTo>
                  <a:cubicBezTo>
                    <a:pt x="37820" y="32538"/>
                    <a:pt x="32315" y="33810"/>
                    <a:pt x="24986" y="34859"/>
                  </a:cubicBezTo>
                  <a:cubicBezTo>
                    <a:pt x="20825" y="35463"/>
                    <a:pt x="17893" y="36131"/>
                    <a:pt x="16168" y="36878"/>
                  </a:cubicBezTo>
                  <a:cubicBezTo>
                    <a:pt x="14444" y="37633"/>
                    <a:pt x="13121" y="38732"/>
                    <a:pt x="12180" y="40191"/>
                  </a:cubicBezTo>
                  <a:cubicBezTo>
                    <a:pt x="11246" y="41614"/>
                    <a:pt x="10779" y="43209"/>
                    <a:pt x="10779" y="44963"/>
                  </a:cubicBezTo>
                  <a:cubicBezTo>
                    <a:pt x="10779" y="47657"/>
                    <a:pt x="11792" y="49907"/>
                    <a:pt x="13811" y="51703"/>
                  </a:cubicBezTo>
                  <a:cubicBezTo>
                    <a:pt x="15867" y="53500"/>
                    <a:pt x="18863" y="54398"/>
                    <a:pt x="22794" y="54398"/>
                  </a:cubicBezTo>
                  <a:cubicBezTo>
                    <a:pt x="26689" y="54398"/>
                    <a:pt x="30145" y="53557"/>
                    <a:pt x="33178" y="51868"/>
                  </a:cubicBezTo>
                  <a:cubicBezTo>
                    <a:pt x="36210" y="50151"/>
                    <a:pt x="38438" y="47808"/>
                    <a:pt x="39860" y="44855"/>
                  </a:cubicBezTo>
                  <a:cubicBezTo>
                    <a:pt x="40946" y="42570"/>
                    <a:pt x="41485" y="39200"/>
                    <a:pt x="41485" y="34751"/>
                  </a:cubicBezTo>
                  <a:lnTo>
                    <a:pt x="41485" y="31043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1A2A9A7-E909-63BA-2D46-CDA9C8F5F98C}"/>
                </a:ext>
              </a:extLst>
            </p:cNvPr>
            <p:cNvSpPr/>
            <p:nvPr/>
          </p:nvSpPr>
          <p:spPr>
            <a:xfrm>
              <a:off x="4347891" y="5032493"/>
              <a:ext cx="604180" cy="453135"/>
            </a:xfrm>
            <a:custGeom>
              <a:avLst/>
              <a:gdLst>
                <a:gd name="csX0" fmla="*/ 402414 w 431157"/>
                <a:gd name="csY0" fmla="*/ 0 h 323368"/>
                <a:gd name="csX1" fmla="*/ 28744 w 431157"/>
                <a:gd name="csY1" fmla="*/ 0 h 323368"/>
                <a:gd name="csX2" fmla="*/ 0 w 431157"/>
                <a:gd name="csY2" fmla="*/ 28744 h 323368"/>
                <a:gd name="csX3" fmla="*/ 0 w 431157"/>
                <a:gd name="csY3" fmla="*/ 294624 h 323368"/>
                <a:gd name="csX4" fmla="*/ 28744 w 431157"/>
                <a:gd name="csY4" fmla="*/ 323368 h 323368"/>
                <a:gd name="csX5" fmla="*/ 402414 w 431157"/>
                <a:gd name="csY5" fmla="*/ 323368 h 323368"/>
                <a:gd name="csX6" fmla="*/ 431158 w 431157"/>
                <a:gd name="csY6" fmla="*/ 294624 h 323368"/>
                <a:gd name="csX7" fmla="*/ 431158 w 431157"/>
                <a:gd name="csY7" fmla="*/ 28744 h 323368"/>
                <a:gd name="csX8" fmla="*/ 402414 w 431157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31157" h="323368">
                  <a:moveTo>
                    <a:pt x="40241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402414" y="323368"/>
                  </a:lnTo>
                  <a:cubicBezTo>
                    <a:pt x="418288" y="323368"/>
                    <a:pt x="431158" y="310498"/>
                    <a:pt x="431158" y="294624"/>
                  </a:cubicBezTo>
                  <a:lnTo>
                    <a:pt x="431158" y="28744"/>
                  </a:lnTo>
                  <a:cubicBezTo>
                    <a:pt x="431158" y="12870"/>
                    <a:pt x="418288" y="0"/>
                    <a:pt x="40241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9405D28-ADBB-F202-FF5C-3BC8B96AB3CF}"/>
                </a:ext>
              </a:extLst>
            </p:cNvPr>
            <p:cNvSpPr/>
            <p:nvPr/>
          </p:nvSpPr>
          <p:spPr>
            <a:xfrm>
              <a:off x="4503890" y="5181574"/>
              <a:ext cx="291708" cy="114622"/>
            </a:xfrm>
            <a:custGeom>
              <a:avLst/>
              <a:gdLst>
                <a:gd name="csX0" fmla="*/ 41995 w 208170"/>
                <a:gd name="csY0" fmla="*/ 58609 h 81797"/>
                <a:gd name="csX1" fmla="*/ 51933 w 208170"/>
                <a:gd name="csY1" fmla="*/ 59902 h 81797"/>
                <a:gd name="csX2" fmla="*/ 43568 w 208170"/>
                <a:gd name="csY2" fmla="*/ 76013 h 81797"/>
                <a:gd name="csX3" fmla="*/ 27120 w 208170"/>
                <a:gd name="csY3" fmla="*/ 81798 h 81797"/>
                <a:gd name="csX4" fmla="*/ 7409 w 208170"/>
                <a:gd name="csY4" fmla="*/ 73821 h 81797"/>
                <a:gd name="csX5" fmla="*/ 0 w 208170"/>
                <a:gd name="csY5" fmla="*/ 50862 h 81797"/>
                <a:gd name="csX6" fmla="*/ 3205 w 208170"/>
                <a:gd name="csY6" fmla="*/ 33961 h 81797"/>
                <a:gd name="csX7" fmla="*/ 12913 w 208170"/>
                <a:gd name="csY7" fmla="*/ 23125 h 81797"/>
                <a:gd name="csX8" fmla="*/ 27170 w 208170"/>
                <a:gd name="csY8" fmla="*/ 19481 h 81797"/>
                <a:gd name="csX9" fmla="*/ 43058 w 208170"/>
                <a:gd name="csY9" fmla="*/ 24418 h 81797"/>
                <a:gd name="csX10" fmla="*/ 50977 w 208170"/>
                <a:gd name="csY10" fmla="*/ 38344 h 81797"/>
                <a:gd name="csX11" fmla="*/ 41154 w 208170"/>
                <a:gd name="csY11" fmla="*/ 39861 h 81797"/>
                <a:gd name="csX12" fmla="*/ 36153 w 208170"/>
                <a:gd name="csY12" fmla="*/ 30821 h 81797"/>
                <a:gd name="csX13" fmla="*/ 27565 w 208170"/>
                <a:gd name="csY13" fmla="*/ 27788 h 81797"/>
                <a:gd name="csX14" fmla="*/ 15162 w 208170"/>
                <a:gd name="csY14" fmla="*/ 33293 h 81797"/>
                <a:gd name="csX15" fmla="*/ 10391 w 208170"/>
                <a:gd name="csY15" fmla="*/ 50582 h 81797"/>
                <a:gd name="csX16" fmla="*/ 14990 w 208170"/>
                <a:gd name="csY16" fmla="*/ 68037 h 81797"/>
                <a:gd name="csX17" fmla="*/ 27005 w 208170"/>
                <a:gd name="csY17" fmla="*/ 73484 h 81797"/>
                <a:gd name="csX18" fmla="*/ 36943 w 208170"/>
                <a:gd name="csY18" fmla="*/ 69833 h 81797"/>
                <a:gd name="csX19" fmla="*/ 41995 w 208170"/>
                <a:gd name="csY19" fmla="*/ 58609 h 81797"/>
                <a:gd name="csX20" fmla="*/ 99648 w 208170"/>
                <a:gd name="csY20" fmla="*/ 80447 h 81797"/>
                <a:gd name="csX21" fmla="*/ 99648 w 208170"/>
                <a:gd name="csY21" fmla="*/ 71687 h 81797"/>
                <a:gd name="csX22" fmla="*/ 80734 w 208170"/>
                <a:gd name="csY22" fmla="*/ 81798 h 81797"/>
                <a:gd name="csX23" fmla="*/ 70853 w 208170"/>
                <a:gd name="csY23" fmla="*/ 79771 h 81797"/>
                <a:gd name="csX24" fmla="*/ 64056 w 208170"/>
                <a:gd name="csY24" fmla="*/ 74720 h 81797"/>
                <a:gd name="csX25" fmla="*/ 60973 w 208170"/>
                <a:gd name="csY25" fmla="*/ 67196 h 81797"/>
                <a:gd name="csX26" fmla="*/ 60355 w 208170"/>
                <a:gd name="csY26" fmla="*/ 57768 h 81797"/>
                <a:gd name="csX27" fmla="*/ 60355 w 208170"/>
                <a:gd name="csY27" fmla="*/ 20825 h 81797"/>
                <a:gd name="csX28" fmla="*/ 70458 w 208170"/>
                <a:gd name="csY28" fmla="*/ 20825 h 81797"/>
                <a:gd name="csX29" fmla="*/ 70458 w 208170"/>
                <a:gd name="csY29" fmla="*/ 53895 h 81797"/>
                <a:gd name="csX30" fmla="*/ 71076 w 208170"/>
                <a:gd name="csY30" fmla="*/ 64559 h 81797"/>
                <a:gd name="csX31" fmla="*/ 75115 w 208170"/>
                <a:gd name="csY31" fmla="*/ 70846 h 81797"/>
                <a:gd name="csX32" fmla="*/ 82753 w 208170"/>
                <a:gd name="csY32" fmla="*/ 73096 h 81797"/>
                <a:gd name="csX33" fmla="*/ 91283 w 208170"/>
                <a:gd name="csY33" fmla="*/ 70789 h 81797"/>
                <a:gd name="csX34" fmla="*/ 96903 w 208170"/>
                <a:gd name="csY34" fmla="*/ 64444 h 81797"/>
                <a:gd name="csX35" fmla="*/ 98584 w 208170"/>
                <a:gd name="csY35" fmla="*/ 52767 h 81797"/>
                <a:gd name="csX36" fmla="*/ 98584 w 208170"/>
                <a:gd name="csY36" fmla="*/ 20825 h 81797"/>
                <a:gd name="csX37" fmla="*/ 108688 w 208170"/>
                <a:gd name="csY37" fmla="*/ 20825 h 81797"/>
                <a:gd name="csX38" fmla="*/ 108688 w 208170"/>
                <a:gd name="csY38" fmla="*/ 80447 h 81797"/>
                <a:gd name="csX39" fmla="*/ 99648 w 208170"/>
                <a:gd name="csY39" fmla="*/ 80447 h 81797"/>
                <a:gd name="csX40" fmla="*/ 146637 w 208170"/>
                <a:gd name="csY40" fmla="*/ 71407 h 81797"/>
                <a:gd name="csX41" fmla="*/ 148103 w 208170"/>
                <a:gd name="csY41" fmla="*/ 80332 h 81797"/>
                <a:gd name="csX42" fmla="*/ 140464 w 208170"/>
                <a:gd name="csY42" fmla="*/ 81230 h 81797"/>
                <a:gd name="csX43" fmla="*/ 131934 w 208170"/>
                <a:gd name="csY43" fmla="*/ 79491 h 81797"/>
                <a:gd name="csX44" fmla="*/ 127666 w 208170"/>
                <a:gd name="csY44" fmla="*/ 74942 h 81797"/>
                <a:gd name="csX45" fmla="*/ 126430 w 208170"/>
                <a:gd name="csY45" fmla="*/ 62985 h 81797"/>
                <a:gd name="csX46" fmla="*/ 126430 w 208170"/>
                <a:gd name="csY46" fmla="*/ 28686 h 81797"/>
                <a:gd name="csX47" fmla="*/ 119021 w 208170"/>
                <a:gd name="csY47" fmla="*/ 28686 h 81797"/>
                <a:gd name="csX48" fmla="*/ 119021 w 208170"/>
                <a:gd name="csY48" fmla="*/ 20825 h 81797"/>
                <a:gd name="csX49" fmla="*/ 126430 w 208170"/>
                <a:gd name="csY49" fmla="*/ 20825 h 81797"/>
                <a:gd name="csX50" fmla="*/ 126430 w 208170"/>
                <a:gd name="csY50" fmla="*/ 6058 h 81797"/>
                <a:gd name="csX51" fmla="*/ 136476 w 208170"/>
                <a:gd name="csY51" fmla="*/ 0 h 81797"/>
                <a:gd name="csX52" fmla="*/ 136476 w 208170"/>
                <a:gd name="csY52" fmla="*/ 20825 h 81797"/>
                <a:gd name="csX53" fmla="*/ 146637 w 208170"/>
                <a:gd name="csY53" fmla="*/ 20825 h 81797"/>
                <a:gd name="csX54" fmla="*/ 146637 w 208170"/>
                <a:gd name="csY54" fmla="*/ 28686 h 81797"/>
                <a:gd name="csX55" fmla="*/ 136476 w 208170"/>
                <a:gd name="csY55" fmla="*/ 28686 h 81797"/>
                <a:gd name="csX56" fmla="*/ 136476 w 208170"/>
                <a:gd name="csY56" fmla="*/ 63546 h 81797"/>
                <a:gd name="csX57" fmla="*/ 136986 w 208170"/>
                <a:gd name="csY57" fmla="*/ 69107 h 81797"/>
                <a:gd name="csX58" fmla="*/ 138725 w 208170"/>
                <a:gd name="csY58" fmla="*/ 71069 h 81797"/>
                <a:gd name="csX59" fmla="*/ 142203 w 208170"/>
                <a:gd name="csY59" fmla="*/ 71802 h 81797"/>
                <a:gd name="csX60" fmla="*/ 146637 w 208170"/>
                <a:gd name="csY60" fmla="*/ 71407 h 81797"/>
                <a:gd name="csX61" fmla="*/ 197391 w 208170"/>
                <a:gd name="csY61" fmla="*/ 61246 h 81797"/>
                <a:gd name="csX62" fmla="*/ 207832 w 208170"/>
                <a:gd name="csY62" fmla="*/ 62539 h 81797"/>
                <a:gd name="csX63" fmla="*/ 198684 w 208170"/>
                <a:gd name="csY63" fmla="*/ 76739 h 81797"/>
                <a:gd name="csX64" fmla="*/ 181618 w 208170"/>
                <a:gd name="csY64" fmla="*/ 81798 h 81797"/>
                <a:gd name="csX65" fmla="*/ 160843 w 208170"/>
                <a:gd name="csY65" fmla="*/ 73764 h 81797"/>
                <a:gd name="csX66" fmla="*/ 153205 w 208170"/>
                <a:gd name="csY66" fmla="*/ 51143 h 81797"/>
                <a:gd name="csX67" fmla="*/ 160958 w 208170"/>
                <a:gd name="csY67" fmla="*/ 27788 h 81797"/>
                <a:gd name="csX68" fmla="*/ 181057 w 208170"/>
                <a:gd name="csY68" fmla="*/ 19481 h 81797"/>
                <a:gd name="csX69" fmla="*/ 200589 w 208170"/>
                <a:gd name="csY69" fmla="*/ 27616 h 81797"/>
                <a:gd name="csX70" fmla="*/ 208170 w 208170"/>
                <a:gd name="csY70" fmla="*/ 50525 h 81797"/>
                <a:gd name="csX71" fmla="*/ 208113 w 208170"/>
                <a:gd name="csY71" fmla="*/ 53219 h 81797"/>
                <a:gd name="csX72" fmla="*/ 163653 w 208170"/>
                <a:gd name="csY72" fmla="*/ 53219 h 81797"/>
                <a:gd name="csX73" fmla="*/ 169208 w 208170"/>
                <a:gd name="csY73" fmla="*/ 68267 h 81797"/>
                <a:gd name="csX74" fmla="*/ 181668 w 208170"/>
                <a:gd name="csY74" fmla="*/ 73484 h 81797"/>
                <a:gd name="csX75" fmla="*/ 191161 w 208170"/>
                <a:gd name="csY75" fmla="*/ 70566 h 81797"/>
                <a:gd name="csX76" fmla="*/ 197391 w 208170"/>
                <a:gd name="csY76" fmla="*/ 61246 h 81797"/>
                <a:gd name="csX77" fmla="*/ 164213 w 208170"/>
                <a:gd name="csY77" fmla="*/ 44912 h 81797"/>
                <a:gd name="csX78" fmla="*/ 197506 w 208170"/>
                <a:gd name="csY78" fmla="*/ 44912 h 81797"/>
                <a:gd name="csX79" fmla="*/ 193683 w 208170"/>
                <a:gd name="csY79" fmla="*/ 33623 h 81797"/>
                <a:gd name="csX80" fmla="*/ 181165 w 208170"/>
                <a:gd name="csY80" fmla="*/ 27788 h 81797"/>
                <a:gd name="csX81" fmla="*/ 169431 w 208170"/>
                <a:gd name="csY81" fmla="*/ 32445 h 81797"/>
                <a:gd name="csX82" fmla="*/ 164213 w 208170"/>
                <a:gd name="csY82" fmla="*/ 44912 h 81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208170" h="81797">
                  <a:moveTo>
                    <a:pt x="41995" y="58609"/>
                  </a:moveTo>
                  <a:lnTo>
                    <a:pt x="51933" y="59902"/>
                  </a:lnTo>
                  <a:cubicBezTo>
                    <a:pt x="50848" y="66750"/>
                    <a:pt x="48060" y="72118"/>
                    <a:pt x="43568" y="76013"/>
                  </a:cubicBezTo>
                  <a:cubicBezTo>
                    <a:pt x="39113" y="79865"/>
                    <a:pt x="33630" y="81798"/>
                    <a:pt x="27120" y="81798"/>
                  </a:cubicBezTo>
                  <a:cubicBezTo>
                    <a:pt x="18957" y="81798"/>
                    <a:pt x="12389" y="79139"/>
                    <a:pt x="7409" y="73821"/>
                  </a:cubicBezTo>
                  <a:cubicBezTo>
                    <a:pt x="2472" y="68468"/>
                    <a:pt x="0" y="60815"/>
                    <a:pt x="0" y="50862"/>
                  </a:cubicBezTo>
                  <a:cubicBezTo>
                    <a:pt x="0" y="44424"/>
                    <a:pt x="1071" y="38790"/>
                    <a:pt x="3205" y="33961"/>
                  </a:cubicBezTo>
                  <a:cubicBezTo>
                    <a:pt x="5332" y="29132"/>
                    <a:pt x="8573" y="25525"/>
                    <a:pt x="12913" y="23125"/>
                  </a:cubicBezTo>
                  <a:cubicBezTo>
                    <a:pt x="17289" y="20696"/>
                    <a:pt x="22046" y="19481"/>
                    <a:pt x="27170" y="19481"/>
                  </a:cubicBezTo>
                  <a:cubicBezTo>
                    <a:pt x="33645" y="19481"/>
                    <a:pt x="38941" y="21127"/>
                    <a:pt x="43058" y="24418"/>
                  </a:cubicBezTo>
                  <a:cubicBezTo>
                    <a:pt x="47176" y="27673"/>
                    <a:pt x="49813" y="32315"/>
                    <a:pt x="50977" y="38344"/>
                  </a:cubicBezTo>
                  <a:lnTo>
                    <a:pt x="41154" y="39861"/>
                  </a:lnTo>
                  <a:cubicBezTo>
                    <a:pt x="40220" y="35851"/>
                    <a:pt x="38553" y="32840"/>
                    <a:pt x="36153" y="30821"/>
                  </a:cubicBezTo>
                  <a:cubicBezTo>
                    <a:pt x="33796" y="28794"/>
                    <a:pt x="30936" y="27788"/>
                    <a:pt x="27565" y="27788"/>
                  </a:cubicBezTo>
                  <a:cubicBezTo>
                    <a:pt x="22478" y="27788"/>
                    <a:pt x="18339" y="29621"/>
                    <a:pt x="15162" y="33293"/>
                  </a:cubicBezTo>
                  <a:cubicBezTo>
                    <a:pt x="11979" y="36921"/>
                    <a:pt x="10391" y="42685"/>
                    <a:pt x="10391" y="50582"/>
                  </a:cubicBezTo>
                  <a:cubicBezTo>
                    <a:pt x="10391" y="58587"/>
                    <a:pt x="11921" y="64408"/>
                    <a:pt x="14990" y="68037"/>
                  </a:cubicBezTo>
                  <a:cubicBezTo>
                    <a:pt x="18058" y="71673"/>
                    <a:pt x="22061" y="73484"/>
                    <a:pt x="27005" y="73484"/>
                  </a:cubicBezTo>
                  <a:cubicBezTo>
                    <a:pt x="30971" y="73484"/>
                    <a:pt x="34284" y="72269"/>
                    <a:pt x="36943" y="69833"/>
                  </a:cubicBezTo>
                  <a:cubicBezTo>
                    <a:pt x="39602" y="67404"/>
                    <a:pt x="41283" y="63660"/>
                    <a:pt x="41995" y="58609"/>
                  </a:cubicBezTo>
                  <a:close/>
                  <a:moveTo>
                    <a:pt x="99648" y="80447"/>
                  </a:moveTo>
                  <a:lnTo>
                    <a:pt x="99648" y="71687"/>
                  </a:lnTo>
                  <a:cubicBezTo>
                    <a:pt x="95013" y="78428"/>
                    <a:pt x="88703" y="81798"/>
                    <a:pt x="80734" y="81798"/>
                  </a:cubicBezTo>
                  <a:cubicBezTo>
                    <a:pt x="77213" y="81798"/>
                    <a:pt x="73922" y="81122"/>
                    <a:pt x="70853" y="79771"/>
                  </a:cubicBezTo>
                  <a:cubicBezTo>
                    <a:pt x="67821" y="78428"/>
                    <a:pt x="65557" y="76739"/>
                    <a:pt x="64056" y="74720"/>
                  </a:cubicBezTo>
                  <a:cubicBezTo>
                    <a:pt x="62597" y="72664"/>
                    <a:pt x="61569" y="70157"/>
                    <a:pt x="60973" y="67196"/>
                  </a:cubicBezTo>
                  <a:cubicBezTo>
                    <a:pt x="60556" y="65213"/>
                    <a:pt x="60355" y="62072"/>
                    <a:pt x="60355" y="57768"/>
                  </a:cubicBezTo>
                  <a:lnTo>
                    <a:pt x="60355" y="20825"/>
                  </a:lnTo>
                  <a:lnTo>
                    <a:pt x="70458" y="20825"/>
                  </a:lnTo>
                  <a:lnTo>
                    <a:pt x="70458" y="53895"/>
                  </a:lnTo>
                  <a:cubicBezTo>
                    <a:pt x="70458" y="59169"/>
                    <a:pt x="70667" y="62726"/>
                    <a:pt x="71076" y="64559"/>
                  </a:cubicBezTo>
                  <a:cubicBezTo>
                    <a:pt x="71709" y="67218"/>
                    <a:pt x="73060" y="69316"/>
                    <a:pt x="75115" y="70846"/>
                  </a:cubicBezTo>
                  <a:cubicBezTo>
                    <a:pt x="77177" y="72341"/>
                    <a:pt x="79721" y="73096"/>
                    <a:pt x="82753" y="73096"/>
                  </a:cubicBezTo>
                  <a:cubicBezTo>
                    <a:pt x="85786" y="73096"/>
                    <a:pt x="88632" y="72327"/>
                    <a:pt x="91283" y="70789"/>
                  </a:cubicBezTo>
                  <a:cubicBezTo>
                    <a:pt x="93942" y="69222"/>
                    <a:pt x="95817" y="67103"/>
                    <a:pt x="96903" y="64444"/>
                  </a:cubicBezTo>
                  <a:cubicBezTo>
                    <a:pt x="98024" y="61749"/>
                    <a:pt x="98584" y="57861"/>
                    <a:pt x="98584" y="52767"/>
                  </a:cubicBezTo>
                  <a:lnTo>
                    <a:pt x="98584" y="20825"/>
                  </a:lnTo>
                  <a:lnTo>
                    <a:pt x="108688" y="20825"/>
                  </a:lnTo>
                  <a:lnTo>
                    <a:pt x="108688" y="80447"/>
                  </a:lnTo>
                  <a:lnTo>
                    <a:pt x="99648" y="80447"/>
                  </a:lnTo>
                  <a:close/>
                  <a:moveTo>
                    <a:pt x="146637" y="71407"/>
                  </a:moveTo>
                  <a:lnTo>
                    <a:pt x="148103" y="80332"/>
                  </a:lnTo>
                  <a:cubicBezTo>
                    <a:pt x="145257" y="80935"/>
                    <a:pt x="142713" y="81230"/>
                    <a:pt x="140464" y="81230"/>
                  </a:cubicBezTo>
                  <a:cubicBezTo>
                    <a:pt x="136799" y="81230"/>
                    <a:pt x="133953" y="80655"/>
                    <a:pt x="131934" y="79491"/>
                  </a:cubicBezTo>
                  <a:cubicBezTo>
                    <a:pt x="129908" y="78334"/>
                    <a:pt x="128485" y="76818"/>
                    <a:pt x="127666" y="74942"/>
                  </a:cubicBezTo>
                  <a:cubicBezTo>
                    <a:pt x="126839" y="73038"/>
                    <a:pt x="126430" y="69050"/>
                    <a:pt x="126430" y="62985"/>
                  </a:cubicBezTo>
                  <a:lnTo>
                    <a:pt x="126430" y="28686"/>
                  </a:lnTo>
                  <a:lnTo>
                    <a:pt x="119021" y="28686"/>
                  </a:lnTo>
                  <a:lnTo>
                    <a:pt x="119021" y="20825"/>
                  </a:lnTo>
                  <a:lnTo>
                    <a:pt x="126430" y="20825"/>
                  </a:lnTo>
                  <a:lnTo>
                    <a:pt x="126430" y="6058"/>
                  </a:lnTo>
                  <a:lnTo>
                    <a:pt x="136476" y="0"/>
                  </a:lnTo>
                  <a:lnTo>
                    <a:pt x="136476" y="20825"/>
                  </a:lnTo>
                  <a:lnTo>
                    <a:pt x="146637" y="20825"/>
                  </a:lnTo>
                  <a:lnTo>
                    <a:pt x="146637" y="28686"/>
                  </a:lnTo>
                  <a:lnTo>
                    <a:pt x="136476" y="28686"/>
                  </a:lnTo>
                  <a:lnTo>
                    <a:pt x="136476" y="63546"/>
                  </a:lnTo>
                  <a:cubicBezTo>
                    <a:pt x="136476" y="66427"/>
                    <a:pt x="136648" y="68281"/>
                    <a:pt x="136986" y="69107"/>
                  </a:cubicBezTo>
                  <a:cubicBezTo>
                    <a:pt x="137360" y="69927"/>
                    <a:pt x="137942" y="70588"/>
                    <a:pt x="138725" y="71069"/>
                  </a:cubicBezTo>
                  <a:cubicBezTo>
                    <a:pt x="139544" y="71558"/>
                    <a:pt x="140708" y="71802"/>
                    <a:pt x="142203" y="71802"/>
                  </a:cubicBezTo>
                  <a:cubicBezTo>
                    <a:pt x="143331" y="71802"/>
                    <a:pt x="144804" y="71673"/>
                    <a:pt x="146637" y="71407"/>
                  </a:cubicBezTo>
                  <a:close/>
                  <a:moveTo>
                    <a:pt x="197391" y="61246"/>
                  </a:moveTo>
                  <a:lnTo>
                    <a:pt x="207832" y="62539"/>
                  </a:lnTo>
                  <a:cubicBezTo>
                    <a:pt x="206187" y="68640"/>
                    <a:pt x="203133" y="73376"/>
                    <a:pt x="198684" y="76739"/>
                  </a:cubicBezTo>
                  <a:cubicBezTo>
                    <a:pt x="194229" y="80109"/>
                    <a:pt x="188538" y="81798"/>
                    <a:pt x="181618" y="81798"/>
                  </a:cubicBezTo>
                  <a:cubicBezTo>
                    <a:pt x="172894" y="81798"/>
                    <a:pt x="165974" y="79117"/>
                    <a:pt x="160843" y="73764"/>
                  </a:cubicBezTo>
                  <a:cubicBezTo>
                    <a:pt x="155756" y="68375"/>
                    <a:pt x="153205" y="60836"/>
                    <a:pt x="153205" y="51143"/>
                  </a:cubicBezTo>
                  <a:cubicBezTo>
                    <a:pt x="153205" y="41111"/>
                    <a:pt x="155792" y="33328"/>
                    <a:pt x="160958" y="27788"/>
                  </a:cubicBezTo>
                  <a:cubicBezTo>
                    <a:pt x="166118" y="22248"/>
                    <a:pt x="172822" y="19481"/>
                    <a:pt x="181057" y="19481"/>
                  </a:cubicBezTo>
                  <a:cubicBezTo>
                    <a:pt x="189027" y="19481"/>
                    <a:pt x="195537" y="22190"/>
                    <a:pt x="200589" y="27616"/>
                  </a:cubicBezTo>
                  <a:cubicBezTo>
                    <a:pt x="205641" y="33048"/>
                    <a:pt x="208170" y="40680"/>
                    <a:pt x="208170" y="50525"/>
                  </a:cubicBezTo>
                  <a:cubicBezTo>
                    <a:pt x="208170" y="51121"/>
                    <a:pt x="208149" y="52019"/>
                    <a:pt x="208113" y="53219"/>
                  </a:cubicBezTo>
                  <a:lnTo>
                    <a:pt x="163653" y="53219"/>
                  </a:lnTo>
                  <a:cubicBezTo>
                    <a:pt x="164027" y="59766"/>
                    <a:pt x="165881" y="64782"/>
                    <a:pt x="169208" y="68267"/>
                  </a:cubicBezTo>
                  <a:cubicBezTo>
                    <a:pt x="172542" y="71745"/>
                    <a:pt x="176695" y="73484"/>
                    <a:pt x="181668" y="73484"/>
                  </a:cubicBezTo>
                  <a:cubicBezTo>
                    <a:pt x="185376" y="73484"/>
                    <a:pt x="188538" y="72514"/>
                    <a:pt x="191161" y="70566"/>
                  </a:cubicBezTo>
                  <a:cubicBezTo>
                    <a:pt x="193777" y="68619"/>
                    <a:pt x="195853" y="65514"/>
                    <a:pt x="197391" y="61246"/>
                  </a:cubicBezTo>
                  <a:close/>
                  <a:moveTo>
                    <a:pt x="164213" y="44912"/>
                  </a:moveTo>
                  <a:lnTo>
                    <a:pt x="197506" y="44912"/>
                  </a:lnTo>
                  <a:cubicBezTo>
                    <a:pt x="197053" y="39896"/>
                    <a:pt x="195781" y="36131"/>
                    <a:pt x="193683" y="33623"/>
                  </a:cubicBezTo>
                  <a:cubicBezTo>
                    <a:pt x="190464" y="29736"/>
                    <a:pt x="186296" y="27788"/>
                    <a:pt x="181165" y="27788"/>
                  </a:cubicBezTo>
                  <a:cubicBezTo>
                    <a:pt x="176523" y="27788"/>
                    <a:pt x="172614" y="29340"/>
                    <a:pt x="169431" y="32445"/>
                  </a:cubicBezTo>
                  <a:cubicBezTo>
                    <a:pt x="166290" y="35556"/>
                    <a:pt x="164551" y="39710"/>
                    <a:pt x="164213" y="44912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1F03D8F-B1B7-9A8B-825D-03F4B18BE76D}"/>
                </a:ext>
              </a:extLst>
            </p:cNvPr>
            <p:cNvSpPr/>
            <p:nvPr/>
          </p:nvSpPr>
          <p:spPr>
            <a:xfrm>
              <a:off x="5052768" y="5032493"/>
              <a:ext cx="553831" cy="453135"/>
            </a:xfrm>
            <a:custGeom>
              <a:avLst/>
              <a:gdLst>
                <a:gd name="csX0" fmla="*/ 366484 w 395227"/>
                <a:gd name="csY0" fmla="*/ 0 h 323368"/>
                <a:gd name="csX1" fmla="*/ 28744 w 395227"/>
                <a:gd name="csY1" fmla="*/ 0 h 323368"/>
                <a:gd name="csX2" fmla="*/ 0 w 395227"/>
                <a:gd name="csY2" fmla="*/ 28744 h 323368"/>
                <a:gd name="csX3" fmla="*/ 0 w 395227"/>
                <a:gd name="csY3" fmla="*/ 294624 h 323368"/>
                <a:gd name="csX4" fmla="*/ 28744 w 395227"/>
                <a:gd name="csY4" fmla="*/ 323368 h 323368"/>
                <a:gd name="csX5" fmla="*/ 366484 w 395227"/>
                <a:gd name="csY5" fmla="*/ 323368 h 323368"/>
                <a:gd name="csX6" fmla="*/ 395228 w 395227"/>
                <a:gd name="csY6" fmla="*/ 294624 h 323368"/>
                <a:gd name="csX7" fmla="*/ 395228 w 395227"/>
                <a:gd name="csY7" fmla="*/ 28744 h 323368"/>
                <a:gd name="csX8" fmla="*/ 366484 w 395227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23368">
                  <a:moveTo>
                    <a:pt x="36648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366484" y="323368"/>
                  </a:lnTo>
                  <a:cubicBezTo>
                    <a:pt x="382358" y="323368"/>
                    <a:pt x="395228" y="310498"/>
                    <a:pt x="395228" y="294624"/>
                  </a:cubicBezTo>
                  <a:lnTo>
                    <a:pt x="395228" y="28744"/>
                  </a:lnTo>
                  <a:cubicBezTo>
                    <a:pt x="395228" y="12870"/>
                    <a:pt x="382358" y="0"/>
                    <a:pt x="36648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651E80-FE68-1136-58FD-DC8E16FE8CDC}"/>
                </a:ext>
              </a:extLst>
            </p:cNvPr>
            <p:cNvSpPr/>
            <p:nvPr/>
          </p:nvSpPr>
          <p:spPr>
            <a:xfrm>
              <a:off x="5195636" y="5178976"/>
              <a:ext cx="252678" cy="149231"/>
            </a:xfrm>
            <a:custGeom>
              <a:avLst/>
              <a:gdLst>
                <a:gd name="csX0" fmla="*/ 42325 w 180317"/>
                <a:gd name="csY0" fmla="*/ 82301 h 106495"/>
                <a:gd name="csX1" fmla="*/ 42325 w 180317"/>
                <a:gd name="csY1" fmla="*/ 74777 h 106495"/>
                <a:gd name="csX2" fmla="*/ 25654 w 180317"/>
                <a:gd name="csY2" fmla="*/ 83652 h 106495"/>
                <a:gd name="csX3" fmla="*/ 12518 w 180317"/>
                <a:gd name="csY3" fmla="*/ 79721 h 106495"/>
                <a:gd name="csX4" fmla="*/ 3255 w 180317"/>
                <a:gd name="csY4" fmla="*/ 68770 h 106495"/>
                <a:gd name="csX5" fmla="*/ 0 w 180317"/>
                <a:gd name="csY5" fmla="*/ 52544 h 106495"/>
                <a:gd name="csX6" fmla="*/ 2975 w 180317"/>
                <a:gd name="csY6" fmla="*/ 36375 h 106495"/>
                <a:gd name="csX7" fmla="*/ 11900 w 180317"/>
                <a:gd name="csY7" fmla="*/ 25208 h 106495"/>
                <a:gd name="csX8" fmla="*/ 25201 w 180317"/>
                <a:gd name="csY8" fmla="*/ 21335 h 106495"/>
                <a:gd name="csX9" fmla="*/ 34802 w 180317"/>
                <a:gd name="csY9" fmla="*/ 23635 h 106495"/>
                <a:gd name="csX10" fmla="*/ 41650 w 180317"/>
                <a:gd name="csY10" fmla="*/ 29527 h 106495"/>
                <a:gd name="csX11" fmla="*/ 41650 w 180317"/>
                <a:gd name="csY11" fmla="*/ 0 h 106495"/>
                <a:gd name="csX12" fmla="*/ 51703 w 180317"/>
                <a:gd name="csY12" fmla="*/ 0 h 106495"/>
                <a:gd name="csX13" fmla="*/ 51703 w 180317"/>
                <a:gd name="csY13" fmla="*/ 82301 h 106495"/>
                <a:gd name="csX14" fmla="*/ 42325 w 180317"/>
                <a:gd name="csY14" fmla="*/ 82301 h 106495"/>
                <a:gd name="csX15" fmla="*/ 10384 w 180317"/>
                <a:gd name="csY15" fmla="*/ 52544 h 106495"/>
                <a:gd name="csX16" fmla="*/ 15213 w 180317"/>
                <a:gd name="csY16" fmla="*/ 69668 h 106495"/>
                <a:gd name="csX17" fmla="*/ 26610 w 180317"/>
                <a:gd name="csY17" fmla="*/ 75338 h 106495"/>
                <a:gd name="csX18" fmla="*/ 37834 w 180317"/>
                <a:gd name="csY18" fmla="*/ 69948 h 106495"/>
                <a:gd name="csX19" fmla="*/ 42498 w 180317"/>
                <a:gd name="csY19" fmla="*/ 53392 h 106495"/>
                <a:gd name="csX20" fmla="*/ 37777 w 180317"/>
                <a:gd name="csY20" fmla="*/ 35427 h 106495"/>
                <a:gd name="csX21" fmla="*/ 26157 w 180317"/>
                <a:gd name="csY21" fmla="*/ 29700 h 106495"/>
                <a:gd name="csX22" fmla="*/ 14875 w 180317"/>
                <a:gd name="csY22" fmla="*/ 35197 h 106495"/>
                <a:gd name="csX23" fmla="*/ 10384 w 180317"/>
                <a:gd name="csY23" fmla="*/ 52544 h 106495"/>
                <a:gd name="csX24" fmla="*/ 63883 w 180317"/>
                <a:gd name="csY24" fmla="*/ 52493 h 106495"/>
                <a:gd name="csX25" fmla="*/ 73089 w 180317"/>
                <a:gd name="csY25" fmla="*/ 27961 h 106495"/>
                <a:gd name="csX26" fmla="*/ 91844 w 180317"/>
                <a:gd name="csY26" fmla="*/ 21335 h 106495"/>
                <a:gd name="csX27" fmla="*/ 111943 w 180317"/>
                <a:gd name="csY27" fmla="*/ 29419 h 106495"/>
                <a:gd name="csX28" fmla="*/ 119747 w 180317"/>
                <a:gd name="csY28" fmla="*/ 51646 h 106495"/>
                <a:gd name="csX29" fmla="*/ 116262 w 180317"/>
                <a:gd name="csY29" fmla="*/ 69783 h 106495"/>
                <a:gd name="csX30" fmla="*/ 106216 w 180317"/>
                <a:gd name="csY30" fmla="*/ 80001 h 106495"/>
                <a:gd name="csX31" fmla="*/ 91844 w 180317"/>
                <a:gd name="csY31" fmla="*/ 83652 h 106495"/>
                <a:gd name="csX32" fmla="*/ 71572 w 180317"/>
                <a:gd name="csY32" fmla="*/ 75618 h 106495"/>
                <a:gd name="csX33" fmla="*/ 63883 w 180317"/>
                <a:gd name="csY33" fmla="*/ 52493 h 106495"/>
                <a:gd name="csX34" fmla="*/ 74267 w 180317"/>
                <a:gd name="csY34" fmla="*/ 52493 h 106495"/>
                <a:gd name="csX35" fmla="*/ 79268 w 180317"/>
                <a:gd name="csY35" fmla="*/ 69668 h 106495"/>
                <a:gd name="csX36" fmla="*/ 91844 w 180317"/>
                <a:gd name="csY36" fmla="*/ 75338 h 106495"/>
                <a:gd name="csX37" fmla="*/ 104362 w 180317"/>
                <a:gd name="csY37" fmla="*/ 69610 h 106495"/>
                <a:gd name="csX38" fmla="*/ 109356 w 180317"/>
                <a:gd name="csY38" fmla="*/ 52156 h 106495"/>
                <a:gd name="csX39" fmla="*/ 104304 w 180317"/>
                <a:gd name="csY39" fmla="*/ 35427 h 106495"/>
                <a:gd name="csX40" fmla="*/ 91844 w 180317"/>
                <a:gd name="csY40" fmla="*/ 29700 h 106495"/>
                <a:gd name="csX41" fmla="*/ 79268 w 180317"/>
                <a:gd name="csY41" fmla="*/ 35369 h 106495"/>
                <a:gd name="csX42" fmla="*/ 74267 w 180317"/>
                <a:gd name="csY42" fmla="*/ 52493 h 106495"/>
                <a:gd name="csX43" fmla="*/ 129793 w 180317"/>
                <a:gd name="csY43" fmla="*/ 87245 h 106495"/>
                <a:gd name="csX44" fmla="*/ 139616 w 180317"/>
                <a:gd name="csY44" fmla="*/ 88703 h 106495"/>
                <a:gd name="csX45" fmla="*/ 143044 w 180317"/>
                <a:gd name="csY45" fmla="*/ 95322 h 106495"/>
                <a:gd name="csX46" fmla="*/ 153313 w 180317"/>
                <a:gd name="csY46" fmla="*/ 98132 h 106495"/>
                <a:gd name="csX47" fmla="*/ 164149 w 180317"/>
                <a:gd name="csY47" fmla="*/ 95322 h 106495"/>
                <a:gd name="csX48" fmla="*/ 169316 w 180317"/>
                <a:gd name="csY48" fmla="*/ 87467 h 106495"/>
                <a:gd name="csX49" fmla="*/ 170049 w 180317"/>
                <a:gd name="csY49" fmla="*/ 74497 h 106495"/>
                <a:gd name="csX50" fmla="*/ 153542 w 180317"/>
                <a:gd name="csY50" fmla="*/ 82301 h 106495"/>
                <a:gd name="csX51" fmla="*/ 134507 w 180317"/>
                <a:gd name="csY51" fmla="*/ 73433 h 106495"/>
                <a:gd name="csX52" fmla="*/ 127774 w 180317"/>
                <a:gd name="csY52" fmla="*/ 52156 h 106495"/>
                <a:gd name="csX53" fmla="*/ 130856 w 180317"/>
                <a:gd name="csY53" fmla="*/ 36433 h 106495"/>
                <a:gd name="csX54" fmla="*/ 139788 w 180317"/>
                <a:gd name="csY54" fmla="*/ 25259 h 106495"/>
                <a:gd name="csX55" fmla="*/ 153593 w 180317"/>
                <a:gd name="csY55" fmla="*/ 21335 h 106495"/>
                <a:gd name="csX56" fmla="*/ 170997 w 180317"/>
                <a:gd name="csY56" fmla="*/ 29865 h 106495"/>
                <a:gd name="csX57" fmla="*/ 170997 w 180317"/>
                <a:gd name="csY57" fmla="*/ 22679 h 106495"/>
                <a:gd name="csX58" fmla="*/ 180317 w 180317"/>
                <a:gd name="csY58" fmla="*/ 22679 h 106495"/>
                <a:gd name="csX59" fmla="*/ 180317 w 180317"/>
                <a:gd name="csY59" fmla="*/ 74217 h 106495"/>
                <a:gd name="csX60" fmla="*/ 177457 w 180317"/>
                <a:gd name="csY60" fmla="*/ 93921 h 106495"/>
                <a:gd name="csX61" fmla="*/ 168475 w 180317"/>
                <a:gd name="csY61" fmla="*/ 103126 h 106495"/>
                <a:gd name="csX62" fmla="*/ 153370 w 180317"/>
                <a:gd name="csY62" fmla="*/ 106496 h 106495"/>
                <a:gd name="csX63" fmla="*/ 136138 w 180317"/>
                <a:gd name="csY63" fmla="*/ 101667 h 106495"/>
                <a:gd name="csX64" fmla="*/ 129793 w 180317"/>
                <a:gd name="csY64" fmla="*/ 87245 h 106495"/>
                <a:gd name="csX65" fmla="*/ 138157 w 180317"/>
                <a:gd name="csY65" fmla="*/ 51423 h 106495"/>
                <a:gd name="csX66" fmla="*/ 142814 w 180317"/>
                <a:gd name="csY66" fmla="*/ 68547 h 106495"/>
                <a:gd name="csX67" fmla="*/ 154498 w 180317"/>
                <a:gd name="csY67" fmla="*/ 73936 h 106495"/>
                <a:gd name="csX68" fmla="*/ 166168 w 180317"/>
                <a:gd name="csY68" fmla="*/ 68604 h 106495"/>
                <a:gd name="csX69" fmla="*/ 170889 w 180317"/>
                <a:gd name="csY69" fmla="*/ 51760 h 106495"/>
                <a:gd name="csX70" fmla="*/ 166003 w 180317"/>
                <a:gd name="csY70" fmla="*/ 35254 h 106495"/>
                <a:gd name="csX71" fmla="*/ 154326 w 180317"/>
                <a:gd name="csY71" fmla="*/ 29700 h 106495"/>
                <a:gd name="csX72" fmla="*/ 142871 w 180317"/>
                <a:gd name="csY72" fmla="*/ 35197 h 106495"/>
                <a:gd name="csX73" fmla="*/ 138157 w 180317"/>
                <a:gd name="csY73" fmla="*/ 51423 h 106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180317" h="106495">
                  <a:moveTo>
                    <a:pt x="42325" y="82301"/>
                  </a:moveTo>
                  <a:lnTo>
                    <a:pt x="42325" y="74777"/>
                  </a:lnTo>
                  <a:cubicBezTo>
                    <a:pt x="38546" y="80691"/>
                    <a:pt x="32991" y="83652"/>
                    <a:pt x="25654" y="83652"/>
                  </a:cubicBezTo>
                  <a:cubicBezTo>
                    <a:pt x="20897" y="83652"/>
                    <a:pt x="16521" y="82337"/>
                    <a:pt x="12518" y="79721"/>
                  </a:cubicBezTo>
                  <a:cubicBezTo>
                    <a:pt x="8551" y="77098"/>
                    <a:pt x="5461" y="73448"/>
                    <a:pt x="3255" y="68770"/>
                  </a:cubicBezTo>
                  <a:cubicBezTo>
                    <a:pt x="1085" y="64056"/>
                    <a:pt x="0" y="58645"/>
                    <a:pt x="0" y="52544"/>
                  </a:cubicBezTo>
                  <a:cubicBezTo>
                    <a:pt x="0" y="46594"/>
                    <a:pt x="992" y="41204"/>
                    <a:pt x="2975" y="36375"/>
                  </a:cubicBezTo>
                  <a:cubicBezTo>
                    <a:pt x="4958" y="31511"/>
                    <a:pt x="7933" y="27788"/>
                    <a:pt x="11900" y="25208"/>
                  </a:cubicBezTo>
                  <a:cubicBezTo>
                    <a:pt x="15867" y="22621"/>
                    <a:pt x="20300" y="21335"/>
                    <a:pt x="25201" y="21335"/>
                  </a:cubicBezTo>
                  <a:cubicBezTo>
                    <a:pt x="28794" y="21335"/>
                    <a:pt x="31999" y="22097"/>
                    <a:pt x="34802" y="23635"/>
                  </a:cubicBezTo>
                  <a:cubicBezTo>
                    <a:pt x="37611" y="25129"/>
                    <a:pt x="39896" y="27098"/>
                    <a:pt x="41650" y="29527"/>
                  </a:cubicBezTo>
                  <a:lnTo>
                    <a:pt x="41650" y="0"/>
                  </a:lnTo>
                  <a:lnTo>
                    <a:pt x="51703" y="0"/>
                  </a:lnTo>
                  <a:lnTo>
                    <a:pt x="51703" y="82301"/>
                  </a:lnTo>
                  <a:lnTo>
                    <a:pt x="42325" y="82301"/>
                  </a:lnTo>
                  <a:close/>
                  <a:moveTo>
                    <a:pt x="10384" y="52544"/>
                  </a:moveTo>
                  <a:cubicBezTo>
                    <a:pt x="10384" y="60182"/>
                    <a:pt x="11993" y="65888"/>
                    <a:pt x="15213" y="69668"/>
                  </a:cubicBezTo>
                  <a:cubicBezTo>
                    <a:pt x="18432" y="73448"/>
                    <a:pt x="22226" y="75338"/>
                    <a:pt x="26610" y="75338"/>
                  </a:cubicBezTo>
                  <a:cubicBezTo>
                    <a:pt x="31022" y="75338"/>
                    <a:pt x="34766" y="73541"/>
                    <a:pt x="37834" y="69948"/>
                  </a:cubicBezTo>
                  <a:cubicBezTo>
                    <a:pt x="40939" y="66319"/>
                    <a:pt x="42498" y="60800"/>
                    <a:pt x="42498" y="53392"/>
                  </a:cubicBezTo>
                  <a:cubicBezTo>
                    <a:pt x="42498" y="45228"/>
                    <a:pt x="40924" y="39243"/>
                    <a:pt x="37777" y="35427"/>
                  </a:cubicBezTo>
                  <a:cubicBezTo>
                    <a:pt x="34636" y="31604"/>
                    <a:pt x="30763" y="29700"/>
                    <a:pt x="26157" y="29700"/>
                  </a:cubicBezTo>
                  <a:cubicBezTo>
                    <a:pt x="21666" y="29700"/>
                    <a:pt x="17907" y="31532"/>
                    <a:pt x="14875" y="35197"/>
                  </a:cubicBezTo>
                  <a:cubicBezTo>
                    <a:pt x="11878" y="38869"/>
                    <a:pt x="10384" y="44646"/>
                    <a:pt x="10384" y="52544"/>
                  </a:cubicBezTo>
                  <a:close/>
                  <a:moveTo>
                    <a:pt x="63883" y="52493"/>
                  </a:moveTo>
                  <a:cubicBezTo>
                    <a:pt x="63883" y="41449"/>
                    <a:pt x="66952" y="33271"/>
                    <a:pt x="73089" y="27961"/>
                  </a:cubicBezTo>
                  <a:cubicBezTo>
                    <a:pt x="78219" y="23541"/>
                    <a:pt x="84471" y="21335"/>
                    <a:pt x="91844" y="21335"/>
                  </a:cubicBezTo>
                  <a:cubicBezTo>
                    <a:pt x="100036" y="21335"/>
                    <a:pt x="106740" y="24030"/>
                    <a:pt x="111943" y="29419"/>
                  </a:cubicBezTo>
                  <a:cubicBezTo>
                    <a:pt x="117146" y="34766"/>
                    <a:pt x="119747" y="42182"/>
                    <a:pt x="119747" y="51646"/>
                  </a:cubicBezTo>
                  <a:cubicBezTo>
                    <a:pt x="119747" y="59320"/>
                    <a:pt x="118583" y="65364"/>
                    <a:pt x="116262" y="69783"/>
                  </a:cubicBezTo>
                  <a:cubicBezTo>
                    <a:pt x="113977" y="74159"/>
                    <a:pt x="110628" y="77565"/>
                    <a:pt x="106216" y="80001"/>
                  </a:cubicBezTo>
                  <a:cubicBezTo>
                    <a:pt x="101832" y="82430"/>
                    <a:pt x="97046" y="83652"/>
                    <a:pt x="91844" y="83652"/>
                  </a:cubicBezTo>
                  <a:cubicBezTo>
                    <a:pt x="83494" y="83652"/>
                    <a:pt x="76739" y="80971"/>
                    <a:pt x="71572" y="75618"/>
                  </a:cubicBezTo>
                  <a:cubicBezTo>
                    <a:pt x="66449" y="70271"/>
                    <a:pt x="63883" y="62561"/>
                    <a:pt x="63883" y="52493"/>
                  </a:cubicBezTo>
                  <a:close/>
                  <a:moveTo>
                    <a:pt x="74267" y="52493"/>
                  </a:moveTo>
                  <a:cubicBezTo>
                    <a:pt x="74267" y="60125"/>
                    <a:pt x="75934" y="65852"/>
                    <a:pt x="79268" y="69668"/>
                  </a:cubicBezTo>
                  <a:cubicBezTo>
                    <a:pt x="82596" y="73448"/>
                    <a:pt x="86792" y="75338"/>
                    <a:pt x="91844" y="75338"/>
                  </a:cubicBezTo>
                  <a:cubicBezTo>
                    <a:pt x="96860" y="75338"/>
                    <a:pt x="101028" y="73433"/>
                    <a:pt x="104362" y="69610"/>
                  </a:cubicBezTo>
                  <a:cubicBezTo>
                    <a:pt x="107689" y="65795"/>
                    <a:pt x="109356" y="59974"/>
                    <a:pt x="109356" y="52156"/>
                  </a:cubicBezTo>
                  <a:cubicBezTo>
                    <a:pt x="109356" y="44783"/>
                    <a:pt x="107674" y="39207"/>
                    <a:pt x="104304" y="35427"/>
                  </a:cubicBezTo>
                  <a:cubicBezTo>
                    <a:pt x="100977" y="31604"/>
                    <a:pt x="96817" y="29700"/>
                    <a:pt x="91844" y="29700"/>
                  </a:cubicBezTo>
                  <a:cubicBezTo>
                    <a:pt x="86792" y="29700"/>
                    <a:pt x="82596" y="31589"/>
                    <a:pt x="79268" y="35369"/>
                  </a:cubicBezTo>
                  <a:cubicBezTo>
                    <a:pt x="75934" y="39149"/>
                    <a:pt x="74267" y="44855"/>
                    <a:pt x="74267" y="52493"/>
                  </a:cubicBezTo>
                  <a:close/>
                  <a:moveTo>
                    <a:pt x="129793" y="87245"/>
                  </a:moveTo>
                  <a:lnTo>
                    <a:pt x="139616" y="88703"/>
                  </a:lnTo>
                  <a:cubicBezTo>
                    <a:pt x="140026" y="91729"/>
                    <a:pt x="141168" y="93942"/>
                    <a:pt x="143044" y="95322"/>
                  </a:cubicBezTo>
                  <a:cubicBezTo>
                    <a:pt x="145552" y="97197"/>
                    <a:pt x="148972" y="98132"/>
                    <a:pt x="153313" y="98132"/>
                  </a:cubicBezTo>
                  <a:cubicBezTo>
                    <a:pt x="157991" y="98132"/>
                    <a:pt x="161605" y="97197"/>
                    <a:pt x="164149" y="95322"/>
                  </a:cubicBezTo>
                  <a:cubicBezTo>
                    <a:pt x="166693" y="93453"/>
                    <a:pt x="168417" y="90838"/>
                    <a:pt x="169316" y="87467"/>
                  </a:cubicBezTo>
                  <a:cubicBezTo>
                    <a:pt x="169840" y="85405"/>
                    <a:pt x="170085" y="81086"/>
                    <a:pt x="170049" y="74497"/>
                  </a:cubicBezTo>
                  <a:cubicBezTo>
                    <a:pt x="165629" y="79700"/>
                    <a:pt x="160125" y="82301"/>
                    <a:pt x="153542" y="82301"/>
                  </a:cubicBezTo>
                  <a:cubicBezTo>
                    <a:pt x="145343" y="82301"/>
                    <a:pt x="138998" y="79347"/>
                    <a:pt x="134507" y="73433"/>
                  </a:cubicBezTo>
                  <a:cubicBezTo>
                    <a:pt x="130016" y="67519"/>
                    <a:pt x="127774" y="60427"/>
                    <a:pt x="127774" y="52156"/>
                  </a:cubicBezTo>
                  <a:cubicBezTo>
                    <a:pt x="127774" y="46464"/>
                    <a:pt x="128801" y="41226"/>
                    <a:pt x="130856" y="36433"/>
                  </a:cubicBezTo>
                  <a:cubicBezTo>
                    <a:pt x="132919" y="31604"/>
                    <a:pt x="135894" y="27882"/>
                    <a:pt x="139788" y="25259"/>
                  </a:cubicBezTo>
                  <a:cubicBezTo>
                    <a:pt x="143719" y="22643"/>
                    <a:pt x="148318" y="21335"/>
                    <a:pt x="153593" y="21335"/>
                  </a:cubicBezTo>
                  <a:cubicBezTo>
                    <a:pt x="160635" y="21335"/>
                    <a:pt x="166434" y="24174"/>
                    <a:pt x="170997" y="29865"/>
                  </a:cubicBezTo>
                  <a:lnTo>
                    <a:pt x="170997" y="22679"/>
                  </a:lnTo>
                  <a:lnTo>
                    <a:pt x="180317" y="22679"/>
                  </a:lnTo>
                  <a:lnTo>
                    <a:pt x="180317" y="74217"/>
                  </a:lnTo>
                  <a:cubicBezTo>
                    <a:pt x="180317" y="83501"/>
                    <a:pt x="179362" y="90069"/>
                    <a:pt x="177457" y="93921"/>
                  </a:cubicBezTo>
                  <a:cubicBezTo>
                    <a:pt x="175582" y="97815"/>
                    <a:pt x="172592" y="100884"/>
                    <a:pt x="168475" y="103126"/>
                  </a:cubicBezTo>
                  <a:cubicBezTo>
                    <a:pt x="164393" y="105375"/>
                    <a:pt x="159363" y="106496"/>
                    <a:pt x="153370" y="106496"/>
                  </a:cubicBezTo>
                  <a:cubicBezTo>
                    <a:pt x="146263" y="106496"/>
                    <a:pt x="140514" y="104886"/>
                    <a:pt x="136138" y="101667"/>
                  </a:cubicBezTo>
                  <a:cubicBezTo>
                    <a:pt x="131755" y="98491"/>
                    <a:pt x="129642" y="93676"/>
                    <a:pt x="129793" y="87245"/>
                  </a:cubicBezTo>
                  <a:close/>
                  <a:moveTo>
                    <a:pt x="138157" y="51423"/>
                  </a:moveTo>
                  <a:cubicBezTo>
                    <a:pt x="138157" y="59248"/>
                    <a:pt x="139710" y="64954"/>
                    <a:pt x="142814" y="68547"/>
                  </a:cubicBezTo>
                  <a:cubicBezTo>
                    <a:pt x="145925" y="72140"/>
                    <a:pt x="149813" y="73936"/>
                    <a:pt x="154498" y="73936"/>
                  </a:cubicBezTo>
                  <a:cubicBezTo>
                    <a:pt x="159133" y="73936"/>
                    <a:pt x="163028" y="72161"/>
                    <a:pt x="166168" y="68604"/>
                  </a:cubicBezTo>
                  <a:cubicBezTo>
                    <a:pt x="169316" y="65011"/>
                    <a:pt x="170889" y="59392"/>
                    <a:pt x="170889" y="51760"/>
                  </a:cubicBezTo>
                  <a:cubicBezTo>
                    <a:pt x="170889" y="44460"/>
                    <a:pt x="169258" y="38962"/>
                    <a:pt x="166003" y="35254"/>
                  </a:cubicBezTo>
                  <a:cubicBezTo>
                    <a:pt x="162784" y="31553"/>
                    <a:pt x="158889" y="29700"/>
                    <a:pt x="154326" y="29700"/>
                  </a:cubicBezTo>
                  <a:cubicBezTo>
                    <a:pt x="149835" y="29700"/>
                    <a:pt x="146019" y="31532"/>
                    <a:pt x="142871" y="35197"/>
                  </a:cubicBezTo>
                  <a:cubicBezTo>
                    <a:pt x="139731" y="38833"/>
                    <a:pt x="138157" y="44237"/>
                    <a:pt x="138157" y="51423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1DA33F4-75CF-930C-548E-29919F7FCCFA}"/>
                </a:ext>
              </a:extLst>
            </p:cNvPr>
            <p:cNvSpPr/>
            <p:nvPr/>
          </p:nvSpPr>
          <p:spPr>
            <a:xfrm>
              <a:off x="5707297" y="5032493"/>
              <a:ext cx="553831" cy="453135"/>
            </a:xfrm>
            <a:custGeom>
              <a:avLst/>
              <a:gdLst>
                <a:gd name="csX0" fmla="*/ 366484 w 395227"/>
                <a:gd name="csY0" fmla="*/ 0 h 323368"/>
                <a:gd name="csX1" fmla="*/ 28744 w 395227"/>
                <a:gd name="csY1" fmla="*/ 0 h 323368"/>
                <a:gd name="csX2" fmla="*/ 0 w 395227"/>
                <a:gd name="csY2" fmla="*/ 28744 h 323368"/>
                <a:gd name="csX3" fmla="*/ 0 w 395227"/>
                <a:gd name="csY3" fmla="*/ 294624 h 323368"/>
                <a:gd name="csX4" fmla="*/ 28744 w 395227"/>
                <a:gd name="csY4" fmla="*/ 323368 h 323368"/>
                <a:gd name="csX5" fmla="*/ 366484 w 395227"/>
                <a:gd name="csY5" fmla="*/ 323368 h 323368"/>
                <a:gd name="csX6" fmla="*/ 395228 w 395227"/>
                <a:gd name="csY6" fmla="*/ 294624 h 323368"/>
                <a:gd name="csX7" fmla="*/ 395228 w 395227"/>
                <a:gd name="csY7" fmla="*/ 28744 h 323368"/>
                <a:gd name="csX8" fmla="*/ 366484 w 395227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23368">
                  <a:moveTo>
                    <a:pt x="36648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366484" y="323368"/>
                  </a:lnTo>
                  <a:cubicBezTo>
                    <a:pt x="382358" y="323368"/>
                    <a:pt x="395228" y="310498"/>
                    <a:pt x="395228" y="294624"/>
                  </a:cubicBezTo>
                  <a:lnTo>
                    <a:pt x="395228" y="28744"/>
                  </a:lnTo>
                  <a:cubicBezTo>
                    <a:pt x="395228" y="12870"/>
                    <a:pt x="382358" y="0"/>
                    <a:pt x="36648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895E6D3-C08F-5E5E-695F-00B37F428760}"/>
                </a:ext>
              </a:extLst>
            </p:cNvPr>
            <p:cNvSpPr/>
            <p:nvPr/>
          </p:nvSpPr>
          <p:spPr>
            <a:xfrm>
              <a:off x="5882418" y="5208873"/>
              <a:ext cx="202722" cy="119335"/>
            </a:xfrm>
            <a:custGeom>
              <a:avLst/>
              <a:gdLst>
                <a:gd name="csX0" fmla="*/ 0 w 144667"/>
                <a:gd name="csY0" fmla="*/ 60966 h 85160"/>
                <a:gd name="csX1" fmla="*/ 0 w 144667"/>
                <a:gd name="csY1" fmla="*/ 1344 h 85160"/>
                <a:gd name="csX2" fmla="*/ 9033 w 144667"/>
                <a:gd name="csY2" fmla="*/ 1344 h 85160"/>
                <a:gd name="csX3" fmla="*/ 9033 w 144667"/>
                <a:gd name="csY3" fmla="*/ 9708 h 85160"/>
                <a:gd name="csX4" fmla="*/ 16506 w 144667"/>
                <a:gd name="csY4" fmla="*/ 2695 h 85160"/>
                <a:gd name="csX5" fmla="*/ 27113 w 144667"/>
                <a:gd name="csY5" fmla="*/ 0 h 85160"/>
                <a:gd name="csX6" fmla="*/ 37949 w 144667"/>
                <a:gd name="csY6" fmla="*/ 2745 h 85160"/>
                <a:gd name="csX7" fmla="*/ 43957 w 144667"/>
                <a:gd name="csY7" fmla="*/ 10441 h 85160"/>
                <a:gd name="csX8" fmla="*/ 62367 w 144667"/>
                <a:gd name="csY8" fmla="*/ 0 h 85160"/>
                <a:gd name="csX9" fmla="*/ 76013 w 144667"/>
                <a:gd name="csY9" fmla="*/ 4937 h 85160"/>
                <a:gd name="csX10" fmla="*/ 80785 w 144667"/>
                <a:gd name="csY10" fmla="*/ 20042 h 85160"/>
                <a:gd name="csX11" fmla="*/ 80785 w 144667"/>
                <a:gd name="csY11" fmla="*/ 60966 h 85160"/>
                <a:gd name="csX12" fmla="*/ 70732 w 144667"/>
                <a:gd name="csY12" fmla="*/ 60966 h 85160"/>
                <a:gd name="csX13" fmla="*/ 70732 w 144667"/>
                <a:gd name="csY13" fmla="*/ 23405 h 85160"/>
                <a:gd name="csX14" fmla="*/ 69725 w 144667"/>
                <a:gd name="csY14" fmla="*/ 14703 h 85160"/>
                <a:gd name="csX15" fmla="*/ 66190 w 144667"/>
                <a:gd name="csY15" fmla="*/ 10384 h 85160"/>
                <a:gd name="csX16" fmla="*/ 60125 w 144667"/>
                <a:gd name="csY16" fmla="*/ 8753 h 85160"/>
                <a:gd name="csX17" fmla="*/ 49684 w 144667"/>
                <a:gd name="csY17" fmla="*/ 12964 h 85160"/>
                <a:gd name="csX18" fmla="*/ 45530 w 144667"/>
                <a:gd name="csY18" fmla="*/ 26329 h 85160"/>
                <a:gd name="csX19" fmla="*/ 45530 w 144667"/>
                <a:gd name="csY19" fmla="*/ 60966 h 85160"/>
                <a:gd name="csX20" fmla="*/ 35420 w 144667"/>
                <a:gd name="csY20" fmla="*/ 60966 h 85160"/>
                <a:gd name="csX21" fmla="*/ 35420 w 144667"/>
                <a:gd name="csY21" fmla="*/ 22226 h 85160"/>
                <a:gd name="csX22" fmla="*/ 32955 w 144667"/>
                <a:gd name="csY22" fmla="*/ 12123 h 85160"/>
                <a:gd name="csX23" fmla="*/ 24871 w 144667"/>
                <a:gd name="csY23" fmla="*/ 8753 h 85160"/>
                <a:gd name="csX24" fmla="*/ 16952 w 144667"/>
                <a:gd name="csY24" fmla="*/ 11002 h 85160"/>
                <a:gd name="csX25" fmla="*/ 11728 w 144667"/>
                <a:gd name="csY25" fmla="*/ 17570 h 85160"/>
                <a:gd name="csX26" fmla="*/ 10104 w 144667"/>
                <a:gd name="csY26" fmla="*/ 30030 h 85160"/>
                <a:gd name="csX27" fmla="*/ 10104 w 144667"/>
                <a:gd name="csY27" fmla="*/ 60966 h 85160"/>
                <a:gd name="csX28" fmla="*/ 0 w 144667"/>
                <a:gd name="csY28" fmla="*/ 60966 h 85160"/>
                <a:gd name="csX29" fmla="*/ 95322 w 144667"/>
                <a:gd name="csY29" fmla="*/ 83925 h 85160"/>
                <a:gd name="csX30" fmla="*/ 94201 w 144667"/>
                <a:gd name="csY30" fmla="*/ 74439 h 85160"/>
                <a:gd name="csX31" fmla="*/ 99985 w 144667"/>
                <a:gd name="csY31" fmla="*/ 75338 h 85160"/>
                <a:gd name="csX32" fmla="*/ 105375 w 144667"/>
                <a:gd name="csY32" fmla="*/ 74217 h 85160"/>
                <a:gd name="csX33" fmla="*/ 108688 w 144667"/>
                <a:gd name="csY33" fmla="*/ 71069 h 85160"/>
                <a:gd name="csX34" fmla="*/ 111771 w 144667"/>
                <a:gd name="csY34" fmla="*/ 63546 h 85160"/>
                <a:gd name="csX35" fmla="*/ 112669 w 144667"/>
                <a:gd name="csY35" fmla="*/ 61081 h 85160"/>
                <a:gd name="csX36" fmla="*/ 90047 w 144667"/>
                <a:gd name="csY36" fmla="*/ 1344 h 85160"/>
                <a:gd name="csX37" fmla="*/ 100941 w 144667"/>
                <a:gd name="csY37" fmla="*/ 1344 h 85160"/>
                <a:gd name="csX38" fmla="*/ 113344 w 144667"/>
                <a:gd name="csY38" fmla="*/ 35872 h 85160"/>
                <a:gd name="csX39" fmla="*/ 117670 w 144667"/>
                <a:gd name="csY39" fmla="*/ 49684 h 85160"/>
                <a:gd name="csX40" fmla="*/ 121824 w 144667"/>
                <a:gd name="csY40" fmla="*/ 36095 h 85160"/>
                <a:gd name="csX41" fmla="*/ 134564 w 144667"/>
                <a:gd name="csY41" fmla="*/ 1344 h 85160"/>
                <a:gd name="csX42" fmla="*/ 144668 w 144667"/>
                <a:gd name="csY42" fmla="*/ 1344 h 85160"/>
                <a:gd name="csX43" fmla="*/ 121989 w 144667"/>
                <a:gd name="csY43" fmla="*/ 61979 h 85160"/>
                <a:gd name="csX44" fmla="*/ 116319 w 144667"/>
                <a:gd name="csY44" fmla="*/ 75503 h 85160"/>
                <a:gd name="csX45" fmla="*/ 110146 w 144667"/>
                <a:gd name="csY45" fmla="*/ 82804 h 85160"/>
                <a:gd name="csX46" fmla="*/ 101832 w 144667"/>
                <a:gd name="csY46" fmla="*/ 85161 h 85160"/>
                <a:gd name="csX47" fmla="*/ 95322 w 144667"/>
                <a:gd name="csY47" fmla="*/ 83925 h 85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144667" h="85160">
                  <a:moveTo>
                    <a:pt x="0" y="60966"/>
                  </a:moveTo>
                  <a:lnTo>
                    <a:pt x="0" y="1344"/>
                  </a:lnTo>
                  <a:lnTo>
                    <a:pt x="9033" y="1344"/>
                  </a:lnTo>
                  <a:lnTo>
                    <a:pt x="9033" y="9708"/>
                  </a:lnTo>
                  <a:cubicBezTo>
                    <a:pt x="10908" y="6791"/>
                    <a:pt x="13395" y="4448"/>
                    <a:pt x="16506" y="2695"/>
                  </a:cubicBezTo>
                  <a:cubicBezTo>
                    <a:pt x="19611" y="898"/>
                    <a:pt x="23146" y="0"/>
                    <a:pt x="27113" y="0"/>
                  </a:cubicBezTo>
                  <a:cubicBezTo>
                    <a:pt x="31532" y="0"/>
                    <a:pt x="35139" y="913"/>
                    <a:pt x="37949" y="2745"/>
                  </a:cubicBezTo>
                  <a:cubicBezTo>
                    <a:pt x="40795" y="4585"/>
                    <a:pt x="42793" y="7143"/>
                    <a:pt x="43957" y="10441"/>
                  </a:cubicBezTo>
                  <a:cubicBezTo>
                    <a:pt x="48671" y="3478"/>
                    <a:pt x="54807" y="0"/>
                    <a:pt x="62367" y="0"/>
                  </a:cubicBezTo>
                  <a:cubicBezTo>
                    <a:pt x="68281" y="0"/>
                    <a:pt x="72830" y="1646"/>
                    <a:pt x="76013" y="4937"/>
                  </a:cubicBezTo>
                  <a:cubicBezTo>
                    <a:pt x="79189" y="8192"/>
                    <a:pt x="80785" y="13229"/>
                    <a:pt x="80785" y="20042"/>
                  </a:cubicBezTo>
                  <a:lnTo>
                    <a:pt x="80785" y="60966"/>
                  </a:lnTo>
                  <a:lnTo>
                    <a:pt x="70732" y="60966"/>
                  </a:lnTo>
                  <a:lnTo>
                    <a:pt x="70732" y="23405"/>
                  </a:lnTo>
                  <a:cubicBezTo>
                    <a:pt x="70732" y="19366"/>
                    <a:pt x="70401" y="16463"/>
                    <a:pt x="69725" y="14703"/>
                  </a:cubicBezTo>
                  <a:cubicBezTo>
                    <a:pt x="69086" y="12906"/>
                    <a:pt x="67907" y="11469"/>
                    <a:pt x="66190" y="10384"/>
                  </a:cubicBezTo>
                  <a:cubicBezTo>
                    <a:pt x="64465" y="9299"/>
                    <a:pt x="62446" y="8753"/>
                    <a:pt x="60125" y="8753"/>
                  </a:cubicBezTo>
                  <a:cubicBezTo>
                    <a:pt x="55928" y="8753"/>
                    <a:pt x="52450" y="10161"/>
                    <a:pt x="49684" y="12964"/>
                  </a:cubicBezTo>
                  <a:cubicBezTo>
                    <a:pt x="46910" y="15737"/>
                    <a:pt x="45530" y="20193"/>
                    <a:pt x="45530" y="26329"/>
                  </a:cubicBezTo>
                  <a:lnTo>
                    <a:pt x="45530" y="60966"/>
                  </a:lnTo>
                  <a:lnTo>
                    <a:pt x="35420" y="60966"/>
                  </a:lnTo>
                  <a:lnTo>
                    <a:pt x="35420" y="22226"/>
                  </a:lnTo>
                  <a:cubicBezTo>
                    <a:pt x="35420" y="17735"/>
                    <a:pt x="34600" y="14372"/>
                    <a:pt x="32955" y="12123"/>
                  </a:cubicBezTo>
                  <a:cubicBezTo>
                    <a:pt x="31302" y="9881"/>
                    <a:pt x="28607" y="8753"/>
                    <a:pt x="24871" y="8753"/>
                  </a:cubicBezTo>
                  <a:cubicBezTo>
                    <a:pt x="22025" y="8753"/>
                    <a:pt x="19388" y="9507"/>
                    <a:pt x="16952" y="11002"/>
                  </a:cubicBezTo>
                  <a:cubicBezTo>
                    <a:pt x="14559" y="12496"/>
                    <a:pt x="12813" y="14688"/>
                    <a:pt x="11728" y="17570"/>
                  </a:cubicBezTo>
                  <a:cubicBezTo>
                    <a:pt x="10643" y="20451"/>
                    <a:pt x="10104" y="24605"/>
                    <a:pt x="10104" y="30030"/>
                  </a:cubicBezTo>
                  <a:lnTo>
                    <a:pt x="10104" y="60966"/>
                  </a:lnTo>
                  <a:lnTo>
                    <a:pt x="0" y="60966"/>
                  </a:lnTo>
                  <a:close/>
                  <a:moveTo>
                    <a:pt x="95322" y="83925"/>
                  </a:moveTo>
                  <a:lnTo>
                    <a:pt x="94201" y="74439"/>
                  </a:lnTo>
                  <a:cubicBezTo>
                    <a:pt x="96407" y="75036"/>
                    <a:pt x="98340" y="75338"/>
                    <a:pt x="99985" y="75338"/>
                  </a:cubicBezTo>
                  <a:cubicBezTo>
                    <a:pt x="102228" y="75338"/>
                    <a:pt x="104024" y="74964"/>
                    <a:pt x="105375" y="74217"/>
                  </a:cubicBezTo>
                  <a:cubicBezTo>
                    <a:pt x="106719" y="73469"/>
                    <a:pt x="107825" y="72420"/>
                    <a:pt x="108688" y="71069"/>
                  </a:cubicBezTo>
                  <a:cubicBezTo>
                    <a:pt x="109320" y="70063"/>
                    <a:pt x="110348" y="67555"/>
                    <a:pt x="111771" y="63546"/>
                  </a:cubicBezTo>
                  <a:cubicBezTo>
                    <a:pt x="111957" y="62985"/>
                    <a:pt x="112259" y="62166"/>
                    <a:pt x="112669" y="61081"/>
                  </a:cubicBezTo>
                  <a:lnTo>
                    <a:pt x="90047" y="1344"/>
                  </a:lnTo>
                  <a:lnTo>
                    <a:pt x="100941" y="1344"/>
                  </a:lnTo>
                  <a:lnTo>
                    <a:pt x="113344" y="35872"/>
                  </a:lnTo>
                  <a:cubicBezTo>
                    <a:pt x="114954" y="40249"/>
                    <a:pt x="116398" y="44855"/>
                    <a:pt x="117670" y="49684"/>
                  </a:cubicBezTo>
                  <a:cubicBezTo>
                    <a:pt x="118827" y="45042"/>
                    <a:pt x="120214" y="40514"/>
                    <a:pt x="121824" y="36095"/>
                  </a:cubicBezTo>
                  <a:lnTo>
                    <a:pt x="134564" y="1344"/>
                  </a:lnTo>
                  <a:lnTo>
                    <a:pt x="144668" y="1344"/>
                  </a:lnTo>
                  <a:lnTo>
                    <a:pt x="121989" y="61979"/>
                  </a:lnTo>
                  <a:cubicBezTo>
                    <a:pt x="119560" y="68525"/>
                    <a:pt x="117670" y="73038"/>
                    <a:pt x="116319" y="75503"/>
                  </a:cubicBezTo>
                  <a:cubicBezTo>
                    <a:pt x="114523" y="78837"/>
                    <a:pt x="112467" y="81273"/>
                    <a:pt x="110146" y="82804"/>
                  </a:cubicBezTo>
                  <a:cubicBezTo>
                    <a:pt x="107825" y="84378"/>
                    <a:pt x="105052" y="85161"/>
                    <a:pt x="101832" y="85161"/>
                  </a:cubicBezTo>
                  <a:cubicBezTo>
                    <a:pt x="99892" y="85161"/>
                    <a:pt x="97722" y="84751"/>
                    <a:pt x="95322" y="83925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4BDD6BF-03A3-2873-FF3B-5FEC0DE4F860}"/>
                </a:ext>
              </a:extLst>
            </p:cNvPr>
            <p:cNvSpPr/>
            <p:nvPr/>
          </p:nvSpPr>
          <p:spPr>
            <a:xfrm>
              <a:off x="6361827" y="5032493"/>
              <a:ext cx="553831" cy="453135"/>
            </a:xfrm>
            <a:custGeom>
              <a:avLst/>
              <a:gdLst>
                <a:gd name="csX0" fmla="*/ 366484 w 395227"/>
                <a:gd name="csY0" fmla="*/ 0 h 323368"/>
                <a:gd name="csX1" fmla="*/ 28744 w 395227"/>
                <a:gd name="csY1" fmla="*/ 0 h 323368"/>
                <a:gd name="csX2" fmla="*/ 0 w 395227"/>
                <a:gd name="csY2" fmla="*/ 28744 h 323368"/>
                <a:gd name="csX3" fmla="*/ 0 w 395227"/>
                <a:gd name="csY3" fmla="*/ 294624 h 323368"/>
                <a:gd name="csX4" fmla="*/ 28744 w 395227"/>
                <a:gd name="csY4" fmla="*/ 323368 h 323368"/>
                <a:gd name="csX5" fmla="*/ 366484 w 395227"/>
                <a:gd name="csY5" fmla="*/ 323368 h 323368"/>
                <a:gd name="csX6" fmla="*/ 395228 w 395227"/>
                <a:gd name="csY6" fmla="*/ 294624 h 323368"/>
                <a:gd name="csX7" fmla="*/ 395228 w 395227"/>
                <a:gd name="csY7" fmla="*/ 28744 h 323368"/>
                <a:gd name="csX8" fmla="*/ 366484 w 395227"/>
                <a:gd name="csY8" fmla="*/ 0 h 323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227" h="323368">
                  <a:moveTo>
                    <a:pt x="366484" y="0"/>
                  </a:moveTo>
                  <a:lnTo>
                    <a:pt x="28744" y="0"/>
                  </a:lnTo>
                  <a:cubicBezTo>
                    <a:pt x="12870" y="0"/>
                    <a:pt x="0" y="12870"/>
                    <a:pt x="0" y="28744"/>
                  </a:cubicBezTo>
                  <a:lnTo>
                    <a:pt x="0" y="294624"/>
                  </a:lnTo>
                  <a:cubicBezTo>
                    <a:pt x="0" y="310498"/>
                    <a:pt x="12870" y="323368"/>
                    <a:pt x="28744" y="323368"/>
                  </a:cubicBezTo>
                  <a:lnTo>
                    <a:pt x="366484" y="323368"/>
                  </a:lnTo>
                  <a:cubicBezTo>
                    <a:pt x="382358" y="323368"/>
                    <a:pt x="395228" y="310498"/>
                    <a:pt x="395228" y="294624"/>
                  </a:cubicBezTo>
                  <a:lnTo>
                    <a:pt x="395228" y="28744"/>
                  </a:lnTo>
                  <a:cubicBezTo>
                    <a:pt x="395228" y="12870"/>
                    <a:pt x="382358" y="0"/>
                    <a:pt x="366484" y="0"/>
                  </a:cubicBezTo>
                  <a:close/>
                </a:path>
              </a:pathLst>
            </a:custGeom>
            <a:solidFill>
              <a:srgbClr val="F5E6A3"/>
            </a:solidFill>
            <a:ln w="14367" cap="flat">
              <a:solidFill>
                <a:srgbClr val="D4C078"/>
              </a:solidFill>
              <a:prstDash val="solid"/>
              <a:miter/>
            </a:ln>
          </p:spPr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5A7377B-3928-7584-AB09-C821F53323EB}"/>
                </a:ext>
              </a:extLst>
            </p:cNvPr>
            <p:cNvSpPr/>
            <p:nvPr/>
          </p:nvSpPr>
          <p:spPr>
            <a:xfrm>
              <a:off x="6532457" y="5181574"/>
              <a:ext cx="207535" cy="114622"/>
            </a:xfrm>
            <a:custGeom>
              <a:avLst/>
              <a:gdLst>
                <a:gd name="csX0" fmla="*/ 41995 w 148102"/>
                <a:gd name="csY0" fmla="*/ 58609 h 81797"/>
                <a:gd name="csX1" fmla="*/ 51933 w 148102"/>
                <a:gd name="csY1" fmla="*/ 59902 h 81797"/>
                <a:gd name="csX2" fmla="*/ 43568 w 148102"/>
                <a:gd name="csY2" fmla="*/ 76013 h 81797"/>
                <a:gd name="csX3" fmla="*/ 27120 w 148102"/>
                <a:gd name="csY3" fmla="*/ 81798 h 81797"/>
                <a:gd name="csX4" fmla="*/ 7416 w 148102"/>
                <a:gd name="csY4" fmla="*/ 73821 h 81797"/>
                <a:gd name="csX5" fmla="*/ 0 w 148102"/>
                <a:gd name="csY5" fmla="*/ 50862 h 81797"/>
                <a:gd name="csX6" fmla="*/ 3205 w 148102"/>
                <a:gd name="csY6" fmla="*/ 33961 h 81797"/>
                <a:gd name="csX7" fmla="*/ 12913 w 148102"/>
                <a:gd name="csY7" fmla="*/ 23125 h 81797"/>
                <a:gd name="csX8" fmla="*/ 27177 w 148102"/>
                <a:gd name="csY8" fmla="*/ 19481 h 81797"/>
                <a:gd name="csX9" fmla="*/ 43065 w 148102"/>
                <a:gd name="csY9" fmla="*/ 24418 h 81797"/>
                <a:gd name="csX10" fmla="*/ 50977 w 148102"/>
                <a:gd name="csY10" fmla="*/ 38344 h 81797"/>
                <a:gd name="csX11" fmla="*/ 41154 w 148102"/>
                <a:gd name="csY11" fmla="*/ 39861 h 81797"/>
                <a:gd name="csX12" fmla="*/ 36160 w 148102"/>
                <a:gd name="csY12" fmla="*/ 30821 h 81797"/>
                <a:gd name="csX13" fmla="*/ 27565 w 148102"/>
                <a:gd name="csY13" fmla="*/ 27788 h 81797"/>
                <a:gd name="csX14" fmla="*/ 15162 w 148102"/>
                <a:gd name="csY14" fmla="*/ 33293 h 81797"/>
                <a:gd name="csX15" fmla="*/ 10391 w 148102"/>
                <a:gd name="csY15" fmla="*/ 50582 h 81797"/>
                <a:gd name="csX16" fmla="*/ 14990 w 148102"/>
                <a:gd name="csY16" fmla="*/ 68037 h 81797"/>
                <a:gd name="csX17" fmla="*/ 27005 w 148102"/>
                <a:gd name="csY17" fmla="*/ 73484 h 81797"/>
                <a:gd name="csX18" fmla="*/ 36943 w 148102"/>
                <a:gd name="csY18" fmla="*/ 69833 h 81797"/>
                <a:gd name="csX19" fmla="*/ 41995 w 148102"/>
                <a:gd name="csY19" fmla="*/ 58609 h 81797"/>
                <a:gd name="csX20" fmla="*/ 99482 w 148102"/>
                <a:gd name="csY20" fmla="*/ 73096 h 81797"/>
                <a:gd name="csX21" fmla="*/ 88646 w 148102"/>
                <a:gd name="csY21" fmla="*/ 79829 h 81797"/>
                <a:gd name="csX22" fmla="*/ 77529 w 148102"/>
                <a:gd name="csY22" fmla="*/ 81798 h 81797"/>
                <a:gd name="csX23" fmla="*/ 62432 w 148102"/>
                <a:gd name="csY23" fmla="*/ 77019 h 81797"/>
                <a:gd name="csX24" fmla="*/ 57150 w 148102"/>
                <a:gd name="csY24" fmla="*/ 64724 h 81797"/>
                <a:gd name="csX25" fmla="*/ 59119 w 148102"/>
                <a:gd name="csY25" fmla="*/ 56755 h 81797"/>
                <a:gd name="csX26" fmla="*/ 64336 w 148102"/>
                <a:gd name="csY26" fmla="*/ 50920 h 81797"/>
                <a:gd name="csX27" fmla="*/ 71637 w 148102"/>
                <a:gd name="csY27" fmla="*/ 47607 h 81797"/>
                <a:gd name="csX28" fmla="*/ 80619 w 148102"/>
                <a:gd name="csY28" fmla="*/ 46091 h 81797"/>
                <a:gd name="csX29" fmla="*/ 98642 w 148102"/>
                <a:gd name="csY29" fmla="*/ 42606 h 81797"/>
                <a:gd name="csX30" fmla="*/ 98699 w 148102"/>
                <a:gd name="csY30" fmla="*/ 39968 h 81797"/>
                <a:gd name="csX31" fmla="*/ 95832 w 148102"/>
                <a:gd name="csY31" fmla="*/ 31266 h 81797"/>
                <a:gd name="csX32" fmla="*/ 84327 w 148102"/>
                <a:gd name="csY32" fmla="*/ 27846 h 81797"/>
                <a:gd name="csX33" fmla="*/ 73771 w 148102"/>
                <a:gd name="csY33" fmla="*/ 30368 h 81797"/>
                <a:gd name="csX34" fmla="*/ 68777 w 148102"/>
                <a:gd name="csY34" fmla="*/ 39185 h 81797"/>
                <a:gd name="csX35" fmla="*/ 58896 w 148102"/>
                <a:gd name="csY35" fmla="*/ 37834 h 81797"/>
                <a:gd name="csX36" fmla="*/ 63330 w 148102"/>
                <a:gd name="csY36" fmla="*/ 27616 h 81797"/>
                <a:gd name="csX37" fmla="*/ 72255 w 148102"/>
                <a:gd name="csY37" fmla="*/ 21608 h 81797"/>
                <a:gd name="csX38" fmla="*/ 85786 w 148102"/>
                <a:gd name="csY38" fmla="*/ 19481 h 81797"/>
                <a:gd name="csX39" fmla="*/ 98189 w 148102"/>
                <a:gd name="csY39" fmla="*/ 21278 h 81797"/>
                <a:gd name="csX40" fmla="*/ 105210 w 148102"/>
                <a:gd name="csY40" fmla="*/ 25819 h 81797"/>
                <a:gd name="csX41" fmla="*/ 108350 w 148102"/>
                <a:gd name="csY41" fmla="*/ 32675 h 81797"/>
                <a:gd name="csX42" fmla="*/ 108860 w 148102"/>
                <a:gd name="csY42" fmla="*/ 41988 h 81797"/>
                <a:gd name="csX43" fmla="*/ 108860 w 148102"/>
                <a:gd name="csY43" fmla="*/ 55461 h 81797"/>
                <a:gd name="csX44" fmla="*/ 109478 w 148102"/>
                <a:gd name="csY44" fmla="*/ 73318 h 81797"/>
                <a:gd name="csX45" fmla="*/ 112058 w 148102"/>
                <a:gd name="csY45" fmla="*/ 80447 h 81797"/>
                <a:gd name="csX46" fmla="*/ 101502 w 148102"/>
                <a:gd name="csY46" fmla="*/ 80447 h 81797"/>
                <a:gd name="csX47" fmla="*/ 99482 w 148102"/>
                <a:gd name="csY47" fmla="*/ 73096 h 81797"/>
                <a:gd name="csX48" fmla="*/ 98642 w 148102"/>
                <a:gd name="csY48" fmla="*/ 50525 h 81797"/>
                <a:gd name="csX49" fmla="*/ 82135 w 148102"/>
                <a:gd name="csY49" fmla="*/ 54340 h 81797"/>
                <a:gd name="csX50" fmla="*/ 73318 w 148102"/>
                <a:gd name="csY50" fmla="*/ 56360 h 81797"/>
                <a:gd name="csX51" fmla="*/ 69337 w 148102"/>
                <a:gd name="csY51" fmla="*/ 59672 h 81797"/>
                <a:gd name="csX52" fmla="*/ 67929 w 148102"/>
                <a:gd name="csY52" fmla="*/ 64444 h 81797"/>
                <a:gd name="csX53" fmla="*/ 70961 w 148102"/>
                <a:gd name="csY53" fmla="*/ 71184 h 81797"/>
                <a:gd name="csX54" fmla="*/ 79944 w 148102"/>
                <a:gd name="csY54" fmla="*/ 73879 h 81797"/>
                <a:gd name="csX55" fmla="*/ 90335 w 148102"/>
                <a:gd name="csY55" fmla="*/ 71350 h 81797"/>
                <a:gd name="csX56" fmla="*/ 97010 w 148102"/>
                <a:gd name="csY56" fmla="*/ 64336 h 81797"/>
                <a:gd name="csX57" fmla="*/ 98642 w 148102"/>
                <a:gd name="csY57" fmla="*/ 54232 h 81797"/>
                <a:gd name="csX58" fmla="*/ 98642 w 148102"/>
                <a:gd name="csY58" fmla="*/ 50525 h 81797"/>
                <a:gd name="csX59" fmla="*/ 146644 w 148102"/>
                <a:gd name="csY59" fmla="*/ 71407 h 81797"/>
                <a:gd name="csX60" fmla="*/ 148103 w 148102"/>
                <a:gd name="csY60" fmla="*/ 80332 h 81797"/>
                <a:gd name="csX61" fmla="*/ 140464 w 148102"/>
                <a:gd name="csY61" fmla="*/ 81230 h 81797"/>
                <a:gd name="csX62" fmla="*/ 131934 w 148102"/>
                <a:gd name="csY62" fmla="*/ 79491 h 81797"/>
                <a:gd name="csX63" fmla="*/ 127666 w 148102"/>
                <a:gd name="csY63" fmla="*/ 74942 h 81797"/>
                <a:gd name="csX64" fmla="*/ 126430 w 148102"/>
                <a:gd name="csY64" fmla="*/ 62985 h 81797"/>
                <a:gd name="csX65" fmla="*/ 126430 w 148102"/>
                <a:gd name="csY65" fmla="*/ 28686 h 81797"/>
                <a:gd name="csX66" fmla="*/ 119021 w 148102"/>
                <a:gd name="csY66" fmla="*/ 28686 h 81797"/>
                <a:gd name="csX67" fmla="*/ 119021 w 148102"/>
                <a:gd name="csY67" fmla="*/ 20825 h 81797"/>
                <a:gd name="csX68" fmla="*/ 126430 w 148102"/>
                <a:gd name="csY68" fmla="*/ 20825 h 81797"/>
                <a:gd name="csX69" fmla="*/ 126430 w 148102"/>
                <a:gd name="csY69" fmla="*/ 6058 h 81797"/>
                <a:gd name="csX70" fmla="*/ 136483 w 148102"/>
                <a:gd name="csY70" fmla="*/ 0 h 81797"/>
                <a:gd name="csX71" fmla="*/ 136483 w 148102"/>
                <a:gd name="csY71" fmla="*/ 20825 h 81797"/>
                <a:gd name="csX72" fmla="*/ 146644 w 148102"/>
                <a:gd name="csY72" fmla="*/ 20825 h 81797"/>
                <a:gd name="csX73" fmla="*/ 146644 w 148102"/>
                <a:gd name="csY73" fmla="*/ 28686 h 81797"/>
                <a:gd name="csX74" fmla="*/ 136483 w 148102"/>
                <a:gd name="csY74" fmla="*/ 28686 h 81797"/>
                <a:gd name="csX75" fmla="*/ 136483 w 148102"/>
                <a:gd name="csY75" fmla="*/ 63546 h 81797"/>
                <a:gd name="csX76" fmla="*/ 136986 w 148102"/>
                <a:gd name="csY76" fmla="*/ 69107 h 81797"/>
                <a:gd name="csX77" fmla="*/ 138725 w 148102"/>
                <a:gd name="csY77" fmla="*/ 71069 h 81797"/>
                <a:gd name="csX78" fmla="*/ 142203 w 148102"/>
                <a:gd name="csY78" fmla="*/ 71802 h 81797"/>
                <a:gd name="csX79" fmla="*/ 146644 w 148102"/>
                <a:gd name="csY79" fmla="*/ 71407 h 81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148102" h="81797">
                  <a:moveTo>
                    <a:pt x="41995" y="58609"/>
                  </a:moveTo>
                  <a:lnTo>
                    <a:pt x="51933" y="59902"/>
                  </a:lnTo>
                  <a:cubicBezTo>
                    <a:pt x="50848" y="66750"/>
                    <a:pt x="48060" y="72118"/>
                    <a:pt x="43568" y="76013"/>
                  </a:cubicBezTo>
                  <a:cubicBezTo>
                    <a:pt x="39113" y="79865"/>
                    <a:pt x="33630" y="81798"/>
                    <a:pt x="27120" y="81798"/>
                  </a:cubicBezTo>
                  <a:cubicBezTo>
                    <a:pt x="18957" y="81798"/>
                    <a:pt x="12389" y="79139"/>
                    <a:pt x="7416" y="73821"/>
                  </a:cubicBezTo>
                  <a:cubicBezTo>
                    <a:pt x="2472" y="68468"/>
                    <a:pt x="0" y="60815"/>
                    <a:pt x="0" y="50862"/>
                  </a:cubicBezTo>
                  <a:cubicBezTo>
                    <a:pt x="0" y="44424"/>
                    <a:pt x="1071" y="38790"/>
                    <a:pt x="3205" y="33961"/>
                  </a:cubicBezTo>
                  <a:cubicBezTo>
                    <a:pt x="5339" y="29132"/>
                    <a:pt x="8573" y="25525"/>
                    <a:pt x="12913" y="23125"/>
                  </a:cubicBezTo>
                  <a:cubicBezTo>
                    <a:pt x="17296" y="20696"/>
                    <a:pt x="22046" y="19481"/>
                    <a:pt x="27177" y="19481"/>
                  </a:cubicBezTo>
                  <a:cubicBezTo>
                    <a:pt x="33652" y="19481"/>
                    <a:pt x="38948" y="21127"/>
                    <a:pt x="43065" y="24418"/>
                  </a:cubicBezTo>
                  <a:cubicBezTo>
                    <a:pt x="47176" y="27673"/>
                    <a:pt x="49820" y="32315"/>
                    <a:pt x="50977" y="38344"/>
                  </a:cubicBezTo>
                  <a:lnTo>
                    <a:pt x="41154" y="39861"/>
                  </a:lnTo>
                  <a:cubicBezTo>
                    <a:pt x="40220" y="35851"/>
                    <a:pt x="38553" y="32840"/>
                    <a:pt x="36160" y="30821"/>
                  </a:cubicBezTo>
                  <a:cubicBezTo>
                    <a:pt x="33796" y="28794"/>
                    <a:pt x="30936" y="27788"/>
                    <a:pt x="27565" y="27788"/>
                  </a:cubicBezTo>
                  <a:cubicBezTo>
                    <a:pt x="22478" y="27788"/>
                    <a:pt x="18339" y="29621"/>
                    <a:pt x="15162" y="33293"/>
                  </a:cubicBezTo>
                  <a:cubicBezTo>
                    <a:pt x="11979" y="36921"/>
                    <a:pt x="10391" y="42685"/>
                    <a:pt x="10391" y="50582"/>
                  </a:cubicBezTo>
                  <a:cubicBezTo>
                    <a:pt x="10391" y="58587"/>
                    <a:pt x="11921" y="64408"/>
                    <a:pt x="14990" y="68037"/>
                  </a:cubicBezTo>
                  <a:cubicBezTo>
                    <a:pt x="18058" y="71673"/>
                    <a:pt x="22068" y="73484"/>
                    <a:pt x="27005" y="73484"/>
                  </a:cubicBezTo>
                  <a:cubicBezTo>
                    <a:pt x="30971" y="73484"/>
                    <a:pt x="34284" y="72269"/>
                    <a:pt x="36943" y="69833"/>
                  </a:cubicBezTo>
                  <a:cubicBezTo>
                    <a:pt x="39602" y="67404"/>
                    <a:pt x="41283" y="63660"/>
                    <a:pt x="41995" y="58609"/>
                  </a:cubicBezTo>
                  <a:close/>
                  <a:moveTo>
                    <a:pt x="99482" y="73096"/>
                  </a:moveTo>
                  <a:cubicBezTo>
                    <a:pt x="95739" y="76272"/>
                    <a:pt x="92131" y="78521"/>
                    <a:pt x="88646" y="79829"/>
                  </a:cubicBezTo>
                  <a:cubicBezTo>
                    <a:pt x="85204" y="81137"/>
                    <a:pt x="81496" y="81798"/>
                    <a:pt x="77529" y="81798"/>
                  </a:cubicBezTo>
                  <a:cubicBezTo>
                    <a:pt x="70983" y="81798"/>
                    <a:pt x="65946" y="80203"/>
                    <a:pt x="62432" y="77019"/>
                  </a:cubicBezTo>
                  <a:cubicBezTo>
                    <a:pt x="58910" y="73807"/>
                    <a:pt x="57150" y="69704"/>
                    <a:pt x="57150" y="64724"/>
                  </a:cubicBezTo>
                  <a:cubicBezTo>
                    <a:pt x="57150" y="61807"/>
                    <a:pt x="57811" y="59148"/>
                    <a:pt x="59119" y="56755"/>
                  </a:cubicBezTo>
                  <a:cubicBezTo>
                    <a:pt x="60463" y="54326"/>
                    <a:pt x="62209" y="52378"/>
                    <a:pt x="64336" y="50920"/>
                  </a:cubicBezTo>
                  <a:cubicBezTo>
                    <a:pt x="66513" y="49461"/>
                    <a:pt x="68942" y="48354"/>
                    <a:pt x="71637" y="47607"/>
                  </a:cubicBezTo>
                  <a:cubicBezTo>
                    <a:pt x="73620" y="47082"/>
                    <a:pt x="76617" y="46572"/>
                    <a:pt x="80619" y="46091"/>
                  </a:cubicBezTo>
                  <a:cubicBezTo>
                    <a:pt x="88775" y="45114"/>
                    <a:pt x="94783" y="43957"/>
                    <a:pt x="98642" y="42606"/>
                  </a:cubicBezTo>
                  <a:cubicBezTo>
                    <a:pt x="98678" y="41226"/>
                    <a:pt x="98699" y="40342"/>
                    <a:pt x="98699" y="39968"/>
                  </a:cubicBezTo>
                  <a:cubicBezTo>
                    <a:pt x="98699" y="35851"/>
                    <a:pt x="97743" y="32955"/>
                    <a:pt x="95832" y="31266"/>
                  </a:cubicBezTo>
                  <a:cubicBezTo>
                    <a:pt x="93252" y="28988"/>
                    <a:pt x="89415" y="27846"/>
                    <a:pt x="84327" y="27846"/>
                  </a:cubicBezTo>
                  <a:cubicBezTo>
                    <a:pt x="79570" y="27846"/>
                    <a:pt x="76056" y="28686"/>
                    <a:pt x="73771" y="30368"/>
                  </a:cubicBezTo>
                  <a:cubicBezTo>
                    <a:pt x="71522" y="32014"/>
                    <a:pt x="69862" y="34953"/>
                    <a:pt x="68777" y="39185"/>
                  </a:cubicBezTo>
                  <a:lnTo>
                    <a:pt x="58896" y="37834"/>
                  </a:lnTo>
                  <a:cubicBezTo>
                    <a:pt x="59794" y="33609"/>
                    <a:pt x="61267" y="30203"/>
                    <a:pt x="63330" y="27616"/>
                  </a:cubicBezTo>
                  <a:cubicBezTo>
                    <a:pt x="65385" y="25000"/>
                    <a:pt x="68360" y="22995"/>
                    <a:pt x="72255" y="21608"/>
                  </a:cubicBezTo>
                  <a:cubicBezTo>
                    <a:pt x="76150" y="20193"/>
                    <a:pt x="80655" y="19481"/>
                    <a:pt x="85786" y="19481"/>
                  </a:cubicBezTo>
                  <a:cubicBezTo>
                    <a:pt x="90874" y="19481"/>
                    <a:pt x="95013" y="20078"/>
                    <a:pt x="98189" y="21278"/>
                  </a:cubicBezTo>
                  <a:cubicBezTo>
                    <a:pt x="101372" y="22471"/>
                    <a:pt x="103715" y="23987"/>
                    <a:pt x="105210" y="25819"/>
                  </a:cubicBezTo>
                  <a:cubicBezTo>
                    <a:pt x="106704" y="27616"/>
                    <a:pt x="107753" y="29901"/>
                    <a:pt x="108350" y="32675"/>
                  </a:cubicBezTo>
                  <a:cubicBezTo>
                    <a:pt x="108688" y="34392"/>
                    <a:pt x="108860" y="37496"/>
                    <a:pt x="108860" y="41988"/>
                  </a:cubicBezTo>
                  <a:lnTo>
                    <a:pt x="108860" y="55461"/>
                  </a:lnTo>
                  <a:cubicBezTo>
                    <a:pt x="108860" y="64860"/>
                    <a:pt x="109061" y="70810"/>
                    <a:pt x="109478" y="73318"/>
                  </a:cubicBezTo>
                  <a:cubicBezTo>
                    <a:pt x="109924" y="75790"/>
                    <a:pt x="110786" y="78162"/>
                    <a:pt x="112058" y="80447"/>
                  </a:cubicBezTo>
                  <a:lnTo>
                    <a:pt x="101502" y="80447"/>
                  </a:lnTo>
                  <a:cubicBezTo>
                    <a:pt x="100453" y="78349"/>
                    <a:pt x="99784" y="75898"/>
                    <a:pt x="99482" y="73096"/>
                  </a:cubicBezTo>
                  <a:close/>
                  <a:moveTo>
                    <a:pt x="98642" y="50525"/>
                  </a:moveTo>
                  <a:cubicBezTo>
                    <a:pt x="94970" y="52019"/>
                    <a:pt x="89472" y="53291"/>
                    <a:pt x="82135" y="54340"/>
                  </a:cubicBezTo>
                  <a:cubicBezTo>
                    <a:pt x="77982" y="54944"/>
                    <a:pt x="75043" y="55612"/>
                    <a:pt x="73318" y="56360"/>
                  </a:cubicBezTo>
                  <a:cubicBezTo>
                    <a:pt x="71601" y="57114"/>
                    <a:pt x="70271" y="58214"/>
                    <a:pt x="69337" y="59672"/>
                  </a:cubicBezTo>
                  <a:cubicBezTo>
                    <a:pt x="68403" y="61095"/>
                    <a:pt x="67929" y="62690"/>
                    <a:pt x="67929" y="64444"/>
                  </a:cubicBezTo>
                  <a:cubicBezTo>
                    <a:pt x="67929" y="67139"/>
                    <a:pt x="68942" y="69388"/>
                    <a:pt x="70961" y="71184"/>
                  </a:cubicBezTo>
                  <a:cubicBezTo>
                    <a:pt x="73024" y="72981"/>
                    <a:pt x="76013" y="73879"/>
                    <a:pt x="79944" y="73879"/>
                  </a:cubicBezTo>
                  <a:cubicBezTo>
                    <a:pt x="83839" y="73879"/>
                    <a:pt x="87302" y="73038"/>
                    <a:pt x="90335" y="71350"/>
                  </a:cubicBezTo>
                  <a:cubicBezTo>
                    <a:pt x="93367" y="69632"/>
                    <a:pt x="95588" y="67289"/>
                    <a:pt x="97010" y="64336"/>
                  </a:cubicBezTo>
                  <a:cubicBezTo>
                    <a:pt x="98096" y="62051"/>
                    <a:pt x="98642" y="58681"/>
                    <a:pt x="98642" y="54232"/>
                  </a:cubicBezTo>
                  <a:lnTo>
                    <a:pt x="98642" y="50525"/>
                  </a:lnTo>
                  <a:close/>
                  <a:moveTo>
                    <a:pt x="146644" y="71407"/>
                  </a:moveTo>
                  <a:lnTo>
                    <a:pt x="148103" y="80332"/>
                  </a:lnTo>
                  <a:cubicBezTo>
                    <a:pt x="145257" y="80935"/>
                    <a:pt x="142713" y="81230"/>
                    <a:pt x="140464" y="81230"/>
                  </a:cubicBezTo>
                  <a:cubicBezTo>
                    <a:pt x="136799" y="81230"/>
                    <a:pt x="133953" y="80655"/>
                    <a:pt x="131934" y="79491"/>
                  </a:cubicBezTo>
                  <a:cubicBezTo>
                    <a:pt x="129908" y="78334"/>
                    <a:pt x="128492" y="76818"/>
                    <a:pt x="127666" y="74942"/>
                  </a:cubicBezTo>
                  <a:cubicBezTo>
                    <a:pt x="126839" y="73038"/>
                    <a:pt x="126430" y="69050"/>
                    <a:pt x="126430" y="62985"/>
                  </a:cubicBezTo>
                  <a:lnTo>
                    <a:pt x="126430" y="28686"/>
                  </a:lnTo>
                  <a:lnTo>
                    <a:pt x="119021" y="28686"/>
                  </a:lnTo>
                  <a:lnTo>
                    <a:pt x="119021" y="20825"/>
                  </a:lnTo>
                  <a:lnTo>
                    <a:pt x="126430" y="20825"/>
                  </a:lnTo>
                  <a:lnTo>
                    <a:pt x="126430" y="6058"/>
                  </a:lnTo>
                  <a:lnTo>
                    <a:pt x="136483" y="0"/>
                  </a:lnTo>
                  <a:lnTo>
                    <a:pt x="136483" y="20825"/>
                  </a:lnTo>
                  <a:lnTo>
                    <a:pt x="146644" y="20825"/>
                  </a:lnTo>
                  <a:lnTo>
                    <a:pt x="146644" y="28686"/>
                  </a:lnTo>
                  <a:lnTo>
                    <a:pt x="136483" y="28686"/>
                  </a:lnTo>
                  <a:lnTo>
                    <a:pt x="136483" y="63546"/>
                  </a:lnTo>
                  <a:cubicBezTo>
                    <a:pt x="136483" y="66427"/>
                    <a:pt x="136648" y="68281"/>
                    <a:pt x="136986" y="69107"/>
                  </a:cubicBezTo>
                  <a:cubicBezTo>
                    <a:pt x="137360" y="69927"/>
                    <a:pt x="137942" y="70588"/>
                    <a:pt x="138725" y="71069"/>
                  </a:cubicBezTo>
                  <a:cubicBezTo>
                    <a:pt x="139551" y="71558"/>
                    <a:pt x="140708" y="71802"/>
                    <a:pt x="142203" y="71802"/>
                  </a:cubicBezTo>
                  <a:cubicBezTo>
                    <a:pt x="143331" y="71802"/>
                    <a:pt x="144804" y="71673"/>
                    <a:pt x="146644" y="71407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4E89EA0-5D3F-3F6E-EE07-3289940F4627}"/>
              </a:ext>
            </a:extLst>
          </p:cNvPr>
          <p:cNvGrpSpPr/>
          <p:nvPr/>
        </p:nvGrpSpPr>
        <p:grpSpPr>
          <a:xfrm>
            <a:off x="2434652" y="5586324"/>
            <a:ext cx="4481006" cy="402787"/>
            <a:chOff x="2434652" y="5586324"/>
            <a:chExt cx="4481006" cy="402787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F1F31EF-C048-D639-7BB8-6E7248C575E1}"/>
                </a:ext>
              </a:extLst>
            </p:cNvPr>
            <p:cNvSpPr/>
            <p:nvPr/>
          </p:nvSpPr>
          <p:spPr>
            <a:xfrm>
              <a:off x="2434652" y="5586324"/>
              <a:ext cx="654529" cy="402787"/>
            </a:xfrm>
            <a:custGeom>
              <a:avLst/>
              <a:gdLst>
                <a:gd name="csX0" fmla="*/ 467087 w 467087"/>
                <a:gd name="csY0" fmla="*/ 0 h 287438"/>
                <a:gd name="csX1" fmla="*/ 0 w 467087"/>
                <a:gd name="csY1" fmla="*/ 0 h 287438"/>
                <a:gd name="csX2" fmla="*/ 0 w 467087"/>
                <a:gd name="csY2" fmla="*/ 287438 h 287438"/>
                <a:gd name="csX3" fmla="*/ 467087 w 467087"/>
                <a:gd name="csY3" fmla="*/ 287438 h 287438"/>
                <a:gd name="csX4" fmla="*/ 467087 w 467087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7087" h="287438">
                  <a:moveTo>
                    <a:pt x="467087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467087" y="287438"/>
                  </a:lnTo>
                  <a:lnTo>
                    <a:pt x="467087" y="0"/>
                  </a:lnTo>
                  <a:close/>
                </a:path>
              </a:pathLst>
            </a:custGeom>
            <a:solidFill>
              <a:srgbClr val="E8B4B4"/>
            </a:solidFill>
            <a:ln w="7183" cap="flat">
              <a:solidFill>
                <a:srgbClr val="D08080"/>
              </a:solidFill>
              <a:prstDash val="solid"/>
              <a:miter/>
            </a:ln>
          </p:spPr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73C2DBD-7455-C416-07E2-605398CC43C9}"/>
                </a:ext>
              </a:extLst>
            </p:cNvPr>
            <p:cNvSpPr/>
            <p:nvPr/>
          </p:nvSpPr>
          <p:spPr>
            <a:xfrm>
              <a:off x="2714044" y="5697715"/>
              <a:ext cx="84252" cy="132496"/>
            </a:xfrm>
            <a:custGeom>
              <a:avLst/>
              <a:gdLst>
                <a:gd name="csX0" fmla="*/ 30066 w 60124"/>
                <a:gd name="csY0" fmla="*/ 0 h 94552"/>
                <a:gd name="csX1" fmla="*/ 51092 w 60124"/>
                <a:gd name="csY1" fmla="*/ 9600 h 94552"/>
                <a:gd name="csX2" fmla="*/ 60125 w 60124"/>
                <a:gd name="csY2" fmla="*/ 47312 h 94552"/>
                <a:gd name="csX3" fmla="*/ 51035 w 60124"/>
                <a:gd name="csY3" fmla="*/ 85075 h 94552"/>
                <a:gd name="csX4" fmla="*/ 30066 w 60124"/>
                <a:gd name="csY4" fmla="*/ 94553 h 94552"/>
                <a:gd name="csX5" fmla="*/ 8271 w 60124"/>
                <a:gd name="csY5" fmla="*/ 84191 h 94552"/>
                <a:gd name="csX6" fmla="*/ 0 w 60124"/>
                <a:gd name="csY6" fmla="*/ 47118 h 94552"/>
                <a:gd name="csX7" fmla="*/ 9097 w 60124"/>
                <a:gd name="csY7" fmla="*/ 9478 h 94552"/>
                <a:gd name="csX8" fmla="*/ 30066 w 60124"/>
                <a:gd name="csY8" fmla="*/ 0 h 94552"/>
                <a:gd name="csX9" fmla="*/ 30066 w 60124"/>
                <a:gd name="csY9" fmla="*/ 14717 h 94552"/>
                <a:gd name="csX10" fmla="*/ 24317 w 60124"/>
                <a:gd name="csY10" fmla="*/ 16801 h 94552"/>
                <a:gd name="csX11" fmla="*/ 20401 w 60124"/>
                <a:gd name="csY11" fmla="*/ 24130 h 94552"/>
                <a:gd name="csX12" fmla="*/ 18569 w 60124"/>
                <a:gd name="csY12" fmla="*/ 47312 h 94552"/>
                <a:gd name="csX13" fmla="*/ 20214 w 60124"/>
                <a:gd name="csY13" fmla="*/ 69732 h 94552"/>
                <a:gd name="csX14" fmla="*/ 24317 w 60124"/>
                <a:gd name="csY14" fmla="*/ 77817 h 94552"/>
                <a:gd name="csX15" fmla="*/ 30066 w 60124"/>
                <a:gd name="csY15" fmla="*/ 79836 h 94552"/>
                <a:gd name="csX16" fmla="*/ 35808 w 60124"/>
                <a:gd name="csY16" fmla="*/ 77817 h 94552"/>
                <a:gd name="csX17" fmla="*/ 39724 w 60124"/>
                <a:gd name="csY17" fmla="*/ 70422 h 94552"/>
                <a:gd name="csX18" fmla="*/ 41556 w 60124"/>
                <a:gd name="csY18" fmla="*/ 47312 h 94552"/>
                <a:gd name="csX19" fmla="*/ 39918 w 60124"/>
                <a:gd name="csY19" fmla="*/ 24950 h 94552"/>
                <a:gd name="csX20" fmla="*/ 35750 w 60124"/>
                <a:gd name="csY20" fmla="*/ 16801 h 94552"/>
                <a:gd name="csX21" fmla="*/ 30066 w 60124"/>
                <a:gd name="csY21" fmla="*/ 14717 h 94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0124" h="94552">
                  <a:moveTo>
                    <a:pt x="30066" y="0"/>
                  </a:moveTo>
                  <a:cubicBezTo>
                    <a:pt x="39034" y="0"/>
                    <a:pt x="46040" y="3205"/>
                    <a:pt x="51092" y="9600"/>
                  </a:cubicBezTo>
                  <a:cubicBezTo>
                    <a:pt x="57114" y="17182"/>
                    <a:pt x="60125" y="29750"/>
                    <a:pt x="60125" y="47312"/>
                  </a:cubicBezTo>
                  <a:cubicBezTo>
                    <a:pt x="60125" y="64825"/>
                    <a:pt x="57092" y="77414"/>
                    <a:pt x="51035" y="85075"/>
                  </a:cubicBezTo>
                  <a:cubicBezTo>
                    <a:pt x="46019" y="91391"/>
                    <a:pt x="39034" y="94553"/>
                    <a:pt x="30066" y="94553"/>
                  </a:cubicBezTo>
                  <a:cubicBezTo>
                    <a:pt x="21055" y="94553"/>
                    <a:pt x="13790" y="91096"/>
                    <a:pt x="8271" y="84191"/>
                  </a:cubicBezTo>
                  <a:cubicBezTo>
                    <a:pt x="2759" y="77249"/>
                    <a:pt x="0" y="64889"/>
                    <a:pt x="0" y="47118"/>
                  </a:cubicBezTo>
                  <a:cubicBezTo>
                    <a:pt x="0" y="29685"/>
                    <a:pt x="3032" y="17139"/>
                    <a:pt x="9097" y="9478"/>
                  </a:cubicBezTo>
                  <a:cubicBezTo>
                    <a:pt x="14106" y="3162"/>
                    <a:pt x="21098" y="0"/>
                    <a:pt x="30066" y="0"/>
                  </a:cubicBezTo>
                  <a:close/>
                  <a:moveTo>
                    <a:pt x="30066" y="14717"/>
                  </a:moveTo>
                  <a:cubicBezTo>
                    <a:pt x="27917" y="14717"/>
                    <a:pt x="25999" y="15414"/>
                    <a:pt x="24317" y="16801"/>
                  </a:cubicBezTo>
                  <a:cubicBezTo>
                    <a:pt x="22636" y="18152"/>
                    <a:pt x="21328" y="20595"/>
                    <a:pt x="20401" y="24130"/>
                  </a:cubicBezTo>
                  <a:cubicBezTo>
                    <a:pt x="19179" y="28722"/>
                    <a:pt x="18569" y="36447"/>
                    <a:pt x="18569" y="47312"/>
                  </a:cubicBezTo>
                  <a:cubicBezTo>
                    <a:pt x="18569" y="58170"/>
                    <a:pt x="19115" y="65644"/>
                    <a:pt x="20214" y="69732"/>
                  </a:cubicBezTo>
                  <a:cubicBezTo>
                    <a:pt x="21306" y="73771"/>
                    <a:pt x="22672" y="76466"/>
                    <a:pt x="24317" y="77817"/>
                  </a:cubicBezTo>
                  <a:cubicBezTo>
                    <a:pt x="25999" y="79160"/>
                    <a:pt x="27917" y="79836"/>
                    <a:pt x="30066" y="79836"/>
                  </a:cubicBezTo>
                  <a:cubicBezTo>
                    <a:pt x="32215" y="79836"/>
                    <a:pt x="34126" y="79160"/>
                    <a:pt x="35808" y="77817"/>
                  </a:cubicBezTo>
                  <a:cubicBezTo>
                    <a:pt x="37496" y="76423"/>
                    <a:pt x="38804" y="73958"/>
                    <a:pt x="39724" y="70422"/>
                  </a:cubicBezTo>
                  <a:cubicBezTo>
                    <a:pt x="40946" y="65874"/>
                    <a:pt x="41556" y="58170"/>
                    <a:pt x="41556" y="47312"/>
                  </a:cubicBezTo>
                  <a:cubicBezTo>
                    <a:pt x="41556" y="36447"/>
                    <a:pt x="41010" y="28995"/>
                    <a:pt x="39918" y="24950"/>
                  </a:cubicBezTo>
                  <a:cubicBezTo>
                    <a:pt x="38819" y="20868"/>
                    <a:pt x="37432" y="18152"/>
                    <a:pt x="35750" y="16801"/>
                  </a:cubicBezTo>
                  <a:cubicBezTo>
                    <a:pt x="34105" y="15414"/>
                    <a:pt x="32215" y="14717"/>
                    <a:pt x="30066" y="14717"/>
                  </a:cubicBezTo>
                  <a:close/>
                </a:path>
              </a:pathLst>
            </a:custGeom>
            <a:solidFill>
              <a:srgbClr val="C04040"/>
            </a:solidFill>
            <a:ln w="7183" cap="flat">
              <a:noFill/>
              <a:prstDash val="solid"/>
              <a:miter/>
            </a:ln>
          </p:spPr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E7CE90-376C-6D27-C13B-E7726DA83A1E}"/>
                </a:ext>
              </a:extLst>
            </p:cNvPr>
            <p:cNvSpPr/>
            <p:nvPr/>
          </p:nvSpPr>
          <p:spPr>
            <a:xfrm>
              <a:off x="3189876" y="5586324"/>
              <a:ext cx="503483" cy="402787"/>
            </a:xfrm>
            <a:custGeom>
              <a:avLst/>
              <a:gdLst>
                <a:gd name="csX0" fmla="*/ 359298 w 359297"/>
                <a:gd name="csY0" fmla="*/ 0 h 287438"/>
                <a:gd name="csX1" fmla="*/ 0 w 359297"/>
                <a:gd name="csY1" fmla="*/ 0 h 287438"/>
                <a:gd name="csX2" fmla="*/ 0 w 359297"/>
                <a:gd name="csY2" fmla="*/ 287438 h 287438"/>
                <a:gd name="csX3" fmla="*/ 359298 w 359297"/>
                <a:gd name="csY3" fmla="*/ 287438 h 287438"/>
                <a:gd name="csX4" fmla="*/ 359298 w 359297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97" h="287438">
                  <a:moveTo>
                    <a:pt x="35929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359298" y="287438"/>
                  </a:lnTo>
                  <a:lnTo>
                    <a:pt x="359298" y="0"/>
                  </a:lnTo>
                  <a:close/>
                </a:path>
              </a:pathLst>
            </a:custGeom>
            <a:solidFill>
              <a:srgbClr val="D64545"/>
            </a:solidFill>
            <a:ln w="7183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DCB15F5-D52E-77AE-8D2D-B4929AE50E33}"/>
                </a:ext>
              </a:extLst>
            </p:cNvPr>
            <p:cNvSpPr/>
            <p:nvPr/>
          </p:nvSpPr>
          <p:spPr>
            <a:xfrm>
              <a:off x="3405510" y="5697715"/>
              <a:ext cx="56994" cy="130280"/>
            </a:xfrm>
            <a:custGeom>
              <a:avLst/>
              <a:gdLst>
                <a:gd name="csX0" fmla="*/ 40673 w 40672"/>
                <a:gd name="csY0" fmla="*/ 92972 h 92971"/>
                <a:gd name="csX1" fmla="*/ 22923 w 40672"/>
                <a:gd name="csY1" fmla="*/ 92972 h 92971"/>
                <a:gd name="csX2" fmla="*/ 22923 w 40672"/>
                <a:gd name="csY2" fmla="*/ 26085 h 92971"/>
                <a:gd name="csX3" fmla="*/ 0 w 40672"/>
                <a:gd name="csY3" fmla="*/ 39537 h 92971"/>
                <a:gd name="csX4" fmla="*/ 0 w 40672"/>
                <a:gd name="csY4" fmla="*/ 23433 h 92971"/>
                <a:gd name="csX5" fmla="*/ 15098 w 40672"/>
                <a:gd name="csY5" fmla="*/ 14846 h 92971"/>
                <a:gd name="csX6" fmla="*/ 26272 w 40672"/>
                <a:gd name="csY6" fmla="*/ 0 h 92971"/>
                <a:gd name="csX7" fmla="*/ 40673 w 40672"/>
                <a:gd name="csY7" fmla="*/ 0 h 92971"/>
                <a:gd name="csX8" fmla="*/ 40673 w 40672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2" h="92971">
                  <a:moveTo>
                    <a:pt x="40673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41" y="32150"/>
                    <a:pt x="8803" y="36634"/>
                    <a:pt x="0" y="39537"/>
                  </a:cubicBezTo>
                  <a:lnTo>
                    <a:pt x="0" y="23433"/>
                  </a:lnTo>
                  <a:cubicBezTo>
                    <a:pt x="4635" y="21917"/>
                    <a:pt x="9665" y="19057"/>
                    <a:pt x="15098" y="14846"/>
                  </a:cubicBezTo>
                  <a:cubicBezTo>
                    <a:pt x="20530" y="10592"/>
                    <a:pt x="24253" y="5648"/>
                    <a:pt x="26272" y="0"/>
                  </a:cubicBezTo>
                  <a:lnTo>
                    <a:pt x="40673" y="0"/>
                  </a:lnTo>
                  <a:lnTo>
                    <a:pt x="40673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AACD962-B579-1839-19EA-25FC14C918C4}"/>
                </a:ext>
              </a:extLst>
            </p:cNvPr>
            <p:cNvSpPr/>
            <p:nvPr/>
          </p:nvSpPr>
          <p:spPr>
            <a:xfrm>
              <a:off x="3794058" y="5586324"/>
              <a:ext cx="453135" cy="402787"/>
            </a:xfrm>
            <a:custGeom>
              <a:avLst/>
              <a:gdLst>
                <a:gd name="csX0" fmla="*/ 323368 w 323368"/>
                <a:gd name="csY0" fmla="*/ 0 h 287438"/>
                <a:gd name="csX1" fmla="*/ 0 w 323368"/>
                <a:gd name="csY1" fmla="*/ 0 h 287438"/>
                <a:gd name="csX2" fmla="*/ 0 w 323368"/>
                <a:gd name="csY2" fmla="*/ 287438 h 287438"/>
                <a:gd name="csX3" fmla="*/ 323368 w 323368"/>
                <a:gd name="csY3" fmla="*/ 287438 h 287438"/>
                <a:gd name="csX4" fmla="*/ 323368 w 32336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368" h="287438">
                  <a:moveTo>
                    <a:pt x="32336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323368" y="287438"/>
                  </a:lnTo>
                  <a:lnTo>
                    <a:pt x="323368" y="0"/>
                  </a:lnTo>
                  <a:close/>
                </a:path>
              </a:pathLst>
            </a:custGeom>
            <a:solidFill>
              <a:srgbClr val="E8B4B4"/>
            </a:solidFill>
            <a:ln w="7183" cap="flat">
              <a:solidFill>
                <a:srgbClr val="D08080"/>
              </a:solidFill>
              <a:prstDash val="solid"/>
              <a:miter/>
            </a:ln>
          </p:spPr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2AC6FD3-8921-6649-ED04-86B9CBFFA432}"/>
                </a:ext>
              </a:extLst>
            </p:cNvPr>
            <p:cNvSpPr/>
            <p:nvPr/>
          </p:nvSpPr>
          <p:spPr>
            <a:xfrm>
              <a:off x="3972754" y="5697715"/>
              <a:ext cx="84252" cy="132496"/>
            </a:xfrm>
            <a:custGeom>
              <a:avLst/>
              <a:gdLst>
                <a:gd name="csX0" fmla="*/ 30066 w 60124"/>
                <a:gd name="csY0" fmla="*/ 0 h 94552"/>
                <a:gd name="csX1" fmla="*/ 51092 w 60124"/>
                <a:gd name="csY1" fmla="*/ 9600 h 94552"/>
                <a:gd name="csX2" fmla="*/ 60125 w 60124"/>
                <a:gd name="csY2" fmla="*/ 47312 h 94552"/>
                <a:gd name="csX3" fmla="*/ 51035 w 60124"/>
                <a:gd name="csY3" fmla="*/ 85075 h 94552"/>
                <a:gd name="csX4" fmla="*/ 30066 w 60124"/>
                <a:gd name="csY4" fmla="*/ 94553 h 94552"/>
                <a:gd name="csX5" fmla="*/ 8271 w 60124"/>
                <a:gd name="csY5" fmla="*/ 84191 h 94552"/>
                <a:gd name="csX6" fmla="*/ 0 w 60124"/>
                <a:gd name="csY6" fmla="*/ 47118 h 94552"/>
                <a:gd name="csX7" fmla="*/ 9097 w 60124"/>
                <a:gd name="csY7" fmla="*/ 9478 h 94552"/>
                <a:gd name="csX8" fmla="*/ 30066 w 60124"/>
                <a:gd name="csY8" fmla="*/ 0 h 94552"/>
                <a:gd name="csX9" fmla="*/ 30066 w 60124"/>
                <a:gd name="csY9" fmla="*/ 14717 h 94552"/>
                <a:gd name="csX10" fmla="*/ 24317 w 60124"/>
                <a:gd name="csY10" fmla="*/ 16801 h 94552"/>
                <a:gd name="csX11" fmla="*/ 20401 w 60124"/>
                <a:gd name="csY11" fmla="*/ 24130 h 94552"/>
                <a:gd name="csX12" fmla="*/ 18568 w 60124"/>
                <a:gd name="csY12" fmla="*/ 47312 h 94552"/>
                <a:gd name="csX13" fmla="*/ 20214 w 60124"/>
                <a:gd name="csY13" fmla="*/ 69732 h 94552"/>
                <a:gd name="csX14" fmla="*/ 24317 w 60124"/>
                <a:gd name="csY14" fmla="*/ 77817 h 94552"/>
                <a:gd name="csX15" fmla="*/ 30066 w 60124"/>
                <a:gd name="csY15" fmla="*/ 79836 h 94552"/>
                <a:gd name="csX16" fmla="*/ 35808 w 60124"/>
                <a:gd name="csY16" fmla="*/ 77817 h 94552"/>
                <a:gd name="csX17" fmla="*/ 39724 w 60124"/>
                <a:gd name="csY17" fmla="*/ 70422 h 94552"/>
                <a:gd name="csX18" fmla="*/ 41556 w 60124"/>
                <a:gd name="csY18" fmla="*/ 47312 h 94552"/>
                <a:gd name="csX19" fmla="*/ 39918 w 60124"/>
                <a:gd name="csY19" fmla="*/ 24950 h 94552"/>
                <a:gd name="csX20" fmla="*/ 35750 w 60124"/>
                <a:gd name="csY20" fmla="*/ 16801 h 94552"/>
                <a:gd name="csX21" fmla="*/ 30066 w 60124"/>
                <a:gd name="csY21" fmla="*/ 14717 h 94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0124" h="94552">
                  <a:moveTo>
                    <a:pt x="30066" y="0"/>
                  </a:moveTo>
                  <a:cubicBezTo>
                    <a:pt x="39034" y="0"/>
                    <a:pt x="46041" y="3205"/>
                    <a:pt x="51092" y="9600"/>
                  </a:cubicBezTo>
                  <a:cubicBezTo>
                    <a:pt x="57114" y="17182"/>
                    <a:pt x="60125" y="29750"/>
                    <a:pt x="60125" y="47312"/>
                  </a:cubicBezTo>
                  <a:cubicBezTo>
                    <a:pt x="60125" y="64825"/>
                    <a:pt x="57093" y="77414"/>
                    <a:pt x="51035" y="85075"/>
                  </a:cubicBezTo>
                  <a:cubicBezTo>
                    <a:pt x="46019" y="91391"/>
                    <a:pt x="39034" y="94553"/>
                    <a:pt x="30066" y="94553"/>
                  </a:cubicBezTo>
                  <a:cubicBezTo>
                    <a:pt x="21055" y="94553"/>
                    <a:pt x="13790" y="91096"/>
                    <a:pt x="8271" y="84191"/>
                  </a:cubicBezTo>
                  <a:cubicBezTo>
                    <a:pt x="2759" y="77249"/>
                    <a:pt x="0" y="64889"/>
                    <a:pt x="0" y="47118"/>
                  </a:cubicBezTo>
                  <a:cubicBezTo>
                    <a:pt x="0" y="29685"/>
                    <a:pt x="3032" y="17139"/>
                    <a:pt x="9097" y="9478"/>
                  </a:cubicBezTo>
                  <a:cubicBezTo>
                    <a:pt x="14106" y="3162"/>
                    <a:pt x="21098" y="0"/>
                    <a:pt x="30066" y="0"/>
                  </a:cubicBezTo>
                  <a:close/>
                  <a:moveTo>
                    <a:pt x="30066" y="14717"/>
                  </a:moveTo>
                  <a:cubicBezTo>
                    <a:pt x="27918" y="14717"/>
                    <a:pt x="25999" y="15414"/>
                    <a:pt x="24317" y="16801"/>
                  </a:cubicBezTo>
                  <a:cubicBezTo>
                    <a:pt x="22636" y="18152"/>
                    <a:pt x="21328" y="20595"/>
                    <a:pt x="20401" y="24130"/>
                  </a:cubicBezTo>
                  <a:cubicBezTo>
                    <a:pt x="19179" y="28722"/>
                    <a:pt x="18568" y="36447"/>
                    <a:pt x="18568" y="47312"/>
                  </a:cubicBezTo>
                  <a:cubicBezTo>
                    <a:pt x="18568" y="58170"/>
                    <a:pt x="19115" y="65644"/>
                    <a:pt x="20214" y="69732"/>
                  </a:cubicBezTo>
                  <a:cubicBezTo>
                    <a:pt x="21306" y="73771"/>
                    <a:pt x="22672" y="76466"/>
                    <a:pt x="24317" y="77817"/>
                  </a:cubicBezTo>
                  <a:cubicBezTo>
                    <a:pt x="25999" y="79160"/>
                    <a:pt x="27918" y="79836"/>
                    <a:pt x="30066" y="79836"/>
                  </a:cubicBezTo>
                  <a:cubicBezTo>
                    <a:pt x="32215" y="79836"/>
                    <a:pt x="34126" y="79160"/>
                    <a:pt x="35808" y="77817"/>
                  </a:cubicBezTo>
                  <a:cubicBezTo>
                    <a:pt x="37496" y="76423"/>
                    <a:pt x="38804" y="73958"/>
                    <a:pt x="39724" y="70422"/>
                  </a:cubicBezTo>
                  <a:cubicBezTo>
                    <a:pt x="40946" y="65874"/>
                    <a:pt x="41556" y="58170"/>
                    <a:pt x="41556" y="47312"/>
                  </a:cubicBezTo>
                  <a:cubicBezTo>
                    <a:pt x="41556" y="36447"/>
                    <a:pt x="41010" y="28995"/>
                    <a:pt x="39918" y="24950"/>
                  </a:cubicBezTo>
                  <a:cubicBezTo>
                    <a:pt x="38819" y="20868"/>
                    <a:pt x="37432" y="18152"/>
                    <a:pt x="35750" y="16801"/>
                  </a:cubicBezTo>
                  <a:cubicBezTo>
                    <a:pt x="34105" y="15414"/>
                    <a:pt x="32215" y="14717"/>
                    <a:pt x="30066" y="14717"/>
                  </a:cubicBezTo>
                  <a:close/>
                </a:path>
              </a:pathLst>
            </a:custGeom>
            <a:solidFill>
              <a:srgbClr val="C04040"/>
            </a:solidFill>
            <a:ln w="7183" cap="flat">
              <a:noFill/>
              <a:prstDash val="solid"/>
              <a:miter/>
            </a:ln>
          </p:spPr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74D1E56-87AA-F4C6-184D-0ACCD1B82ECB}"/>
                </a:ext>
              </a:extLst>
            </p:cNvPr>
            <p:cNvSpPr/>
            <p:nvPr/>
          </p:nvSpPr>
          <p:spPr>
            <a:xfrm>
              <a:off x="4347891" y="5586324"/>
              <a:ext cx="604180" cy="402787"/>
            </a:xfrm>
            <a:custGeom>
              <a:avLst/>
              <a:gdLst>
                <a:gd name="csX0" fmla="*/ 431158 w 431157"/>
                <a:gd name="csY0" fmla="*/ 0 h 287438"/>
                <a:gd name="csX1" fmla="*/ 0 w 431157"/>
                <a:gd name="csY1" fmla="*/ 0 h 287438"/>
                <a:gd name="csX2" fmla="*/ 0 w 431157"/>
                <a:gd name="csY2" fmla="*/ 287438 h 287438"/>
                <a:gd name="csX3" fmla="*/ 431158 w 431157"/>
                <a:gd name="csY3" fmla="*/ 287438 h 287438"/>
                <a:gd name="csX4" fmla="*/ 431158 w 431157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157" h="287438">
                  <a:moveTo>
                    <a:pt x="43115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431158" y="287438"/>
                  </a:lnTo>
                  <a:lnTo>
                    <a:pt x="431158" y="0"/>
                  </a:lnTo>
                  <a:close/>
                </a:path>
              </a:pathLst>
            </a:custGeom>
            <a:solidFill>
              <a:srgbClr val="D64545"/>
            </a:solidFill>
            <a:ln w="7183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75D0D5E-26C0-D5E3-9E6C-688941D8B522}"/>
                </a:ext>
              </a:extLst>
            </p:cNvPr>
            <p:cNvSpPr/>
            <p:nvPr/>
          </p:nvSpPr>
          <p:spPr>
            <a:xfrm>
              <a:off x="4613871" y="5697715"/>
              <a:ext cx="56994" cy="130280"/>
            </a:xfrm>
            <a:custGeom>
              <a:avLst/>
              <a:gdLst>
                <a:gd name="csX0" fmla="*/ 40673 w 40672"/>
                <a:gd name="csY0" fmla="*/ 92972 h 92971"/>
                <a:gd name="csX1" fmla="*/ 22923 w 40672"/>
                <a:gd name="csY1" fmla="*/ 92972 h 92971"/>
                <a:gd name="csX2" fmla="*/ 22923 w 40672"/>
                <a:gd name="csY2" fmla="*/ 26085 h 92971"/>
                <a:gd name="csX3" fmla="*/ 0 w 40672"/>
                <a:gd name="csY3" fmla="*/ 39537 h 92971"/>
                <a:gd name="csX4" fmla="*/ 0 w 40672"/>
                <a:gd name="csY4" fmla="*/ 23433 h 92971"/>
                <a:gd name="csX5" fmla="*/ 15098 w 40672"/>
                <a:gd name="csY5" fmla="*/ 14846 h 92971"/>
                <a:gd name="csX6" fmla="*/ 26272 w 40672"/>
                <a:gd name="csY6" fmla="*/ 0 h 92971"/>
                <a:gd name="csX7" fmla="*/ 40673 w 40672"/>
                <a:gd name="csY7" fmla="*/ 0 h 92971"/>
                <a:gd name="csX8" fmla="*/ 40673 w 40672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2" h="92971">
                  <a:moveTo>
                    <a:pt x="40673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41" y="32150"/>
                    <a:pt x="8803" y="36634"/>
                    <a:pt x="0" y="39537"/>
                  </a:cubicBezTo>
                  <a:lnTo>
                    <a:pt x="0" y="23433"/>
                  </a:lnTo>
                  <a:cubicBezTo>
                    <a:pt x="4635" y="21917"/>
                    <a:pt x="9665" y="19057"/>
                    <a:pt x="15098" y="14846"/>
                  </a:cubicBezTo>
                  <a:cubicBezTo>
                    <a:pt x="20530" y="10592"/>
                    <a:pt x="24253" y="5648"/>
                    <a:pt x="26272" y="0"/>
                  </a:cubicBezTo>
                  <a:lnTo>
                    <a:pt x="40673" y="0"/>
                  </a:lnTo>
                  <a:lnTo>
                    <a:pt x="40673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A5B388-C812-3BDD-8A02-33293DC4E513}"/>
                </a:ext>
              </a:extLst>
            </p:cNvPr>
            <p:cNvSpPr/>
            <p:nvPr/>
          </p:nvSpPr>
          <p:spPr>
            <a:xfrm>
              <a:off x="5052768" y="5586324"/>
              <a:ext cx="553831" cy="402787"/>
            </a:xfrm>
            <a:custGeom>
              <a:avLst/>
              <a:gdLst>
                <a:gd name="csX0" fmla="*/ 395228 w 395227"/>
                <a:gd name="csY0" fmla="*/ 0 h 287438"/>
                <a:gd name="csX1" fmla="*/ 0 w 395227"/>
                <a:gd name="csY1" fmla="*/ 0 h 287438"/>
                <a:gd name="csX2" fmla="*/ 0 w 395227"/>
                <a:gd name="csY2" fmla="*/ 287438 h 287438"/>
                <a:gd name="csX3" fmla="*/ 395228 w 395227"/>
                <a:gd name="csY3" fmla="*/ 287438 h 287438"/>
                <a:gd name="csX4" fmla="*/ 395228 w 395227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5227" h="287438">
                  <a:moveTo>
                    <a:pt x="39522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395228" y="287438"/>
                  </a:lnTo>
                  <a:lnTo>
                    <a:pt x="395228" y="0"/>
                  </a:lnTo>
                  <a:close/>
                </a:path>
              </a:pathLst>
            </a:custGeom>
            <a:solidFill>
              <a:srgbClr val="E8B4B4"/>
            </a:solidFill>
            <a:ln w="7183" cap="flat">
              <a:solidFill>
                <a:srgbClr val="D08080"/>
              </a:solidFill>
              <a:prstDash val="solid"/>
              <a:miter/>
            </a:ln>
          </p:spPr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188E820-E416-1288-D48C-0640CE0B594B}"/>
                </a:ext>
              </a:extLst>
            </p:cNvPr>
            <p:cNvSpPr/>
            <p:nvPr/>
          </p:nvSpPr>
          <p:spPr>
            <a:xfrm>
              <a:off x="5281813" y="5697715"/>
              <a:ext cx="84252" cy="132496"/>
            </a:xfrm>
            <a:custGeom>
              <a:avLst/>
              <a:gdLst>
                <a:gd name="csX0" fmla="*/ 30066 w 60124"/>
                <a:gd name="csY0" fmla="*/ 0 h 94552"/>
                <a:gd name="csX1" fmla="*/ 51092 w 60124"/>
                <a:gd name="csY1" fmla="*/ 9600 h 94552"/>
                <a:gd name="csX2" fmla="*/ 60125 w 60124"/>
                <a:gd name="csY2" fmla="*/ 47312 h 94552"/>
                <a:gd name="csX3" fmla="*/ 51035 w 60124"/>
                <a:gd name="csY3" fmla="*/ 85075 h 94552"/>
                <a:gd name="csX4" fmla="*/ 30066 w 60124"/>
                <a:gd name="csY4" fmla="*/ 94553 h 94552"/>
                <a:gd name="csX5" fmla="*/ 8271 w 60124"/>
                <a:gd name="csY5" fmla="*/ 84191 h 94552"/>
                <a:gd name="csX6" fmla="*/ 0 w 60124"/>
                <a:gd name="csY6" fmla="*/ 47118 h 94552"/>
                <a:gd name="csX7" fmla="*/ 9097 w 60124"/>
                <a:gd name="csY7" fmla="*/ 9478 h 94552"/>
                <a:gd name="csX8" fmla="*/ 30066 w 60124"/>
                <a:gd name="csY8" fmla="*/ 0 h 94552"/>
                <a:gd name="csX9" fmla="*/ 30066 w 60124"/>
                <a:gd name="csY9" fmla="*/ 14717 h 94552"/>
                <a:gd name="csX10" fmla="*/ 24317 w 60124"/>
                <a:gd name="csY10" fmla="*/ 16801 h 94552"/>
                <a:gd name="csX11" fmla="*/ 20401 w 60124"/>
                <a:gd name="csY11" fmla="*/ 24130 h 94552"/>
                <a:gd name="csX12" fmla="*/ 18568 w 60124"/>
                <a:gd name="csY12" fmla="*/ 47312 h 94552"/>
                <a:gd name="csX13" fmla="*/ 20214 w 60124"/>
                <a:gd name="csY13" fmla="*/ 69732 h 94552"/>
                <a:gd name="csX14" fmla="*/ 24317 w 60124"/>
                <a:gd name="csY14" fmla="*/ 77817 h 94552"/>
                <a:gd name="csX15" fmla="*/ 30066 w 60124"/>
                <a:gd name="csY15" fmla="*/ 79836 h 94552"/>
                <a:gd name="csX16" fmla="*/ 35808 w 60124"/>
                <a:gd name="csY16" fmla="*/ 77817 h 94552"/>
                <a:gd name="csX17" fmla="*/ 39724 w 60124"/>
                <a:gd name="csY17" fmla="*/ 70422 h 94552"/>
                <a:gd name="csX18" fmla="*/ 41556 w 60124"/>
                <a:gd name="csY18" fmla="*/ 47312 h 94552"/>
                <a:gd name="csX19" fmla="*/ 39918 w 60124"/>
                <a:gd name="csY19" fmla="*/ 24950 h 94552"/>
                <a:gd name="csX20" fmla="*/ 35750 w 60124"/>
                <a:gd name="csY20" fmla="*/ 16801 h 94552"/>
                <a:gd name="csX21" fmla="*/ 30066 w 60124"/>
                <a:gd name="csY21" fmla="*/ 14717 h 94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0124" h="94552">
                  <a:moveTo>
                    <a:pt x="30066" y="0"/>
                  </a:moveTo>
                  <a:cubicBezTo>
                    <a:pt x="39034" y="0"/>
                    <a:pt x="46041" y="3205"/>
                    <a:pt x="51092" y="9600"/>
                  </a:cubicBezTo>
                  <a:cubicBezTo>
                    <a:pt x="57114" y="17182"/>
                    <a:pt x="60125" y="29750"/>
                    <a:pt x="60125" y="47312"/>
                  </a:cubicBezTo>
                  <a:cubicBezTo>
                    <a:pt x="60125" y="64825"/>
                    <a:pt x="57093" y="77414"/>
                    <a:pt x="51035" y="85075"/>
                  </a:cubicBezTo>
                  <a:cubicBezTo>
                    <a:pt x="46019" y="91391"/>
                    <a:pt x="39034" y="94553"/>
                    <a:pt x="30066" y="94553"/>
                  </a:cubicBezTo>
                  <a:cubicBezTo>
                    <a:pt x="21055" y="94553"/>
                    <a:pt x="13790" y="91096"/>
                    <a:pt x="8271" y="84191"/>
                  </a:cubicBezTo>
                  <a:cubicBezTo>
                    <a:pt x="2759" y="77249"/>
                    <a:pt x="0" y="64889"/>
                    <a:pt x="0" y="47118"/>
                  </a:cubicBezTo>
                  <a:cubicBezTo>
                    <a:pt x="0" y="29685"/>
                    <a:pt x="3032" y="17139"/>
                    <a:pt x="9097" y="9478"/>
                  </a:cubicBezTo>
                  <a:cubicBezTo>
                    <a:pt x="14106" y="3162"/>
                    <a:pt x="21098" y="0"/>
                    <a:pt x="30066" y="0"/>
                  </a:cubicBezTo>
                  <a:close/>
                  <a:moveTo>
                    <a:pt x="30066" y="14717"/>
                  </a:moveTo>
                  <a:cubicBezTo>
                    <a:pt x="27918" y="14717"/>
                    <a:pt x="25999" y="15414"/>
                    <a:pt x="24317" y="16801"/>
                  </a:cubicBezTo>
                  <a:cubicBezTo>
                    <a:pt x="22636" y="18152"/>
                    <a:pt x="21328" y="20595"/>
                    <a:pt x="20401" y="24130"/>
                  </a:cubicBezTo>
                  <a:cubicBezTo>
                    <a:pt x="19179" y="28722"/>
                    <a:pt x="18568" y="36447"/>
                    <a:pt x="18568" y="47312"/>
                  </a:cubicBezTo>
                  <a:cubicBezTo>
                    <a:pt x="18568" y="58170"/>
                    <a:pt x="19115" y="65644"/>
                    <a:pt x="20214" y="69732"/>
                  </a:cubicBezTo>
                  <a:cubicBezTo>
                    <a:pt x="21306" y="73771"/>
                    <a:pt x="22672" y="76466"/>
                    <a:pt x="24317" y="77817"/>
                  </a:cubicBezTo>
                  <a:cubicBezTo>
                    <a:pt x="25999" y="79160"/>
                    <a:pt x="27918" y="79836"/>
                    <a:pt x="30066" y="79836"/>
                  </a:cubicBezTo>
                  <a:cubicBezTo>
                    <a:pt x="32215" y="79836"/>
                    <a:pt x="34126" y="79160"/>
                    <a:pt x="35808" y="77817"/>
                  </a:cubicBezTo>
                  <a:cubicBezTo>
                    <a:pt x="37496" y="76423"/>
                    <a:pt x="38804" y="73958"/>
                    <a:pt x="39724" y="70422"/>
                  </a:cubicBezTo>
                  <a:cubicBezTo>
                    <a:pt x="40946" y="65874"/>
                    <a:pt x="41556" y="58170"/>
                    <a:pt x="41556" y="47312"/>
                  </a:cubicBezTo>
                  <a:cubicBezTo>
                    <a:pt x="41556" y="36447"/>
                    <a:pt x="41010" y="28995"/>
                    <a:pt x="39918" y="24950"/>
                  </a:cubicBezTo>
                  <a:cubicBezTo>
                    <a:pt x="38819" y="20868"/>
                    <a:pt x="37432" y="18152"/>
                    <a:pt x="35750" y="16801"/>
                  </a:cubicBezTo>
                  <a:cubicBezTo>
                    <a:pt x="34105" y="15414"/>
                    <a:pt x="32215" y="14717"/>
                    <a:pt x="30066" y="14717"/>
                  </a:cubicBezTo>
                  <a:close/>
                </a:path>
              </a:pathLst>
            </a:custGeom>
            <a:solidFill>
              <a:srgbClr val="C04040"/>
            </a:solidFill>
            <a:ln w="7183" cap="flat">
              <a:noFill/>
              <a:prstDash val="solid"/>
              <a:miter/>
            </a:ln>
          </p:spPr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52C8F63-609F-F5EA-4BD3-11AF07B38BAF}"/>
                </a:ext>
              </a:extLst>
            </p:cNvPr>
            <p:cNvSpPr/>
            <p:nvPr/>
          </p:nvSpPr>
          <p:spPr>
            <a:xfrm>
              <a:off x="5707297" y="5586324"/>
              <a:ext cx="553831" cy="402787"/>
            </a:xfrm>
            <a:custGeom>
              <a:avLst/>
              <a:gdLst>
                <a:gd name="csX0" fmla="*/ 395228 w 395227"/>
                <a:gd name="csY0" fmla="*/ 0 h 287438"/>
                <a:gd name="csX1" fmla="*/ 0 w 395227"/>
                <a:gd name="csY1" fmla="*/ 0 h 287438"/>
                <a:gd name="csX2" fmla="*/ 0 w 395227"/>
                <a:gd name="csY2" fmla="*/ 287438 h 287438"/>
                <a:gd name="csX3" fmla="*/ 395228 w 395227"/>
                <a:gd name="csY3" fmla="*/ 287438 h 287438"/>
                <a:gd name="csX4" fmla="*/ 395228 w 395227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5227" h="287438">
                  <a:moveTo>
                    <a:pt x="39522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395228" y="287438"/>
                  </a:lnTo>
                  <a:lnTo>
                    <a:pt x="395228" y="0"/>
                  </a:lnTo>
                  <a:close/>
                </a:path>
              </a:pathLst>
            </a:custGeom>
            <a:solidFill>
              <a:srgbClr val="D64545"/>
            </a:solidFill>
            <a:ln w="7183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8A33247-5210-1D4E-2DB8-BE119A4DACA1}"/>
                </a:ext>
              </a:extLst>
            </p:cNvPr>
            <p:cNvSpPr/>
            <p:nvPr/>
          </p:nvSpPr>
          <p:spPr>
            <a:xfrm>
              <a:off x="5943068" y="5697715"/>
              <a:ext cx="56994" cy="130280"/>
            </a:xfrm>
            <a:custGeom>
              <a:avLst/>
              <a:gdLst>
                <a:gd name="csX0" fmla="*/ 40672 w 40672"/>
                <a:gd name="csY0" fmla="*/ 92972 h 92971"/>
                <a:gd name="csX1" fmla="*/ 22923 w 40672"/>
                <a:gd name="csY1" fmla="*/ 92972 h 92971"/>
                <a:gd name="csX2" fmla="*/ 22923 w 40672"/>
                <a:gd name="csY2" fmla="*/ 26085 h 92971"/>
                <a:gd name="csX3" fmla="*/ 0 w 40672"/>
                <a:gd name="csY3" fmla="*/ 39537 h 92971"/>
                <a:gd name="csX4" fmla="*/ 0 w 40672"/>
                <a:gd name="csY4" fmla="*/ 23433 h 92971"/>
                <a:gd name="csX5" fmla="*/ 15098 w 40672"/>
                <a:gd name="csY5" fmla="*/ 14846 h 92971"/>
                <a:gd name="csX6" fmla="*/ 26272 w 40672"/>
                <a:gd name="csY6" fmla="*/ 0 h 92971"/>
                <a:gd name="csX7" fmla="*/ 40672 w 40672"/>
                <a:gd name="csY7" fmla="*/ 0 h 92971"/>
                <a:gd name="csX8" fmla="*/ 40672 w 40672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2" h="92971">
                  <a:moveTo>
                    <a:pt x="40672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42" y="32150"/>
                    <a:pt x="8803" y="36634"/>
                    <a:pt x="0" y="39537"/>
                  </a:cubicBezTo>
                  <a:lnTo>
                    <a:pt x="0" y="23433"/>
                  </a:lnTo>
                  <a:cubicBezTo>
                    <a:pt x="4635" y="21917"/>
                    <a:pt x="9665" y="19057"/>
                    <a:pt x="15098" y="14846"/>
                  </a:cubicBezTo>
                  <a:cubicBezTo>
                    <a:pt x="20530" y="10592"/>
                    <a:pt x="24253" y="5648"/>
                    <a:pt x="26272" y="0"/>
                  </a:cubicBezTo>
                  <a:lnTo>
                    <a:pt x="40672" y="0"/>
                  </a:lnTo>
                  <a:lnTo>
                    <a:pt x="40672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D8CA0B1-1821-9B4B-9F4B-E307C7F31CF9}"/>
                </a:ext>
              </a:extLst>
            </p:cNvPr>
            <p:cNvSpPr/>
            <p:nvPr/>
          </p:nvSpPr>
          <p:spPr>
            <a:xfrm>
              <a:off x="6361827" y="5586324"/>
              <a:ext cx="553831" cy="402787"/>
            </a:xfrm>
            <a:custGeom>
              <a:avLst/>
              <a:gdLst>
                <a:gd name="csX0" fmla="*/ 395228 w 395227"/>
                <a:gd name="csY0" fmla="*/ 0 h 287438"/>
                <a:gd name="csX1" fmla="*/ 0 w 395227"/>
                <a:gd name="csY1" fmla="*/ 0 h 287438"/>
                <a:gd name="csX2" fmla="*/ 0 w 395227"/>
                <a:gd name="csY2" fmla="*/ 287438 h 287438"/>
                <a:gd name="csX3" fmla="*/ 395228 w 395227"/>
                <a:gd name="csY3" fmla="*/ 287438 h 287438"/>
                <a:gd name="csX4" fmla="*/ 395228 w 395227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5227" h="287438">
                  <a:moveTo>
                    <a:pt x="39522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395228" y="287438"/>
                  </a:lnTo>
                  <a:lnTo>
                    <a:pt x="395228" y="0"/>
                  </a:lnTo>
                  <a:close/>
                </a:path>
              </a:pathLst>
            </a:custGeom>
            <a:solidFill>
              <a:srgbClr val="D64545"/>
            </a:solidFill>
            <a:ln w="7183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38BE2BE-4E43-AF01-3591-AFABA21BCDF4}"/>
                </a:ext>
              </a:extLst>
            </p:cNvPr>
            <p:cNvSpPr/>
            <p:nvPr/>
          </p:nvSpPr>
          <p:spPr>
            <a:xfrm>
              <a:off x="6597598" y="5697715"/>
              <a:ext cx="56994" cy="130280"/>
            </a:xfrm>
            <a:custGeom>
              <a:avLst/>
              <a:gdLst>
                <a:gd name="csX0" fmla="*/ 40672 w 40672"/>
                <a:gd name="csY0" fmla="*/ 92972 h 92971"/>
                <a:gd name="csX1" fmla="*/ 22923 w 40672"/>
                <a:gd name="csY1" fmla="*/ 92972 h 92971"/>
                <a:gd name="csX2" fmla="*/ 22923 w 40672"/>
                <a:gd name="csY2" fmla="*/ 26085 h 92971"/>
                <a:gd name="csX3" fmla="*/ 0 w 40672"/>
                <a:gd name="csY3" fmla="*/ 39537 h 92971"/>
                <a:gd name="csX4" fmla="*/ 0 w 40672"/>
                <a:gd name="csY4" fmla="*/ 23433 h 92971"/>
                <a:gd name="csX5" fmla="*/ 15098 w 40672"/>
                <a:gd name="csY5" fmla="*/ 14846 h 92971"/>
                <a:gd name="csX6" fmla="*/ 26272 w 40672"/>
                <a:gd name="csY6" fmla="*/ 0 h 92971"/>
                <a:gd name="csX7" fmla="*/ 40672 w 40672"/>
                <a:gd name="csY7" fmla="*/ 0 h 92971"/>
                <a:gd name="csX8" fmla="*/ 40672 w 40672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2" h="92971">
                  <a:moveTo>
                    <a:pt x="40672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42" y="32150"/>
                    <a:pt x="8803" y="36634"/>
                    <a:pt x="0" y="39537"/>
                  </a:cubicBezTo>
                  <a:lnTo>
                    <a:pt x="0" y="23433"/>
                  </a:lnTo>
                  <a:cubicBezTo>
                    <a:pt x="4635" y="21917"/>
                    <a:pt x="9665" y="19057"/>
                    <a:pt x="15098" y="14846"/>
                  </a:cubicBezTo>
                  <a:cubicBezTo>
                    <a:pt x="20530" y="10592"/>
                    <a:pt x="24253" y="5648"/>
                    <a:pt x="26272" y="0"/>
                  </a:cubicBezTo>
                  <a:lnTo>
                    <a:pt x="40672" y="0"/>
                  </a:lnTo>
                  <a:lnTo>
                    <a:pt x="40672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6C93043-B422-EE49-4060-4B436378CAF4}"/>
              </a:ext>
            </a:extLst>
          </p:cNvPr>
          <p:cNvGrpSpPr/>
          <p:nvPr/>
        </p:nvGrpSpPr>
        <p:grpSpPr>
          <a:xfrm>
            <a:off x="7626240" y="4777940"/>
            <a:ext cx="2819510" cy="1493021"/>
            <a:chOff x="7679294" y="4925801"/>
            <a:chExt cx="2012068" cy="1065455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E0A8D15-0A60-BEE2-2383-2063EFFDE2EB}"/>
                </a:ext>
              </a:extLst>
            </p:cNvPr>
            <p:cNvSpPr/>
            <p:nvPr/>
          </p:nvSpPr>
          <p:spPr>
            <a:xfrm>
              <a:off x="8154716" y="4925801"/>
              <a:ext cx="1209468" cy="175344"/>
            </a:xfrm>
            <a:custGeom>
              <a:avLst/>
              <a:gdLst>
                <a:gd name="csX0" fmla="*/ 0 w 1209468"/>
                <a:gd name="csY0" fmla="*/ 2285 h 175344"/>
                <a:gd name="csX1" fmla="*/ 53464 w 1209468"/>
                <a:gd name="csY1" fmla="*/ 2285 h 175344"/>
                <a:gd name="csX2" fmla="*/ 77091 w 1209468"/>
                <a:gd name="csY2" fmla="*/ 3650 h 175344"/>
                <a:gd name="csX3" fmla="*/ 91046 w 1209468"/>
                <a:gd name="csY3" fmla="*/ 9126 h 175344"/>
                <a:gd name="csX4" fmla="*/ 101358 w 1209468"/>
                <a:gd name="csY4" fmla="*/ 20343 h 175344"/>
                <a:gd name="csX5" fmla="*/ 105461 w 1209468"/>
                <a:gd name="csY5" fmla="*/ 35944 h 175344"/>
                <a:gd name="csX6" fmla="*/ 100352 w 1209468"/>
                <a:gd name="csY6" fmla="*/ 53190 h 175344"/>
                <a:gd name="csX7" fmla="*/ 86670 w 1209468"/>
                <a:gd name="csY7" fmla="*/ 64954 h 175344"/>
                <a:gd name="csX8" fmla="*/ 105461 w 1209468"/>
                <a:gd name="csY8" fmla="*/ 77091 h 175344"/>
                <a:gd name="csX9" fmla="*/ 112029 w 1209468"/>
                <a:gd name="csY9" fmla="*/ 97248 h 175344"/>
                <a:gd name="csX10" fmla="*/ 107739 w 1209468"/>
                <a:gd name="csY10" fmla="*/ 115040 h 175344"/>
                <a:gd name="csX11" fmla="*/ 96156 w 1209468"/>
                <a:gd name="csY11" fmla="*/ 128815 h 175344"/>
                <a:gd name="csX12" fmla="*/ 78090 w 1209468"/>
                <a:gd name="csY12" fmla="*/ 135110 h 175344"/>
                <a:gd name="csX13" fmla="*/ 45523 w 1209468"/>
                <a:gd name="csY13" fmla="*/ 136023 h 175344"/>
                <a:gd name="csX14" fmla="*/ 0 w 1209468"/>
                <a:gd name="csY14" fmla="*/ 136023 h 175344"/>
                <a:gd name="csX15" fmla="*/ 0 w 1209468"/>
                <a:gd name="csY15" fmla="*/ 2285 h 175344"/>
                <a:gd name="csX16" fmla="*/ 27005 w 1209468"/>
                <a:gd name="csY16" fmla="*/ 24540 h 175344"/>
                <a:gd name="csX17" fmla="*/ 27005 w 1209468"/>
                <a:gd name="csY17" fmla="*/ 55468 h 175344"/>
                <a:gd name="csX18" fmla="*/ 44704 w 1209468"/>
                <a:gd name="csY18" fmla="*/ 55468 h 175344"/>
                <a:gd name="csX19" fmla="*/ 64314 w 1209468"/>
                <a:gd name="csY19" fmla="*/ 55016 h 175344"/>
                <a:gd name="csX20" fmla="*/ 75172 w 1209468"/>
                <a:gd name="csY20" fmla="*/ 50266 h 175344"/>
                <a:gd name="csX21" fmla="*/ 79189 w 1209468"/>
                <a:gd name="csY21" fmla="*/ 39774 h 175344"/>
                <a:gd name="csX22" fmla="*/ 75719 w 1209468"/>
                <a:gd name="csY22" fmla="*/ 29743 h 175344"/>
                <a:gd name="csX23" fmla="*/ 65594 w 1209468"/>
                <a:gd name="csY23" fmla="*/ 25000 h 175344"/>
                <a:gd name="csX24" fmla="*/ 42512 w 1209468"/>
                <a:gd name="csY24" fmla="*/ 24540 h 175344"/>
                <a:gd name="csX25" fmla="*/ 27005 w 1209468"/>
                <a:gd name="csY25" fmla="*/ 24540 h 175344"/>
                <a:gd name="csX26" fmla="*/ 27005 w 1209468"/>
                <a:gd name="csY26" fmla="*/ 77730 h 175344"/>
                <a:gd name="csX27" fmla="*/ 27005 w 1209468"/>
                <a:gd name="csY27" fmla="*/ 113488 h 175344"/>
                <a:gd name="csX28" fmla="*/ 51998 w 1209468"/>
                <a:gd name="csY28" fmla="*/ 113488 h 175344"/>
                <a:gd name="csX29" fmla="*/ 70523 w 1209468"/>
                <a:gd name="csY29" fmla="*/ 112669 h 175344"/>
                <a:gd name="csX30" fmla="*/ 80282 w 1209468"/>
                <a:gd name="csY30" fmla="*/ 107380 h 175344"/>
                <a:gd name="csX31" fmla="*/ 84112 w 1209468"/>
                <a:gd name="csY31" fmla="*/ 95976 h 175344"/>
                <a:gd name="csX32" fmla="*/ 81194 w 1209468"/>
                <a:gd name="csY32" fmla="*/ 85757 h 175344"/>
                <a:gd name="csX33" fmla="*/ 72708 w 1209468"/>
                <a:gd name="csY33" fmla="*/ 79642 h 175344"/>
                <a:gd name="csX34" fmla="*/ 48807 w 1209468"/>
                <a:gd name="csY34" fmla="*/ 77730 h 175344"/>
                <a:gd name="csX35" fmla="*/ 27005 w 1209468"/>
                <a:gd name="csY35" fmla="*/ 77730 h 175344"/>
                <a:gd name="csX36" fmla="*/ 153902 w 1209468"/>
                <a:gd name="csY36" fmla="*/ 68698 h 175344"/>
                <a:gd name="csX37" fmla="*/ 130641 w 1209468"/>
                <a:gd name="csY37" fmla="*/ 64501 h 175344"/>
                <a:gd name="csX38" fmla="*/ 144143 w 1209468"/>
                <a:gd name="csY38" fmla="*/ 43698 h 175344"/>
                <a:gd name="csX39" fmla="*/ 172607 w 1209468"/>
                <a:gd name="csY39" fmla="*/ 36950 h 175344"/>
                <a:gd name="csX40" fmla="*/ 198146 w 1209468"/>
                <a:gd name="csY40" fmla="*/ 41053 h 175344"/>
                <a:gd name="csX41" fmla="*/ 209917 w 1209468"/>
                <a:gd name="csY41" fmla="*/ 51365 h 175344"/>
                <a:gd name="csX42" fmla="*/ 213380 w 1209468"/>
                <a:gd name="csY42" fmla="*/ 74260 h 175344"/>
                <a:gd name="csX43" fmla="*/ 213107 w 1209468"/>
                <a:gd name="csY43" fmla="*/ 104182 h 175344"/>
                <a:gd name="csX44" fmla="*/ 214293 w 1209468"/>
                <a:gd name="csY44" fmla="*/ 123067 h 175344"/>
                <a:gd name="csX45" fmla="*/ 218949 w 1209468"/>
                <a:gd name="csY45" fmla="*/ 136023 h 175344"/>
                <a:gd name="csX46" fmla="*/ 193590 w 1209468"/>
                <a:gd name="csY46" fmla="*/ 136023 h 175344"/>
                <a:gd name="csX47" fmla="*/ 191125 w 1209468"/>
                <a:gd name="csY47" fmla="*/ 128449 h 175344"/>
                <a:gd name="csX48" fmla="*/ 190213 w 1209468"/>
                <a:gd name="csY48" fmla="*/ 125438 h 175344"/>
                <a:gd name="csX49" fmla="*/ 176164 w 1209468"/>
                <a:gd name="csY49" fmla="*/ 135017 h 175344"/>
                <a:gd name="csX50" fmla="*/ 160197 w 1209468"/>
                <a:gd name="csY50" fmla="*/ 138215 h 175344"/>
                <a:gd name="csX51" fmla="*/ 136569 w 1209468"/>
                <a:gd name="csY51" fmla="*/ 130094 h 175344"/>
                <a:gd name="csX52" fmla="*/ 127996 w 1209468"/>
                <a:gd name="csY52" fmla="*/ 109564 h 175344"/>
                <a:gd name="csX53" fmla="*/ 131920 w 1209468"/>
                <a:gd name="csY53" fmla="*/ 94969 h 175344"/>
                <a:gd name="csX54" fmla="*/ 142864 w 1209468"/>
                <a:gd name="csY54" fmla="*/ 85117 h 175344"/>
                <a:gd name="csX55" fmla="*/ 163301 w 1209468"/>
                <a:gd name="csY55" fmla="*/ 79096 h 175344"/>
                <a:gd name="csX56" fmla="*/ 188208 w 1209468"/>
                <a:gd name="csY56" fmla="*/ 72801 h 175344"/>
                <a:gd name="csX57" fmla="*/ 188208 w 1209468"/>
                <a:gd name="csY57" fmla="*/ 70250 h 175344"/>
                <a:gd name="csX58" fmla="*/ 184557 w 1209468"/>
                <a:gd name="csY58" fmla="*/ 59758 h 175344"/>
                <a:gd name="csX59" fmla="*/ 170782 w 1209468"/>
                <a:gd name="csY59" fmla="*/ 56560 h 175344"/>
                <a:gd name="csX60" fmla="*/ 160103 w 1209468"/>
                <a:gd name="csY60" fmla="*/ 59298 h 175344"/>
                <a:gd name="csX61" fmla="*/ 153902 w 1209468"/>
                <a:gd name="csY61" fmla="*/ 68698 h 175344"/>
                <a:gd name="csX62" fmla="*/ 188208 w 1209468"/>
                <a:gd name="csY62" fmla="*/ 89494 h 175344"/>
                <a:gd name="csX63" fmla="*/ 172607 w 1209468"/>
                <a:gd name="csY63" fmla="*/ 93417 h 175344"/>
                <a:gd name="csX64" fmla="*/ 158645 w 1209468"/>
                <a:gd name="csY64" fmla="*/ 97887 h 175344"/>
                <a:gd name="csX65" fmla="*/ 153629 w 1209468"/>
                <a:gd name="csY65" fmla="*/ 106920 h 175344"/>
                <a:gd name="csX66" fmla="*/ 157646 w 1209468"/>
                <a:gd name="csY66" fmla="*/ 116226 h 175344"/>
                <a:gd name="csX67" fmla="*/ 167864 w 1209468"/>
                <a:gd name="csY67" fmla="*/ 120149 h 175344"/>
                <a:gd name="csX68" fmla="*/ 181086 w 1209468"/>
                <a:gd name="csY68" fmla="*/ 115586 h 175344"/>
                <a:gd name="csX69" fmla="*/ 187202 w 1209468"/>
                <a:gd name="csY69" fmla="*/ 107107 h 175344"/>
                <a:gd name="csX70" fmla="*/ 188208 w 1209468"/>
                <a:gd name="csY70" fmla="*/ 94603 h 175344"/>
                <a:gd name="csX71" fmla="*/ 188208 w 1209468"/>
                <a:gd name="csY71" fmla="*/ 89494 h 175344"/>
                <a:gd name="csX72" fmla="*/ 236375 w 1209468"/>
                <a:gd name="csY72" fmla="*/ 142411 h 175344"/>
                <a:gd name="csX73" fmla="*/ 265658 w 1209468"/>
                <a:gd name="csY73" fmla="*/ 145968 h 175344"/>
                <a:gd name="csX74" fmla="*/ 269035 w 1209468"/>
                <a:gd name="csY74" fmla="*/ 152989 h 175344"/>
                <a:gd name="csX75" fmla="*/ 280526 w 1209468"/>
                <a:gd name="csY75" fmla="*/ 155727 h 175344"/>
                <a:gd name="csX76" fmla="*/ 295580 w 1209468"/>
                <a:gd name="csY76" fmla="*/ 152716 h 175344"/>
                <a:gd name="csX77" fmla="*/ 300690 w 1209468"/>
                <a:gd name="csY77" fmla="*/ 146241 h 175344"/>
                <a:gd name="csX78" fmla="*/ 301875 w 1209468"/>
                <a:gd name="csY78" fmla="*/ 134471 h 175344"/>
                <a:gd name="csX79" fmla="*/ 301875 w 1209468"/>
                <a:gd name="csY79" fmla="*/ 120329 h 175344"/>
                <a:gd name="csX80" fmla="*/ 272866 w 1209468"/>
                <a:gd name="csY80" fmla="*/ 136023 h 175344"/>
                <a:gd name="csX81" fmla="*/ 241937 w 1209468"/>
                <a:gd name="csY81" fmla="*/ 119510 h 175344"/>
                <a:gd name="csX82" fmla="*/ 232998 w 1209468"/>
                <a:gd name="csY82" fmla="*/ 87036 h 175344"/>
                <a:gd name="csX83" fmla="*/ 244675 w 1209468"/>
                <a:gd name="csY83" fmla="*/ 49813 h 175344"/>
                <a:gd name="csX84" fmla="*/ 273864 w 1209468"/>
                <a:gd name="csY84" fmla="*/ 36950 h 175344"/>
                <a:gd name="csX85" fmla="*/ 303513 w 1209468"/>
                <a:gd name="csY85" fmla="*/ 52730 h 175344"/>
                <a:gd name="csX86" fmla="*/ 303513 w 1209468"/>
                <a:gd name="csY86" fmla="*/ 39142 h 175344"/>
                <a:gd name="csX87" fmla="*/ 327508 w 1209468"/>
                <a:gd name="csY87" fmla="*/ 39142 h 175344"/>
                <a:gd name="csX88" fmla="*/ 327508 w 1209468"/>
                <a:gd name="csY88" fmla="*/ 126078 h 175344"/>
                <a:gd name="csX89" fmla="*/ 324684 w 1209468"/>
                <a:gd name="csY89" fmla="*/ 151717 h 175344"/>
                <a:gd name="csX90" fmla="*/ 316743 w 1209468"/>
                <a:gd name="csY90" fmla="*/ 165033 h 175344"/>
                <a:gd name="csX91" fmla="*/ 303061 w 1209468"/>
                <a:gd name="csY91" fmla="*/ 172607 h 175344"/>
                <a:gd name="csX92" fmla="*/ 281532 w 1209468"/>
                <a:gd name="csY92" fmla="*/ 175344 h 175344"/>
                <a:gd name="csX93" fmla="*/ 246594 w 1209468"/>
                <a:gd name="csY93" fmla="*/ 166858 h 175344"/>
                <a:gd name="csX94" fmla="*/ 236282 w 1209468"/>
                <a:gd name="csY94" fmla="*/ 145508 h 175344"/>
                <a:gd name="csX95" fmla="*/ 236375 w 1209468"/>
                <a:gd name="csY95" fmla="*/ 142411 h 175344"/>
                <a:gd name="csX96" fmla="*/ 259270 w 1209468"/>
                <a:gd name="csY96" fmla="*/ 85570 h 175344"/>
                <a:gd name="csX97" fmla="*/ 265198 w 1209468"/>
                <a:gd name="csY97" fmla="*/ 108199 h 175344"/>
                <a:gd name="csX98" fmla="*/ 279980 w 1209468"/>
                <a:gd name="csY98" fmla="*/ 115313 h 175344"/>
                <a:gd name="csX99" fmla="*/ 295853 w 1209468"/>
                <a:gd name="csY99" fmla="*/ 108019 h 175344"/>
                <a:gd name="csX100" fmla="*/ 302328 w 1209468"/>
                <a:gd name="csY100" fmla="*/ 86210 h 175344"/>
                <a:gd name="csX101" fmla="*/ 296127 w 1209468"/>
                <a:gd name="csY101" fmla="*/ 63862 h 175344"/>
                <a:gd name="csX102" fmla="*/ 280439 w 1209468"/>
                <a:gd name="csY102" fmla="*/ 56560 h 175344"/>
                <a:gd name="csX103" fmla="*/ 265198 w 1209468"/>
                <a:gd name="csY103" fmla="*/ 63768 h 175344"/>
                <a:gd name="csX104" fmla="*/ 259270 w 1209468"/>
                <a:gd name="csY104" fmla="*/ 85570 h 175344"/>
                <a:gd name="csX105" fmla="*/ 350043 w 1209468"/>
                <a:gd name="csY105" fmla="*/ 100352 h 175344"/>
                <a:gd name="csX106" fmla="*/ 350043 w 1209468"/>
                <a:gd name="csY106" fmla="*/ 74719 h 175344"/>
                <a:gd name="csX107" fmla="*/ 400402 w 1209468"/>
                <a:gd name="csY107" fmla="*/ 74719 h 175344"/>
                <a:gd name="csX108" fmla="*/ 400402 w 1209468"/>
                <a:gd name="csY108" fmla="*/ 100352 h 175344"/>
                <a:gd name="csX109" fmla="*/ 350043 w 1209468"/>
                <a:gd name="csY109" fmla="*/ 100352 h 175344"/>
                <a:gd name="csX110" fmla="*/ 409248 w 1209468"/>
                <a:gd name="csY110" fmla="*/ 86210 h 175344"/>
                <a:gd name="csX111" fmla="*/ 415543 w 1209468"/>
                <a:gd name="csY111" fmla="*/ 61490 h 175344"/>
                <a:gd name="csX112" fmla="*/ 433335 w 1209468"/>
                <a:gd name="csY112" fmla="*/ 43245 h 175344"/>
                <a:gd name="csX113" fmla="*/ 459154 w 1209468"/>
                <a:gd name="csY113" fmla="*/ 36950 h 175344"/>
                <a:gd name="csX114" fmla="*/ 495185 w 1209468"/>
                <a:gd name="csY114" fmla="*/ 51272 h 175344"/>
                <a:gd name="csX115" fmla="*/ 509233 w 1209468"/>
                <a:gd name="csY115" fmla="*/ 87309 h 175344"/>
                <a:gd name="csX116" fmla="*/ 495005 w 1209468"/>
                <a:gd name="csY116" fmla="*/ 123800 h 175344"/>
                <a:gd name="csX117" fmla="*/ 459334 w 1209468"/>
                <a:gd name="csY117" fmla="*/ 138215 h 175344"/>
                <a:gd name="csX118" fmla="*/ 433881 w 1209468"/>
                <a:gd name="csY118" fmla="*/ 132193 h 175344"/>
                <a:gd name="csX119" fmla="*/ 415543 w 1209468"/>
                <a:gd name="csY119" fmla="*/ 114587 h 175344"/>
                <a:gd name="csX120" fmla="*/ 409248 w 1209468"/>
                <a:gd name="csY120" fmla="*/ 86210 h 175344"/>
                <a:gd name="csX121" fmla="*/ 435527 w 1209468"/>
                <a:gd name="csY121" fmla="*/ 87582 h 175344"/>
                <a:gd name="csX122" fmla="*/ 442368 w 1209468"/>
                <a:gd name="csY122" fmla="*/ 109658 h 175344"/>
                <a:gd name="csX123" fmla="*/ 459240 w 1209468"/>
                <a:gd name="csY123" fmla="*/ 117318 h 175344"/>
                <a:gd name="csX124" fmla="*/ 476027 w 1209468"/>
                <a:gd name="csY124" fmla="*/ 109658 h 175344"/>
                <a:gd name="csX125" fmla="*/ 482868 w 1209468"/>
                <a:gd name="csY125" fmla="*/ 87396 h 175344"/>
                <a:gd name="csX126" fmla="*/ 476027 w 1209468"/>
                <a:gd name="csY126" fmla="*/ 65507 h 175344"/>
                <a:gd name="csX127" fmla="*/ 459240 w 1209468"/>
                <a:gd name="csY127" fmla="*/ 57840 h 175344"/>
                <a:gd name="csX128" fmla="*/ 442368 w 1209468"/>
                <a:gd name="csY128" fmla="*/ 65507 h 175344"/>
                <a:gd name="csX129" fmla="*/ 435527 w 1209468"/>
                <a:gd name="csY129" fmla="*/ 87582 h 175344"/>
                <a:gd name="csX130" fmla="*/ 518180 w 1209468"/>
                <a:gd name="csY130" fmla="*/ 39142 h 175344"/>
                <a:gd name="csX131" fmla="*/ 532408 w 1209468"/>
                <a:gd name="csY131" fmla="*/ 39142 h 175344"/>
                <a:gd name="csX132" fmla="*/ 532408 w 1209468"/>
                <a:gd name="csY132" fmla="*/ 31841 h 175344"/>
                <a:gd name="csX133" fmla="*/ 534959 w 1209468"/>
                <a:gd name="csY133" fmla="*/ 13596 h 175344"/>
                <a:gd name="csX134" fmla="*/ 544538 w 1209468"/>
                <a:gd name="csY134" fmla="*/ 3830 h 175344"/>
                <a:gd name="csX135" fmla="*/ 562237 w 1209468"/>
                <a:gd name="csY135" fmla="*/ 0 h 175344"/>
                <a:gd name="csX136" fmla="*/ 583680 w 1209468"/>
                <a:gd name="csY136" fmla="*/ 3284 h 175344"/>
                <a:gd name="csX137" fmla="*/ 580209 w 1209468"/>
                <a:gd name="csY137" fmla="*/ 21170 h 175344"/>
                <a:gd name="csX138" fmla="*/ 568446 w 1209468"/>
                <a:gd name="csY138" fmla="*/ 19704 h 175344"/>
                <a:gd name="csX139" fmla="*/ 560411 w 1209468"/>
                <a:gd name="csY139" fmla="*/ 22355 h 175344"/>
                <a:gd name="csX140" fmla="*/ 558040 w 1209468"/>
                <a:gd name="csY140" fmla="*/ 32294 h 175344"/>
                <a:gd name="csX141" fmla="*/ 558040 w 1209468"/>
                <a:gd name="csY141" fmla="*/ 39142 h 175344"/>
                <a:gd name="csX142" fmla="*/ 577198 w 1209468"/>
                <a:gd name="csY142" fmla="*/ 39142 h 175344"/>
                <a:gd name="csX143" fmla="*/ 577198 w 1209468"/>
                <a:gd name="csY143" fmla="*/ 59298 h 175344"/>
                <a:gd name="csX144" fmla="*/ 558040 w 1209468"/>
                <a:gd name="csY144" fmla="*/ 59298 h 175344"/>
                <a:gd name="csX145" fmla="*/ 558040 w 1209468"/>
                <a:gd name="csY145" fmla="*/ 136023 h 175344"/>
                <a:gd name="csX146" fmla="*/ 532408 w 1209468"/>
                <a:gd name="csY146" fmla="*/ 136023 h 175344"/>
                <a:gd name="csX147" fmla="*/ 532408 w 1209468"/>
                <a:gd name="csY147" fmla="*/ 59298 h 175344"/>
                <a:gd name="csX148" fmla="*/ 518180 w 1209468"/>
                <a:gd name="csY148" fmla="*/ 59298 h 175344"/>
                <a:gd name="csX149" fmla="*/ 518180 w 1209468"/>
                <a:gd name="csY149" fmla="*/ 39142 h 175344"/>
                <a:gd name="csX150" fmla="*/ 588696 w 1209468"/>
                <a:gd name="csY150" fmla="*/ 100352 h 175344"/>
                <a:gd name="csX151" fmla="*/ 588696 w 1209468"/>
                <a:gd name="csY151" fmla="*/ 74719 h 175344"/>
                <a:gd name="csX152" fmla="*/ 639055 w 1209468"/>
                <a:gd name="csY152" fmla="*/ 74719 h 175344"/>
                <a:gd name="csX153" fmla="*/ 639055 w 1209468"/>
                <a:gd name="csY153" fmla="*/ 100352 h 175344"/>
                <a:gd name="csX154" fmla="*/ 588696 w 1209468"/>
                <a:gd name="csY154" fmla="*/ 100352 h 175344"/>
                <a:gd name="csX155" fmla="*/ 672987 w 1209468"/>
                <a:gd name="csY155" fmla="*/ 136023 h 175344"/>
                <a:gd name="csX156" fmla="*/ 641060 w 1209468"/>
                <a:gd name="csY156" fmla="*/ 2285 h 175344"/>
                <a:gd name="csX157" fmla="*/ 668704 w 1209468"/>
                <a:gd name="csY157" fmla="*/ 2285 h 175344"/>
                <a:gd name="csX158" fmla="*/ 688860 w 1209468"/>
                <a:gd name="csY158" fmla="*/ 94150 h 175344"/>
                <a:gd name="csX159" fmla="*/ 713314 w 1209468"/>
                <a:gd name="csY159" fmla="*/ 2285 h 175344"/>
                <a:gd name="csX160" fmla="*/ 745428 w 1209468"/>
                <a:gd name="csY160" fmla="*/ 2285 h 175344"/>
                <a:gd name="csX161" fmla="*/ 768898 w 1209468"/>
                <a:gd name="csY161" fmla="*/ 95703 h 175344"/>
                <a:gd name="csX162" fmla="*/ 789378 w 1209468"/>
                <a:gd name="csY162" fmla="*/ 2285 h 175344"/>
                <a:gd name="csX163" fmla="*/ 816613 w 1209468"/>
                <a:gd name="csY163" fmla="*/ 2285 h 175344"/>
                <a:gd name="csX164" fmla="*/ 784132 w 1209468"/>
                <a:gd name="csY164" fmla="*/ 136023 h 175344"/>
                <a:gd name="csX165" fmla="*/ 755460 w 1209468"/>
                <a:gd name="csY165" fmla="*/ 136023 h 175344"/>
                <a:gd name="csX166" fmla="*/ 728822 w 1209468"/>
                <a:gd name="csY166" fmla="*/ 36037 h 175344"/>
                <a:gd name="csX167" fmla="*/ 702277 w 1209468"/>
                <a:gd name="csY167" fmla="*/ 136023 h 175344"/>
                <a:gd name="csX168" fmla="*/ 672987 w 1209468"/>
                <a:gd name="csY168" fmla="*/ 136023 h 175344"/>
                <a:gd name="csX169" fmla="*/ 820852 w 1209468"/>
                <a:gd name="csY169" fmla="*/ 86210 h 175344"/>
                <a:gd name="csX170" fmla="*/ 827176 w 1209468"/>
                <a:gd name="csY170" fmla="*/ 61490 h 175344"/>
                <a:gd name="csX171" fmla="*/ 844925 w 1209468"/>
                <a:gd name="csY171" fmla="*/ 43245 h 175344"/>
                <a:gd name="csX172" fmla="*/ 870795 w 1209468"/>
                <a:gd name="csY172" fmla="*/ 36950 h 175344"/>
                <a:gd name="csX173" fmla="*/ 906796 w 1209468"/>
                <a:gd name="csY173" fmla="*/ 51272 h 175344"/>
                <a:gd name="csX174" fmla="*/ 920881 w 1209468"/>
                <a:gd name="csY174" fmla="*/ 87309 h 175344"/>
                <a:gd name="csX175" fmla="*/ 906653 w 1209468"/>
                <a:gd name="csY175" fmla="*/ 123800 h 175344"/>
                <a:gd name="csX176" fmla="*/ 870938 w 1209468"/>
                <a:gd name="csY176" fmla="*/ 138215 h 175344"/>
                <a:gd name="csX177" fmla="*/ 845500 w 1209468"/>
                <a:gd name="csY177" fmla="*/ 132193 h 175344"/>
                <a:gd name="csX178" fmla="*/ 827176 w 1209468"/>
                <a:gd name="csY178" fmla="*/ 114587 h 175344"/>
                <a:gd name="csX179" fmla="*/ 820852 w 1209468"/>
                <a:gd name="csY179" fmla="*/ 86210 h 175344"/>
                <a:gd name="csX180" fmla="*/ 847153 w 1209468"/>
                <a:gd name="csY180" fmla="*/ 87582 h 175344"/>
                <a:gd name="csX181" fmla="*/ 853980 w 1209468"/>
                <a:gd name="csY181" fmla="*/ 109658 h 175344"/>
                <a:gd name="csX182" fmla="*/ 870866 w 1209468"/>
                <a:gd name="csY182" fmla="*/ 117318 h 175344"/>
                <a:gd name="csX183" fmla="*/ 887682 w 1209468"/>
                <a:gd name="csY183" fmla="*/ 109658 h 175344"/>
                <a:gd name="csX184" fmla="*/ 894509 w 1209468"/>
                <a:gd name="csY184" fmla="*/ 87396 h 175344"/>
                <a:gd name="csX185" fmla="*/ 887682 w 1209468"/>
                <a:gd name="csY185" fmla="*/ 65507 h 175344"/>
                <a:gd name="csX186" fmla="*/ 870866 w 1209468"/>
                <a:gd name="csY186" fmla="*/ 57840 h 175344"/>
                <a:gd name="csX187" fmla="*/ 853980 w 1209468"/>
                <a:gd name="csY187" fmla="*/ 65507 h 175344"/>
                <a:gd name="csX188" fmla="*/ 847153 w 1209468"/>
                <a:gd name="csY188" fmla="*/ 87582 h 175344"/>
                <a:gd name="csX189" fmla="*/ 965578 w 1209468"/>
                <a:gd name="csY189" fmla="*/ 136023 h 175344"/>
                <a:gd name="csX190" fmla="*/ 939923 w 1209468"/>
                <a:gd name="csY190" fmla="*/ 136023 h 175344"/>
                <a:gd name="csX191" fmla="*/ 939923 w 1209468"/>
                <a:gd name="csY191" fmla="*/ 39142 h 175344"/>
                <a:gd name="csX192" fmla="*/ 963709 w 1209468"/>
                <a:gd name="csY192" fmla="*/ 39142 h 175344"/>
                <a:gd name="csX193" fmla="*/ 963709 w 1209468"/>
                <a:gd name="csY193" fmla="*/ 52917 h 175344"/>
                <a:gd name="csX194" fmla="*/ 974704 w 1209468"/>
                <a:gd name="csY194" fmla="*/ 40054 h 175344"/>
                <a:gd name="csX195" fmla="*/ 985842 w 1209468"/>
                <a:gd name="csY195" fmla="*/ 36950 h 175344"/>
                <a:gd name="csX196" fmla="*/ 1002657 w 1209468"/>
                <a:gd name="csY196" fmla="*/ 41786 h 175344"/>
                <a:gd name="csX197" fmla="*/ 994752 w 1209468"/>
                <a:gd name="csY197" fmla="*/ 64135 h 175344"/>
                <a:gd name="csX198" fmla="*/ 982680 w 1209468"/>
                <a:gd name="csY198" fmla="*/ 59938 h 175344"/>
                <a:gd name="csX199" fmla="*/ 973554 w 1209468"/>
                <a:gd name="csY199" fmla="*/ 62949 h 175344"/>
                <a:gd name="csX200" fmla="*/ 967661 w 1209468"/>
                <a:gd name="csY200" fmla="*/ 73620 h 175344"/>
                <a:gd name="csX201" fmla="*/ 965578 w 1209468"/>
                <a:gd name="csY201" fmla="*/ 106101 h 175344"/>
                <a:gd name="csX202" fmla="*/ 965578 w 1209468"/>
                <a:gd name="csY202" fmla="*/ 136023 h 175344"/>
                <a:gd name="csX203" fmla="*/ 1102686 w 1209468"/>
                <a:gd name="csY203" fmla="*/ 136023 h 175344"/>
                <a:gd name="csX204" fmla="*/ 1078829 w 1209468"/>
                <a:gd name="csY204" fmla="*/ 136023 h 175344"/>
                <a:gd name="csX205" fmla="*/ 1078829 w 1209468"/>
                <a:gd name="csY205" fmla="*/ 121795 h 175344"/>
                <a:gd name="csX206" fmla="*/ 1064815 w 1209468"/>
                <a:gd name="csY206" fmla="*/ 134198 h 175344"/>
                <a:gd name="csX207" fmla="*/ 1048575 w 1209468"/>
                <a:gd name="csY207" fmla="*/ 138215 h 175344"/>
                <a:gd name="csX208" fmla="*/ 1019903 w 1209468"/>
                <a:gd name="csY208" fmla="*/ 124798 h 175344"/>
                <a:gd name="csX209" fmla="*/ 1008046 w 1209468"/>
                <a:gd name="csY209" fmla="*/ 87216 h 175344"/>
                <a:gd name="csX210" fmla="*/ 1019688 w 1209468"/>
                <a:gd name="csY210" fmla="*/ 49813 h 175344"/>
                <a:gd name="csX211" fmla="*/ 1048935 w 1209468"/>
                <a:gd name="csY211" fmla="*/ 36950 h 175344"/>
                <a:gd name="csX212" fmla="*/ 1077032 w 1209468"/>
                <a:gd name="csY212" fmla="*/ 50453 h 175344"/>
                <a:gd name="csX213" fmla="*/ 1077032 w 1209468"/>
                <a:gd name="csY213" fmla="*/ 2285 h 175344"/>
                <a:gd name="csX214" fmla="*/ 1102686 w 1209468"/>
                <a:gd name="csY214" fmla="*/ 2285 h 175344"/>
                <a:gd name="csX215" fmla="*/ 1102686 w 1209468"/>
                <a:gd name="csY215" fmla="*/ 136023 h 175344"/>
                <a:gd name="csX216" fmla="*/ 1034275 w 1209468"/>
                <a:gd name="csY216" fmla="*/ 85484 h 175344"/>
                <a:gd name="csX217" fmla="*/ 1038515 w 1209468"/>
                <a:gd name="csY217" fmla="*/ 107926 h 175344"/>
                <a:gd name="csX218" fmla="*/ 1055905 w 1209468"/>
                <a:gd name="csY218" fmla="*/ 117957 h 175344"/>
                <a:gd name="csX219" fmla="*/ 1070923 w 1209468"/>
                <a:gd name="csY219" fmla="*/ 110477 h 175344"/>
                <a:gd name="csX220" fmla="*/ 1077104 w 1209468"/>
                <a:gd name="csY220" fmla="*/ 87949 h 175344"/>
                <a:gd name="csX221" fmla="*/ 1071139 w 1209468"/>
                <a:gd name="csY221" fmla="*/ 63955 h 175344"/>
                <a:gd name="csX222" fmla="*/ 1055689 w 1209468"/>
                <a:gd name="csY222" fmla="*/ 56560 h 175344"/>
                <a:gd name="csX223" fmla="*/ 1040383 w 1209468"/>
                <a:gd name="csY223" fmla="*/ 63862 h 175344"/>
                <a:gd name="csX224" fmla="*/ 1034275 w 1209468"/>
                <a:gd name="csY224" fmla="*/ 85484 h 175344"/>
                <a:gd name="csX225" fmla="*/ 1118998 w 1209468"/>
                <a:gd name="csY225" fmla="*/ 108379 h 175344"/>
                <a:gd name="csX226" fmla="*/ 1144723 w 1209468"/>
                <a:gd name="csY226" fmla="*/ 104455 h 175344"/>
                <a:gd name="csX227" fmla="*/ 1151407 w 1209468"/>
                <a:gd name="csY227" fmla="*/ 115859 h 175344"/>
                <a:gd name="csX228" fmla="*/ 1165419 w 1209468"/>
                <a:gd name="csY228" fmla="*/ 119696 h 175344"/>
                <a:gd name="csX229" fmla="*/ 1180366 w 1209468"/>
                <a:gd name="csY229" fmla="*/ 116046 h 175344"/>
                <a:gd name="csX230" fmla="*/ 1183743 w 1209468"/>
                <a:gd name="csY230" fmla="*/ 109205 h 175344"/>
                <a:gd name="csX231" fmla="*/ 1181947 w 1209468"/>
                <a:gd name="csY231" fmla="*/ 104369 h 175344"/>
                <a:gd name="csX232" fmla="*/ 1173395 w 1209468"/>
                <a:gd name="csY232" fmla="*/ 100991 h 175344"/>
                <a:gd name="csX233" fmla="*/ 1134088 w 1209468"/>
                <a:gd name="csY233" fmla="*/ 88495 h 175344"/>
                <a:gd name="csX234" fmla="*/ 1122591 w 1209468"/>
                <a:gd name="csY234" fmla="*/ 66693 h 175344"/>
                <a:gd name="csX235" fmla="*/ 1132507 w 1209468"/>
                <a:gd name="csY235" fmla="*/ 45523 h 175344"/>
                <a:gd name="csX236" fmla="*/ 1163336 w 1209468"/>
                <a:gd name="csY236" fmla="*/ 36950 h 175344"/>
                <a:gd name="csX237" fmla="*/ 1192870 w 1209468"/>
                <a:gd name="csY237" fmla="*/ 43425 h 175344"/>
                <a:gd name="csX238" fmla="*/ 1206236 w 1209468"/>
                <a:gd name="csY238" fmla="*/ 62582 h 175344"/>
                <a:gd name="csX239" fmla="*/ 1182019 w 1209468"/>
                <a:gd name="csY239" fmla="*/ 67052 h 175344"/>
                <a:gd name="csX240" fmla="*/ 1176126 w 1209468"/>
                <a:gd name="csY240" fmla="*/ 58386 h 175344"/>
                <a:gd name="csX241" fmla="*/ 1163766 w 1209468"/>
                <a:gd name="csY241" fmla="*/ 55375 h 175344"/>
                <a:gd name="csX242" fmla="*/ 1149322 w 1209468"/>
                <a:gd name="csY242" fmla="*/ 58206 h 175344"/>
                <a:gd name="csX243" fmla="*/ 1146376 w 1209468"/>
                <a:gd name="csY243" fmla="*/ 63409 h 175344"/>
                <a:gd name="csX244" fmla="*/ 1148892 w 1209468"/>
                <a:gd name="csY244" fmla="*/ 68058 h 175344"/>
                <a:gd name="csX245" fmla="*/ 1172821 w 1209468"/>
                <a:gd name="csY245" fmla="*/ 75266 h 175344"/>
                <a:gd name="csX246" fmla="*/ 1201493 w 1209468"/>
                <a:gd name="csY246" fmla="*/ 86670 h 175344"/>
                <a:gd name="csX247" fmla="*/ 1209469 w 1209468"/>
                <a:gd name="csY247" fmla="*/ 105734 h 175344"/>
                <a:gd name="csX248" fmla="*/ 1198403 w 1209468"/>
                <a:gd name="csY248" fmla="*/ 128636 h 175344"/>
                <a:gd name="csX249" fmla="*/ 1165419 w 1209468"/>
                <a:gd name="csY249" fmla="*/ 138215 h 175344"/>
                <a:gd name="csX250" fmla="*/ 1134088 w 1209468"/>
                <a:gd name="csY250" fmla="*/ 130188 h 175344"/>
                <a:gd name="csX251" fmla="*/ 1118998 w 1209468"/>
                <a:gd name="csY251" fmla="*/ 108379 h 1753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</a:cxnLst>
              <a:rect l="l" t="t" r="r" b="b"/>
              <a:pathLst>
                <a:path w="1209468" h="175344">
                  <a:moveTo>
                    <a:pt x="0" y="2285"/>
                  </a:moveTo>
                  <a:lnTo>
                    <a:pt x="53464" y="2285"/>
                  </a:lnTo>
                  <a:cubicBezTo>
                    <a:pt x="64042" y="2285"/>
                    <a:pt x="71917" y="2738"/>
                    <a:pt x="77091" y="3650"/>
                  </a:cubicBezTo>
                  <a:cubicBezTo>
                    <a:pt x="82323" y="4505"/>
                    <a:pt x="86972" y="6323"/>
                    <a:pt x="91046" y="9126"/>
                  </a:cubicBezTo>
                  <a:cubicBezTo>
                    <a:pt x="95185" y="11921"/>
                    <a:pt x="98620" y="15665"/>
                    <a:pt x="101358" y="20343"/>
                  </a:cubicBezTo>
                  <a:cubicBezTo>
                    <a:pt x="104096" y="24971"/>
                    <a:pt x="105461" y="30167"/>
                    <a:pt x="105461" y="35944"/>
                  </a:cubicBezTo>
                  <a:cubicBezTo>
                    <a:pt x="105461" y="42210"/>
                    <a:pt x="103758" y="47959"/>
                    <a:pt x="100352" y="53190"/>
                  </a:cubicBezTo>
                  <a:cubicBezTo>
                    <a:pt x="97010" y="58422"/>
                    <a:pt x="92448" y="62338"/>
                    <a:pt x="86670" y="64954"/>
                  </a:cubicBezTo>
                  <a:cubicBezTo>
                    <a:pt x="94819" y="67325"/>
                    <a:pt x="101085" y="71371"/>
                    <a:pt x="105461" y="77091"/>
                  </a:cubicBezTo>
                  <a:cubicBezTo>
                    <a:pt x="109838" y="82804"/>
                    <a:pt x="112029" y="89530"/>
                    <a:pt x="112029" y="97248"/>
                  </a:cubicBezTo>
                  <a:cubicBezTo>
                    <a:pt x="112029" y="103334"/>
                    <a:pt x="110599" y="109262"/>
                    <a:pt x="107739" y="115040"/>
                  </a:cubicBezTo>
                  <a:cubicBezTo>
                    <a:pt x="104944" y="120760"/>
                    <a:pt x="101085" y="125352"/>
                    <a:pt x="96156" y="128815"/>
                  </a:cubicBezTo>
                  <a:cubicBezTo>
                    <a:pt x="91291" y="132222"/>
                    <a:pt x="85269" y="134320"/>
                    <a:pt x="78090" y="135110"/>
                  </a:cubicBezTo>
                  <a:cubicBezTo>
                    <a:pt x="73592" y="135599"/>
                    <a:pt x="62734" y="135901"/>
                    <a:pt x="45523" y="136023"/>
                  </a:cubicBezTo>
                  <a:lnTo>
                    <a:pt x="0" y="136023"/>
                  </a:lnTo>
                  <a:lnTo>
                    <a:pt x="0" y="2285"/>
                  </a:lnTo>
                  <a:close/>
                  <a:moveTo>
                    <a:pt x="27005" y="24540"/>
                  </a:moveTo>
                  <a:lnTo>
                    <a:pt x="27005" y="55468"/>
                  </a:lnTo>
                  <a:lnTo>
                    <a:pt x="44704" y="55468"/>
                  </a:lnTo>
                  <a:cubicBezTo>
                    <a:pt x="55224" y="55468"/>
                    <a:pt x="61764" y="55318"/>
                    <a:pt x="64314" y="55016"/>
                  </a:cubicBezTo>
                  <a:cubicBezTo>
                    <a:pt x="68942" y="54462"/>
                    <a:pt x="72557" y="52881"/>
                    <a:pt x="75172" y="50266"/>
                  </a:cubicBezTo>
                  <a:cubicBezTo>
                    <a:pt x="77846" y="47593"/>
                    <a:pt x="79189" y="44093"/>
                    <a:pt x="79189" y="39774"/>
                  </a:cubicBezTo>
                  <a:cubicBezTo>
                    <a:pt x="79189" y="35642"/>
                    <a:pt x="78032" y="32294"/>
                    <a:pt x="75719" y="29743"/>
                  </a:cubicBezTo>
                  <a:cubicBezTo>
                    <a:pt x="73469" y="27127"/>
                    <a:pt x="70092" y="25546"/>
                    <a:pt x="65594" y="25000"/>
                  </a:cubicBezTo>
                  <a:cubicBezTo>
                    <a:pt x="62921" y="24691"/>
                    <a:pt x="55224" y="24540"/>
                    <a:pt x="42512" y="24540"/>
                  </a:cubicBezTo>
                  <a:lnTo>
                    <a:pt x="27005" y="24540"/>
                  </a:lnTo>
                  <a:close/>
                  <a:moveTo>
                    <a:pt x="27005" y="77730"/>
                  </a:moveTo>
                  <a:lnTo>
                    <a:pt x="27005" y="113488"/>
                  </a:lnTo>
                  <a:lnTo>
                    <a:pt x="51998" y="113488"/>
                  </a:lnTo>
                  <a:cubicBezTo>
                    <a:pt x="61735" y="113488"/>
                    <a:pt x="67907" y="113215"/>
                    <a:pt x="70523" y="112669"/>
                  </a:cubicBezTo>
                  <a:cubicBezTo>
                    <a:pt x="74533" y="111936"/>
                    <a:pt x="77788" y="110175"/>
                    <a:pt x="80282" y="107380"/>
                  </a:cubicBezTo>
                  <a:cubicBezTo>
                    <a:pt x="82840" y="104520"/>
                    <a:pt x="84112" y="100718"/>
                    <a:pt x="84112" y="95976"/>
                  </a:cubicBezTo>
                  <a:cubicBezTo>
                    <a:pt x="84112" y="91959"/>
                    <a:pt x="83142" y="88553"/>
                    <a:pt x="81194" y="85757"/>
                  </a:cubicBezTo>
                  <a:cubicBezTo>
                    <a:pt x="79247" y="82962"/>
                    <a:pt x="76423" y="80921"/>
                    <a:pt x="72708" y="79642"/>
                  </a:cubicBezTo>
                  <a:cubicBezTo>
                    <a:pt x="69064" y="78370"/>
                    <a:pt x="61095" y="77730"/>
                    <a:pt x="48807" y="77730"/>
                  </a:cubicBezTo>
                  <a:lnTo>
                    <a:pt x="27005" y="77730"/>
                  </a:lnTo>
                  <a:close/>
                  <a:moveTo>
                    <a:pt x="153902" y="68698"/>
                  </a:moveTo>
                  <a:lnTo>
                    <a:pt x="130641" y="64501"/>
                  </a:lnTo>
                  <a:cubicBezTo>
                    <a:pt x="133256" y="55131"/>
                    <a:pt x="137755" y="48203"/>
                    <a:pt x="144143" y="43698"/>
                  </a:cubicBezTo>
                  <a:cubicBezTo>
                    <a:pt x="150524" y="39199"/>
                    <a:pt x="160017" y="36950"/>
                    <a:pt x="172607" y="36950"/>
                  </a:cubicBezTo>
                  <a:cubicBezTo>
                    <a:pt x="184040" y="36950"/>
                    <a:pt x="192555" y="38316"/>
                    <a:pt x="198146" y="41053"/>
                  </a:cubicBezTo>
                  <a:cubicBezTo>
                    <a:pt x="203744" y="43734"/>
                    <a:pt x="207667" y="47169"/>
                    <a:pt x="209917" y="51365"/>
                  </a:cubicBezTo>
                  <a:cubicBezTo>
                    <a:pt x="212230" y="55497"/>
                    <a:pt x="213380" y="63128"/>
                    <a:pt x="213380" y="74260"/>
                  </a:cubicBezTo>
                  <a:lnTo>
                    <a:pt x="213107" y="104182"/>
                  </a:lnTo>
                  <a:cubicBezTo>
                    <a:pt x="213107" y="112697"/>
                    <a:pt x="213502" y="118992"/>
                    <a:pt x="214293" y="123067"/>
                  </a:cubicBezTo>
                  <a:cubicBezTo>
                    <a:pt x="215148" y="127084"/>
                    <a:pt x="216700" y="131402"/>
                    <a:pt x="218949" y="136023"/>
                  </a:cubicBezTo>
                  <a:lnTo>
                    <a:pt x="193590" y="136023"/>
                  </a:lnTo>
                  <a:cubicBezTo>
                    <a:pt x="192922" y="134320"/>
                    <a:pt x="192095" y="131798"/>
                    <a:pt x="191125" y="128449"/>
                  </a:cubicBezTo>
                  <a:cubicBezTo>
                    <a:pt x="190701" y="126933"/>
                    <a:pt x="190392" y="125927"/>
                    <a:pt x="190213" y="125438"/>
                  </a:cubicBezTo>
                  <a:cubicBezTo>
                    <a:pt x="185836" y="129699"/>
                    <a:pt x="181151" y="132890"/>
                    <a:pt x="176164" y="135017"/>
                  </a:cubicBezTo>
                  <a:cubicBezTo>
                    <a:pt x="171177" y="137151"/>
                    <a:pt x="165852" y="138215"/>
                    <a:pt x="160197" y="138215"/>
                  </a:cubicBezTo>
                  <a:cubicBezTo>
                    <a:pt x="150223" y="138215"/>
                    <a:pt x="142347" y="135506"/>
                    <a:pt x="136569" y="130094"/>
                  </a:cubicBezTo>
                  <a:cubicBezTo>
                    <a:pt x="130849" y="124683"/>
                    <a:pt x="127996" y="117835"/>
                    <a:pt x="127996" y="109564"/>
                  </a:cubicBezTo>
                  <a:cubicBezTo>
                    <a:pt x="127996" y="104096"/>
                    <a:pt x="129304" y="99231"/>
                    <a:pt x="131920" y="94969"/>
                  </a:cubicBezTo>
                  <a:cubicBezTo>
                    <a:pt x="134536" y="90651"/>
                    <a:pt x="138179" y="87367"/>
                    <a:pt x="142864" y="85117"/>
                  </a:cubicBezTo>
                  <a:cubicBezTo>
                    <a:pt x="147607" y="82804"/>
                    <a:pt x="154419" y="80799"/>
                    <a:pt x="163301" y="79096"/>
                  </a:cubicBezTo>
                  <a:cubicBezTo>
                    <a:pt x="175280" y="76847"/>
                    <a:pt x="183580" y="74748"/>
                    <a:pt x="188208" y="72801"/>
                  </a:cubicBezTo>
                  <a:lnTo>
                    <a:pt x="188208" y="70250"/>
                  </a:lnTo>
                  <a:cubicBezTo>
                    <a:pt x="188208" y="65320"/>
                    <a:pt x="186986" y="61821"/>
                    <a:pt x="184557" y="59758"/>
                  </a:cubicBezTo>
                  <a:cubicBezTo>
                    <a:pt x="182121" y="57624"/>
                    <a:pt x="177529" y="56560"/>
                    <a:pt x="170782" y="56560"/>
                  </a:cubicBezTo>
                  <a:cubicBezTo>
                    <a:pt x="166219" y="56560"/>
                    <a:pt x="162662" y="57473"/>
                    <a:pt x="160103" y="59298"/>
                  </a:cubicBezTo>
                  <a:cubicBezTo>
                    <a:pt x="157553" y="61066"/>
                    <a:pt x="155483" y="64199"/>
                    <a:pt x="153902" y="68698"/>
                  </a:cubicBezTo>
                  <a:close/>
                  <a:moveTo>
                    <a:pt x="188208" y="89494"/>
                  </a:moveTo>
                  <a:cubicBezTo>
                    <a:pt x="184924" y="90593"/>
                    <a:pt x="179721" y="91901"/>
                    <a:pt x="172607" y="93417"/>
                  </a:cubicBezTo>
                  <a:cubicBezTo>
                    <a:pt x="165486" y="94941"/>
                    <a:pt x="160836" y="96428"/>
                    <a:pt x="158645" y="97887"/>
                  </a:cubicBezTo>
                  <a:cubicBezTo>
                    <a:pt x="155303" y="100258"/>
                    <a:pt x="153629" y="103269"/>
                    <a:pt x="153629" y="106920"/>
                  </a:cubicBezTo>
                  <a:cubicBezTo>
                    <a:pt x="153629" y="110513"/>
                    <a:pt x="154965" y="113610"/>
                    <a:pt x="157646" y="116226"/>
                  </a:cubicBezTo>
                  <a:cubicBezTo>
                    <a:pt x="160319" y="118841"/>
                    <a:pt x="163725" y="120149"/>
                    <a:pt x="167864" y="120149"/>
                  </a:cubicBezTo>
                  <a:cubicBezTo>
                    <a:pt x="172485" y="120149"/>
                    <a:pt x="176890" y="118626"/>
                    <a:pt x="181086" y="115586"/>
                  </a:cubicBezTo>
                  <a:cubicBezTo>
                    <a:pt x="184191" y="113279"/>
                    <a:pt x="186231" y="110448"/>
                    <a:pt x="187202" y="107107"/>
                  </a:cubicBezTo>
                  <a:cubicBezTo>
                    <a:pt x="187870" y="104915"/>
                    <a:pt x="188208" y="100747"/>
                    <a:pt x="188208" y="94603"/>
                  </a:cubicBezTo>
                  <a:lnTo>
                    <a:pt x="188208" y="89494"/>
                  </a:lnTo>
                  <a:close/>
                  <a:moveTo>
                    <a:pt x="236375" y="142411"/>
                  </a:moveTo>
                  <a:lnTo>
                    <a:pt x="265658" y="145968"/>
                  </a:lnTo>
                  <a:cubicBezTo>
                    <a:pt x="266147" y="149374"/>
                    <a:pt x="267268" y="151717"/>
                    <a:pt x="269035" y="152989"/>
                  </a:cubicBezTo>
                  <a:cubicBezTo>
                    <a:pt x="271464" y="154814"/>
                    <a:pt x="275294" y="155727"/>
                    <a:pt x="280526" y="155727"/>
                  </a:cubicBezTo>
                  <a:cubicBezTo>
                    <a:pt x="287216" y="155727"/>
                    <a:pt x="292232" y="154728"/>
                    <a:pt x="295580" y="152716"/>
                  </a:cubicBezTo>
                  <a:cubicBezTo>
                    <a:pt x="297830" y="151379"/>
                    <a:pt x="299533" y="149224"/>
                    <a:pt x="300690" y="146241"/>
                  </a:cubicBezTo>
                  <a:cubicBezTo>
                    <a:pt x="301480" y="144114"/>
                    <a:pt x="301875" y="140191"/>
                    <a:pt x="301875" y="134471"/>
                  </a:cubicBezTo>
                  <a:lnTo>
                    <a:pt x="301875" y="120329"/>
                  </a:lnTo>
                  <a:cubicBezTo>
                    <a:pt x="294215" y="130792"/>
                    <a:pt x="284543" y="136023"/>
                    <a:pt x="272866" y="136023"/>
                  </a:cubicBezTo>
                  <a:cubicBezTo>
                    <a:pt x="259852" y="136023"/>
                    <a:pt x="249540" y="130519"/>
                    <a:pt x="241937" y="119510"/>
                  </a:cubicBezTo>
                  <a:cubicBezTo>
                    <a:pt x="235980" y="110815"/>
                    <a:pt x="232998" y="99985"/>
                    <a:pt x="232998" y="87036"/>
                  </a:cubicBezTo>
                  <a:cubicBezTo>
                    <a:pt x="232998" y="70796"/>
                    <a:pt x="236892" y="58386"/>
                    <a:pt x="244675" y="49813"/>
                  </a:cubicBezTo>
                  <a:cubicBezTo>
                    <a:pt x="252522" y="41240"/>
                    <a:pt x="262252" y="36950"/>
                    <a:pt x="273864" y="36950"/>
                  </a:cubicBezTo>
                  <a:cubicBezTo>
                    <a:pt x="285851" y="36950"/>
                    <a:pt x="295731" y="42210"/>
                    <a:pt x="303513" y="52730"/>
                  </a:cubicBezTo>
                  <a:lnTo>
                    <a:pt x="303513" y="39142"/>
                  </a:lnTo>
                  <a:lnTo>
                    <a:pt x="327508" y="39142"/>
                  </a:lnTo>
                  <a:lnTo>
                    <a:pt x="327508" y="126078"/>
                  </a:lnTo>
                  <a:cubicBezTo>
                    <a:pt x="327508" y="137510"/>
                    <a:pt x="326566" y="146055"/>
                    <a:pt x="324684" y="151717"/>
                  </a:cubicBezTo>
                  <a:cubicBezTo>
                    <a:pt x="322794" y="157372"/>
                    <a:pt x="320149" y="161813"/>
                    <a:pt x="316743" y="165033"/>
                  </a:cubicBezTo>
                  <a:cubicBezTo>
                    <a:pt x="313337" y="168259"/>
                    <a:pt x="308781" y="170781"/>
                    <a:pt x="303061" y="172607"/>
                  </a:cubicBezTo>
                  <a:cubicBezTo>
                    <a:pt x="297405" y="174432"/>
                    <a:pt x="290227" y="175344"/>
                    <a:pt x="281532" y="175344"/>
                  </a:cubicBezTo>
                  <a:cubicBezTo>
                    <a:pt x="265112" y="175344"/>
                    <a:pt x="253463" y="172513"/>
                    <a:pt x="246594" y="166858"/>
                  </a:cubicBezTo>
                  <a:cubicBezTo>
                    <a:pt x="239716" y="161260"/>
                    <a:pt x="236282" y="154146"/>
                    <a:pt x="236282" y="145508"/>
                  </a:cubicBezTo>
                  <a:cubicBezTo>
                    <a:pt x="236282" y="144660"/>
                    <a:pt x="236310" y="143626"/>
                    <a:pt x="236375" y="142411"/>
                  </a:cubicBezTo>
                  <a:close/>
                  <a:moveTo>
                    <a:pt x="259270" y="85570"/>
                  </a:moveTo>
                  <a:cubicBezTo>
                    <a:pt x="259270" y="95853"/>
                    <a:pt x="261246" y="103392"/>
                    <a:pt x="265198" y="108199"/>
                  </a:cubicBezTo>
                  <a:cubicBezTo>
                    <a:pt x="269215" y="112942"/>
                    <a:pt x="274145" y="115313"/>
                    <a:pt x="279980" y="115313"/>
                  </a:cubicBezTo>
                  <a:cubicBezTo>
                    <a:pt x="286246" y="115313"/>
                    <a:pt x="291534" y="112884"/>
                    <a:pt x="295853" y="108019"/>
                  </a:cubicBezTo>
                  <a:cubicBezTo>
                    <a:pt x="300172" y="103090"/>
                    <a:pt x="302328" y="95825"/>
                    <a:pt x="302328" y="86210"/>
                  </a:cubicBezTo>
                  <a:cubicBezTo>
                    <a:pt x="302328" y="76178"/>
                    <a:pt x="300266" y="68726"/>
                    <a:pt x="296127" y="63862"/>
                  </a:cubicBezTo>
                  <a:cubicBezTo>
                    <a:pt x="291995" y="58997"/>
                    <a:pt x="286763" y="56560"/>
                    <a:pt x="280439" y="56560"/>
                  </a:cubicBezTo>
                  <a:cubicBezTo>
                    <a:pt x="274295" y="56560"/>
                    <a:pt x="269215" y="58968"/>
                    <a:pt x="265198" y="63768"/>
                  </a:cubicBezTo>
                  <a:cubicBezTo>
                    <a:pt x="261246" y="68511"/>
                    <a:pt x="259270" y="75783"/>
                    <a:pt x="259270" y="85570"/>
                  </a:cubicBezTo>
                  <a:close/>
                  <a:moveTo>
                    <a:pt x="350043" y="100352"/>
                  </a:moveTo>
                  <a:lnTo>
                    <a:pt x="350043" y="74719"/>
                  </a:lnTo>
                  <a:lnTo>
                    <a:pt x="400402" y="74719"/>
                  </a:lnTo>
                  <a:lnTo>
                    <a:pt x="400402" y="100352"/>
                  </a:lnTo>
                  <a:lnTo>
                    <a:pt x="350043" y="100352"/>
                  </a:lnTo>
                  <a:close/>
                  <a:moveTo>
                    <a:pt x="409248" y="86210"/>
                  </a:moveTo>
                  <a:cubicBezTo>
                    <a:pt x="409248" y="77694"/>
                    <a:pt x="411346" y="69459"/>
                    <a:pt x="415543" y="61490"/>
                  </a:cubicBezTo>
                  <a:cubicBezTo>
                    <a:pt x="419739" y="53521"/>
                    <a:pt x="425668" y="47442"/>
                    <a:pt x="433335" y="43245"/>
                  </a:cubicBezTo>
                  <a:cubicBezTo>
                    <a:pt x="441060" y="39048"/>
                    <a:pt x="449661" y="36950"/>
                    <a:pt x="459154" y="36950"/>
                  </a:cubicBezTo>
                  <a:cubicBezTo>
                    <a:pt x="473806" y="36950"/>
                    <a:pt x="485822" y="41722"/>
                    <a:pt x="495185" y="51272"/>
                  </a:cubicBezTo>
                  <a:cubicBezTo>
                    <a:pt x="504555" y="60757"/>
                    <a:pt x="509233" y="72772"/>
                    <a:pt x="509233" y="87309"/>
                  </a:cubicBezTo>
                  <a:cubicBezTo>
                    <a:pt x="509233" y="101962"/>
                    <a:pt x="504490" y="114127"/>
                    <a:pt x="495005" y="123800"/>
                  </a:cubicBezTo>
                  <a:cubicBezTo>
                    <a:pt x="485577" y="133407"/>
                    <a:pt x="473684" y="138215"/>
                    <a:pt x="459334" y="138215"/>
                  </a:cubicBezTo>
                  <a:cubicBezTo>
                    <a:pt x="450452" y="138215"/>
                    <a:pt x="441972" y="136203"/>
                    <a:pt x="433881" y="132193"/>
                  </a:cubicBezTo>
                  <a:cubicBezTo>
                    <a:pt x="425854" y="128176"/>
                    <a:pt x="419739" y="122305"/>
                    <a:pt x="415543" y="114587"/>
                  </a:cubicBezTo>
                  <a:cubicBezTo>
                    <a:pt x="411346" y="106798"/>
                    <a:pt x="409248" y="97341"/>
                    <a:pt x="409248" y="86210"/>
                  </a:cubicBezTo>
                  <a:close/>
                  <a:moveTo>
                    <a:pt x="435527" y="87582"/>
                  </a:moveTo>
                  <a:cubicBezTo>
                    <a:pt x="435527" y="97190"/>
                    <a:pt x="437805" y="104548"/>
                    <a:pt x="442368" y="109658"/>
                  </a:cubicBezTo>
                  <a:cubicBezTo>
                    <a:pt x="446924" y="114767"/>
                    <a:pt x="452551" y="117318"/>
                    <a:pt x="459240" y="117318"/>
                  </a:cubicBezTo>
                  <a:cubicBezTo>
                    <a:pt x="465931" y="117318"/>
                    <a:pt x="471529" y="114767"/>
                    <a:pt x="476027" y="109658"/>
                  </a:cubicBezTo>
                  <a:cubicBezTo>
                    <a:pt x="480590" y="104548"/>
                    <a:pt x="482868" y="97133"/>
                    <a:pt x="482868" y="87396"/>
                  </a:cubicBezTo>
                  <a:cubicBezTo>
                    <a:pt x="482868" y="77910"/>
                    <a:pt x="480590" y="70609"/>
                    <a:pt x="476027" y="65507"/>
                  </a:cubicBezTo>
                  <a:cubicBezTo>
                    <a:pt x="471529" y="60398"/>
                    <a:pt x="465931" y="57840"/>
                    <a:pt x="459240" y="57840"/>
                  </a:cubicBezTo>
                  <a:cubicBezTo>
                    <a:pt x="452551" y="57840"/>
                    <a:pt x="446924" y="60398"/>
                    <a:pt x="442368" y="65507"/>
                  </a:cubicBezTo>
                  <a:cubicBezTo>
                    <a:pt x="437805" y="70609"/>
                    <a:pt x="435527" y="77975"/>
                    <a:pt x="435527" y="87582"/>
                  </a:cubicBezTo>
                  <a:close/>
                  <a:moveTo>
                    <a:pt x="518180" y="39142"/>
                  </a:moveTo>
                  <a:lnTo>
                    <a:pt x="532408" y="39142"/>
                  </a:lnTo>
                  <a:lnTo>
                    <a:pt x="532408" y="31841"/>
                  </a:lnTo>
                  <a:cubicBezTo>
                    <a:pt x="532408" y="23692"/>
                    <a:pt x="533256" y="17605"/>
                    <a:pt x="534959" y="13596"/>
                  </a:cubicBezTo>
                  <a:cubicBezTo>
                    <a:pt x="536727" y="9579"/>
                    <a:pt x="539917" y="6323"/>
                    <a:pt x="544538" y="3830"/>
                  </a:cubicBezTo>
                  <a:cubicBezTo>
                    <a:pt x="549223" y="1279"/>
                    <a:pt x="555123" y="0"/>
                    <a:pt x="562237" y="0"/>
                  </a:cubicBezTo>
                  <a:cubicBezTo>
                    <a:pt x="569538" y="0"/>
                    <a:pt x="576681" y="1099"/>
                    <a:pt x="583680" y="3284"/>
                  </a:cubicBezTo>
                  <a:lnTo>
                    <a:pt x="580209" y="21170"/>
                  </a:lnTo>
                  <a:cubicBezTo>
                    <a:pt x="576135" y="20193"/>
                    <a:pt x="572211" y="19704"/>
                    <a:pt x="568446" y="19704"/>
                  </a:cubicBezTo>
                  <a:cubicBezTo>
                    <a:pt x="564730" y="19704"/>
                    <a:pt x="562057" y="20588"/>
                    <a:pt x="560411" y="22355"/>
                  </a:cubicBezTo>
                  <a:cubicBezTo>
                    <a:pt x="558831" y="24059"/>
                    <a:pt x="558040" y="27371"/>
                    <a:pt x="558040" y="32294"/>
                  </a:cubicBezTo>
                  <a:lnTo>
                    <a:pt x="558040" y="39142"/>
                  </a:lnTo>
                  <a:lnTo>
                    <a:pt x="577198" y="39142"/>
                  </a:lnTo>
                  <a:lnTo>
                    <a:pt x="577198" y="59298"/>
                  </a:lnTo>
                  <a:lnTo>
                    <a:pt x="558040" y="59298"/>
                  </a:lnTo>
                  <a:lnTo>
                    <a:pt x="558040" y="136023"/>
                  </a:lnTo>
                  <a:lnTo>
                    <a:pt x="532408" y="136023"/>
                  </a:lnTo>
                  <a:lnTo>
                    <a:pt x="532408" y="59298"/>
                  </a:lnTo>
                  <a:lnTo>
                    <a:pt x="518180" y="59298"/>
                  </a:lnTo>
                  <a:lnTo>
                    <a:pt x="518180" y="39142"/>
                  </a:lnTo>
                  <a:close/>
                  <a:moveTo>
                    <a:pt x="588696" y="100352"/>
                  </a:moveTo>
                  <a:lnTo>
                    <a:pt x="588696" y="74719"/>
                  </a:lnTo>
                  <a:lnTo>
                    <a:pt x="639055" y="74719"/>
                  </a:lnTo>
                  <a:lnTo>
                    <a:pt x="639055" y="100352"/>
                  </a:lnTo>
                  <a:lnTo>
                    <a:pt x="588696" y="100352"/>
                  </a:lnTo>
                  <a:close/>
                  <a:moveTo>
                    <a:pt x="672987" y="136023"/>
                  </a:moveTo>
                  <a:lnTo>
                    <a:pt x="641060" y="2285"/>
                  </a:lnTo>
                  <a:lnTo>
                    <a:pt x="668704" y="2285"/>
                  </a:lnTo>
                  <a:lnTo>
                    <a:pt x="688860" y="94150"/>
                  </a:lnTo>
                  <a:lnTo>
                    <a:pt x="713314" y="2285"/>
                  </a:lnTo>
                  <a:lnTo>
                    <a:pt x="745428" y="2285"/>
                  </a:lnTo>
                  <a:lnTo>
                    <a:pt x="768898" y="95703"/>
                  </a:lnTo>
                  <a:lnTo>
                    <a:pt x="789378" y="2285"/>
                  </a:lnTo>
                  <a:lnTo>
                    <a:pt x="816613" y="2285"/>
                  </a:lnTo>
                  <a:lnTo>
                    <a:pt x="784132" y="136023"/>
                  </a:lnTo>
                  <a:lnTo>
                    <a:pt x="755460" y="136023"/>
                  </a:lnTo>
                  <a:lnTo>
                    <a:pt x="728822" y="36037"/>
                  </a:lnTo>
                  <a:lnTo>
                    <a:pt x="702277" y="136023"/>
                  </a:lnTo>
                  <a:lnTo>
                    <a:pt x="672987" y="136023"/>
                  </a:lnTo>
                  <a:close/>
                  <a:moveTo>
                    <a:pt x="820852" y="86210"/>
                  </a:moveTo>
                  <a:cubicBezTo>
                    <a:pt x="820852" y="77694"/>
                    <a:pt x="822936" y="69459"/>
                    <a:pt x="827176" y="61490"/>
                  </a:cubicBezTo>
                  <a:cubicBezTo>
                    <a:pt x="831344" y="53521"/>
                    <a:pt x="837308" y="47442"/>
                    <a:pt x="844925" y="43245"/>
                  </a:cubicBezTo>
                  <a:cubicBezTo>
                    <a:pt x="852686" y="39048"/>
                    <a:pt x="861309" y="36950"/>
                    <a:pt x="870795" y="36950"/>
                  </a:cubicBezTo>
                  <a:cubicBezTo>
                    <a:pt x="885454" y="36950"/>
                    <a:pt x="897455" y="41722"/>
                    <a:pt x="906796" y="51272"/>
                  </a:cubicBezTo>
                  <a:cubicBezTo>
                    <a:pt x="916138" y="60757"/>
                    <a:pt x="920881" y="72772"/>
                    <a:pt x="920881" y="87309"/>
                  </a:cubicBezTo>
                  <a:cubicBezTo>
                    <a:pt x="920881" y="101962"/>
                    <a:pt x="916138" y="114127"/>
                    <a:pt x="906653" y="123800"/>
                  </a:cubicBezTo>
                  <a:cubicBezTo>
                    <a:pt x="897167" y="133407"/>
                    <a:pt x="885310" y="138215"/>
                    <a:pt x="870938" y="138215"/>
                  </a:cubicBezTo>
                  <a:cubicBezTo>
                    <a:pt x="862100" y="138215"/>
                    <a:pt x="853620" y="136203"/>
                    <a:pt x="845500" y="132193"/>
                  </a:cubicBezTo>
                  <a:cubicBezTo>
                    <a:pt x="837452" y="128176"/>
                    <a:pt x="831344" y="122305"/>
                    <a:pt x="827176" y="114587"/>
                  </a:cubicBezTo>
                  <a:cubicBezTo>
                    <a:pt x="822936" y="106798"/>
                    <a:pt x="820852" y="97341"/>
                    <a:pt x="820852" y="86210"/>
                  </a:cubicBezTo>
                  <a:close/>
                  <a:moveTo>
                    <a:pt x="847153" y="87582"/>
                  </a:moveTo>
                  <a:cubicBezTo>
                    <a:pt x="847153" y="97190"/>
                    <a:pt x="849452" y="104548"/>
                    <a:pt x="853980" y="109658"/>
                  </a:cubicBezTo>
                  <a:cubicBezTo>
                    <a:pt x="858579" y="114767"/>
                    <a:pt x="864184" y="117318"/>
                    <a:pt x="870866" y="117318"/>
                  </a:cubicBezTo>
                  <a:cubicBezTo>
                    <a:pt x="877550" y="117318"/>
                    <a:pt x="883155" y="114767"/>
                    <a:pt x="887682" y="109658"/>
                  </a:cubicBezTo>
                  <a:cubicBezTo>
                    <a:pt x="892209" y="104548"/>
                    <a:pt x="894509" y="97133"/>
                    <a:pt x="894509" y="87396"/>
                  </a:cubicBezTo>
                  <a:cubicBezTo>
                    <a:pt x="894509" y="77910"/>
                    <a:pt x="892209" y="70609"/>
                    <a:pt x="887682" y="65507"/>
                  </a:cubicBezTo>
                  <a:cubicBezTo>
                    <a:pt x="883155" y="60398"/>
                    <a:pt x="877550" y="57840"/>
                    <a:pt x="870866" y="57840"/>
                  </a:cubicBezTo>
                  <a:cubicBezTo>
                    <a:pt x="864184" y="57840"/>
                    <a:pt x="858579" y="60398"/>
                    <a:pt x="853980" y="65507"/>
                  </a:cubicBezTo>
                  <a:cubicBezTo>
                    <a:pt x="849452" y="70609"/>
                    <a:pt x="847153" y="77975"/>
                    <a:pt x="847153" y="87582"/>
                  </a:cubicBezTo>
                  <a:close/>
                  <a:moveTo>
                    <a:pt x="965578" y="136023"/>
                  </a:moveTo>
                  <a:lnTo>
                    <a:pt x="939923" y="136023"/>
                  </a:lnTo>
                  <a:lnTo>
                    <a:pt x="939923" y="39142"/>
                  </a:lnTo>
                  <a:lnTo>
                    <a:pt x="963709" y="39142"/>
                  </a:lnTo>
                  <a:lnTo>
                    <a:pt x="963709" y="52917"/>
                  </a:lnTo>
                  <a:cubicBezTo>
                    <a:pt x="967805" y="46407"/>
                    <a:pt x="971470" y="42117"/>
                    <a:pt x="974704" y="40054"/>
                  </a:cubicBezTo>
                  <a:cubicBezTo>
                    <a:pt x="977937" y="37985"/>
                    <a:pt x="981674" y="36950"/>
                    <a:pt x="985842" y="36950"/>
                  </a:cubicBezTo>
                  <a:cubicBezTo>
                    <a:pt x="991663" y="36950"/>
                    <a:pt x="997267" y="38560"/>
                    <a:pt x="1002657" y="41786"/>
                  </a:cubicBezTo>
                  <a:lnTo>
                    <a:pt x="994752" y="64135"/>
                  </a:lnTo>
                  <a:cubicBezTo>
                    <a:pt x="990441" y="61339"/>
                    <a:pt x="986417" y="59938"/>
                    <a:pt x="982680" y="59938"/>
                  </a:cubicBezTo>
                  <a:cubicBezTo>
                    <a:pt x="979087" y="59938"/>
                    <a:pt x="976069" y="60944"/>
                    <a:pt x="973554" y="62949"/>
                  </a:cubicBezTo>
                  <a:cubicBezTo>
                    <a:pt x="971111" y="64896"/>
                    <a:pt x="969099" y="68453"/>
                    <a:pt x="967661" y="73620"/>
                  </a:cubicBezTo>
                  <a:cubicBezTo>
                    <a:pt x="966224" y="78794"/>
                    <a:pt x="965578" y="89616"/>
                    <a:pt x="965578" y="106101"/>
                  </a:cubicBezTo>
                  <a:lnTo>
                    <a:pt x="965578" y="136023"/>
                  </a:lnTo>
                  <a:close/>
                  <a:moveTo>
                    <a:pt x="1102686" y="136023"/>
                  </a:moveTo>
                  <a:lnTo>
                    <a:pt x="1078829" y="136023"/>
                  </a:lnTo>
                  <a:lnTo>
                    <a:pt x="1078829" y="121795"/>
                  </a:lnTo>
                  <a:cubicBezTo>
                    <a:pt x="1074876" y="127328"/>
                    <a:pt x="1070205" y="131460"/>
                    <a:pt x="1064815" y="134198"/>
                  </a:cubicBezTo>
                  <a:cubicBezTo>
                    <a:pt x="1059498" y="136871"/>
                    <a:pt x="1054037" y="138215"/>
                    <a:pt x="1048575" y="138215"/>
                  </a:cubicBezTo>
                  <a:cubicBezTo>
                    <a:pt x="1037437" y="138215"/>
                    <a:pt x="1027879" y="133745"/>
                    <a:pt x="1019903" y="124798"/>
                  </a:cubicBezTo>
                  <a:cubicBezTo>
                    <a:pt x="1011999" y="115802"/>
                    <a:pt x="1008046" y="103269"/>
                    <a:pt x="1008046" y="87216"/>
                  </a:cubicBezTo>
                  <a:cubicBezTo>
                    <a:pt x="1008046" y="70796"/>
                    <a:pt x="1011927" y="58328"/>
                    <a:pt x="1019688" y="49813"/>
                  </a:cubicBezTo>
                  <a:cubicBezTo>
                    <a:pt x="1027377" y="41240"/>
                    <a:pt x="1037150" y="36950"/>
                    <a:pt x="1048935" y="36950"/>
                  </a:cubicBezTo>
                  <a:cubicBezTo>
                    <a:pt x="1059786" y="36950"/>
                    <a:pt x="1069127" y="41448"/>
                    <a:pt x="1077032" y="50453"/>
                  </a:cubicBezTo>
                  <a:lnTo>
                    <a:pt x="1077032" y="2285"/>
                  </a:lnTo>
                  <a:lnTo>
                    <a:pt x="1102686" y="2285"/>
                  </a:lnTo>
                  <a:lnTo>
                    <a:pt x="1102686" y="136023"/>
                  </a:lnTo>
                  <a:close/>
                  <a:moveTo>
                    <a:pt x="1034275" y="85484"/>
                  </a:moveTo>
                  <a:cubicBezTo>
                    <a:pt x="1034275" y="95825"/>
                    <a:pt x="1035713" y="103305"/>
                    <a:pt x="1038515" y="107926"/>
                  </a:cubicBezTo>
                  <a:cubicBezTo>
                    <a:pt x="1042683" y="114616"/>
                    <a:pt x="1048432" y="117957"/>
                    <a:pt x="1055905" y="117957"/>
                  </a:cubicBezTo>
                  <a:cubicBezTo>
                    <a:pt x="1061798" y="117957"/>
                    <a:pt x="1066756" y="115464"/>
                    <a:pt x="1070923" y="110477"/>
                  </a:cubicBezTo>
                  <a:cubicBezTo>
                    <a:pt x="1075092" y="105432"/>
                    <a:pt x="1077104" y="97923"/>
                    <a:pt x="1077104" y="87949"/>
                  </a:cubicBezTo>
                  <a:cubicBezTo>
                    <a:pt x="1077104" y="76818"/>
                    <a:pt x="1075092" y="68820"/>
                    <a:pt x="1071139" y="63955"/>
                  </a:cubicBezTo>
                  <a:cubicBezTo>
                    <a:pt x="1067115" y="59025"/>
                    <a:pt x="1061941" y="56560"/>
                    <a:pt x="1055689" y="56560"/>
                  </a:cubicBezTo>
                  <a:cubicBezTo>
                    <a:pt x="1049581" y="56560"/>
                    <a:pt x="1044479" y="58997"/>
                    <a:pt x="1040383" y="63862"/>
                  </a:cubicBezTo>
                  <a:cubicBezTo>
                    <a:pt x="1036287" y="68669"/>
                    <a:pt x="1034275" y="75876"/>
                    <a:pt x="1034275" y="85484"/>
                  </a:cubicBezTo>
                  <a:close/>
                  <a:moveTo>
                    <a:pt x="1118998" y="108379"/>
                  </a:moveTo>
                  <a:lnTo>
                    <a:pt x="1144723" y="104455"/>
                  </a:lnTo>
                  <a:cubicBezTo>
                    <a:pt x="1145801" y="109442"/>
                    <a:pt x="1148029" y="113243"/>
                    <a:pt x="1151407" y="115859"/>
                  </a:cubicBezTo>
                  <a:cubicBezTo>
                    <a:pt x="1154712" y="118417"/>
                    <a:pt x="1159383" y="119696"/>
                    <a:pt x="1165419" y="119696"/>
                  </a:cubicBezTo>
                  <a:cubicBezTo>
                    <a:pt x="1172102" y="119696"/>
                    <a:pt x="1177060" y="118475"/>
                    <a:pt x="1180366" y="116046"/>
                  </a:cubicBezTo>
                  <a:cubicBezTo>
                    <a:pt x="1182665" y="114343"/>
                    <a:pt x="1183743" y="112058"/>
                    <a:pt x="1183743" y="109205"/>
                  </a:cubicBezTo>
                  <a:cubicBezTo>
                    <a:pt x="1183743" y="107258"/>
                    <a:pt x="1183169" y="105641"/>
                    <a:pt x="1181947" y="104369"/>
                  </a:cubicBezTo>
                  <a:cubicBezTo>
                    <a:pt x="1180653" y="103147"/>
                    <a:pt x="1177850" y="102026"/>
                    <a:pt x="1173395" y="100991"/>
                  </a:cubicBezTo>
                  <a:cubicBezTo>
                    <a:pt x="1152700" y="96428"/>
                    <a:pt x="1139622" y="92260"/>
                    <a:pt x="1134088" y="88495"/>
                  </a:cubicBezTo>
                  <a:cubicBezTo>
                    <a:pt x="1126400" y="83264"/>
                    <a:pt x="1122591" y="75991"/>
                    <a:pt x="1122591" y="66693"/>
                  </a:cubicBezTo>
                  <a:cubicBezTo>
                    <a:pt x="1122591" y="58300"/>
                    <a:pt x="1125896" y="51243"/>
                    <a:pt x="1132507" y="45523"/>
                  </a:cubicBezTo>
                  <a:cubicBezTo>
                    <a:pt x="1139119" y="39810"/>
                    <a:pt x="1149394" y="36950"/>
                    <a:pt x="1163336" y="36950"/>
                  </a:cubicBezTo>
                  <a:cubicBezTo>
                    <a:pt x="1176629" y="36950"/>
                    <a:pt x="1186474" y="39106"/>
                    <a:pt x="1192870" y="43425"/>
                  </a:cubicBezTo>
                  <a:cubicBezTo>
                    <a:pt x="1199337" y="47743"/>
                    <a:pt x="1203793" y="54132"/>
                    <a:pt x="1206236" y="62582"/>
                  </a:cubicBezTo>
                  <a:lnTo>
                    <a:pt x="1182019" y="67052"/>
                  </a:lnTo>
                  <a:cubicBezTo>
                    <a:pt x="1181013" y="63287"/>
                    <a:pt x="1179000" y="60398"/>
                    <a:pt x="1176126" y="58386"/>
                  </a:cubicBezTo>
                  <a:cubicBezTo>
                    <a:pt x="1173252" y="56381"/>
                    <a:pt x="1169156" y="55375"/>
                    <a:pt x="1163766" y="55375"/>
                  </a:cubicBezTo>
                  <a:cubicBezTo>
                    <a:pt x="1157012" y="55375"/>
                    <a:pt x="1152197" y="56323"/>
                    <a:pt x="1149322" y="58206"/>
                  </a:cubicBezTo>
                  <a:cubicBezTo>
                    <a:pt x="1147310" y="59543"/>
                    <a:pt x="1146376" y="61275"/>
                    <a:pt x="1146376" y="63409"/>
                  </a:cubicBezTo>
                  <a:cubicBezTo>
                    <a:pt x="1146376" y="65227"/>
                    <a:pt x="1147239" y="66779"/>
                    <a:pt x="1148892" y="68058"/>
                  </a:cubicBezTo>
                  <a:cubicBezTo>
                    <a:pt x="1151263" y="69761"/>
                    <a:pt x="1159239" y="72161"/>
                    <a:pt x="1172821" y="75266"/>
                  </a:cubicBezTo>
                  <a:cubicBezTo>
                    <a:pt x="1186546" y="78370"/>
                    <a:pt x="1196031" y="82171"/>
                    <a:pt x="1201493" y="86670"/>
                  </a:cubicBezTo>
                  <a:cubicBezTo>
                    <a:pt x="1206810" y="91233"/>
                    <a:pt x="1209469" y="97585"/>
                    <a:pt x="1209469" y="105734"/>
                  </a:cubicBezTo>
                  <a:cubicBezTo>
                    <a:pt x="1209469" y="114616"/>
                    <a:pt x="1205804" y="122248"/>
                    <a:pt x="1198403" y="128636"/>
                  </a:cubicBezTo>
                  <a:cubicBezTo>
                    <a:pt x="1190929" y="135017"/>
                    <a:pt x="1180007" y="138215"/>
                    <a:pt x="1165419" y="138215"/>
                  </a:cubicBezTo>
                  <a:cubicBezTo>
                    <a:pt x="1152269" y="138215"/>
                    <a:pt x="1141778" y="135534"/>
                    <a:pt x="1134088" y="130188"/>
                  </a:cubicBezTo>
                  <a:cubicBezTo>
                    <a:pt x="1126400" y="124834"/>
                    <a:pt x="1121369" y="117562"/>
                    <a:pt x="1118998" y="108379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02EAA02-CCF9-6539-9E7F-D907BF282206}"/>
                </a:ext>
              </a:extLst>
            </p:cNvPr>
            <p:cNvSpPr/>
            <p:nvPr/>
          </p:nvSpPr>
          <p:spPr>
            <a:xfrm>
              <a:off x="8112348" y="5190424"/>
              <a:ext cx="1291144" cy="95745"/>
            </a:xfrm>
            <a:custGeom>
              <a:avLst/>
              <a:gdLst>
                <a:gd name="csX0" fmla="*/ 69596 w 1291144"/>
                <a:gd name="csY0" fmla="*/ 61699 h 95745"/>
                <a:gd name="csX1" fmla="*/ 81848 w 1291144"/>
                <a:gd name="csY1" fmla="*/ 64796 h 95745"/>
                <a:gd name="csX2" fmla="*/ 67958 w 1291144"/>
                <a:gd name="csY2" fmla="*/ 87848 h 95745"/>
                <a:gd name="csX3" fmla="*/ 43511 w 1291144"/>
                <a:gd name="csY3" fmla="*/ 95746 h 95745"/>
                <a:gd name="csX4" fmla="*/ 19136 w 1291144"/>
                <a:gd name="csY4" fmla="*/ 89681 h 95745"/>
                <a:gd name="csX5" fmla="*/ 4858 w 1291144"/>
                <a:gd name="csY5" fmla="*/ 71996 h 95745"/>
                <a:gd name="csX6" fmla="*/ 0 w 1291144"/>
                <a:gd name="csY6" fmla="*/ 47176 h 95745"/>
                <a:gd name="csX7" fmla="*/ 5490 w 1291144"/>
                <a:gd name="csY7" fmla="*/ 21975 h 95745"/>
                <a:gd name="csX8" fmla="*/ 21220 w 1291144"/>
                <a:gd name="csY8" fmla="*/ 5620 h 95745"/>
                <a:gd name="csX9" fmla="*/ 43705 w 1291144"/>
                <a:gd name="csY9" fmla="*/ 0 h 95745"/>
                <a:gd name="csX10" fmla="*/ 67074 w 1291144"/>
                <a:gd name="csY10" fmla="*/ 7071 h 95745"/>
                <a:gd name="csX11" fmla="*/ 80275 w 1291144"/>
                <a:gd name="csY11" fmla="*/ 26962 h 95745"/>
                <a:gd name="csX12" fmla="*/ 68209 w 1291144"/>
                <a:gd name="csY12" fmla="*/ 29807 h 95745"/>
                <a:gd name="csX13" fmla="*/ 58860 w 1291144"/>
                <a:gd name="csY13" fmla="*/ 15091 h 95745"/>
                <a:gd name="csX14" fmla="*/ 43453 w 1291144"/>
                <a:gd name="csY14" fmla="*/ 10477 h 95745"/>
                <a:gd name="csX15" fmla="*/ 25575 w 1291144"/>
                <a:gd name="csY15" fmla="*/ 15594 h 95745"/>
                <a:gd name="csX16" fmla="*/ 15536 w 1291144"/>
                <a:gd name="csY16" fmla="*/ 29362 h 95745"/>
                <a:gd name="csX17" fmla="*/ 12626 w 1291144"/>
                <a:gd name="csY17" fmla="*/ 47111 h 95745"/>
                <a:gd name="csX18" fmla="*/ 16039 w 1291144"/>
                <a:gd name="csY18" fmla="*/ 67764 h 95745"/>
                <a:gd name="csX19" fmla="*/ 26775 w 1291144"/>
                <a:gd name="csY19" fmla="*/ 80900 h 95745"/>
                <a:gd name="csX20" fmla="*/ 42505 w 1291144"/>
                <a:gd name="csY20" fmla="*/ 85261 h 95745"/>
                <a:gd name="csX21" fmla="*/ 59931 w 1291144"/>
                <a:gd name="csY21" fmla="*/ 79326 h 95745"/>
                <a:gd name="csX22" fmla="*/ 69596 w 1291144"/>
                <a:gd name="csY22" fmla="*/ 61699 h 95745"/>
                <a:gd name="csX23" fmla="*/ 91327 w 1291144"/>
                <a:gd name="csY23" fmla="*/ 60628 h 95745"/>
                <a:gd name="csX24" fmla="*/ 101682 w 1291144"/>
                <a:gd name="csY24" fmla="*/ 33027 h 95745"/>
                <a:gd name="csX25" fmla="*/ 122779 w 1291144"/>
                <a:gd name="csY25" fmla="*/ 25575 h 95745"/>
                <a:gd name="csX26" fmla="*/ 145386 w 1291144"/>
                <a:gd name="csY26" fmla="*/ 34672 h 95745"/>
                <a:gd name="csX27" fmla="*/ 154168 w 1291144"/>
                <a:gd name="csY27" fmla="*/ 59679 h 95745"/>
                <a:gd name="csX28" fmla="*/ 150251 w 1291144"/>
                <a:gd name="csY28" fmla="*/ 80080 h 95745"/>
                <a:gd name="csX29" fmla="*/ 138948 w 1291144"/>
                <a:gd name="csY29" fmla="*/ 91578 h 95745"/>
                <a:gd name="csX30" fmla="*/ 122779 w 1291144"/>
                <a:gd name="csY30" fmla="*/ 95681 h 95745"/>
                <a:gd name="csX31" fmla="*/ 99978 w 1291144"/>
                <a:gd name="csY31" fmla="*/ 86648 h 95745"/>
                <a:gd name="csX32" fmla="*/ 91327 w 1291144"/>
                <a:gd name="csY32" fmla="*/ 60628 h 95745"/>
                <a:gd name="csX33" fmla="*/ 103011 w 1291144"/>
                <a:gd name="csY33" fmla="*/ 60628 h 95745"/>
                <a:gd name="csX34" fmla="*/ 108630 w 1291144"/>
                <a:gd name="csY34" fmla="*/ 79951 h 95745"/>
                <a:gd name="csX35" fmla="*/ 122779 w 1291144"/>
                <a:gd name="csY35" fmla="*/ 86332 h 95745"/>
                <a:gd name="csX36" fmla="*/ 136864 w 1291144"/>
                <a:gd name="csY36" fmla="*/ 79893 h 95745"/>
                <a:gd name="csX37" fmla="*/ 142483 w 1291144"/>
                <a:gd name="csY37" fmla="*/ 60247 h 95745"/>
                <a:gd name="csX38" fmla="*/ 136799 w 1291144"/>
                <a:gd name="csY38" fmla="*/ 41427 h 95745"/>
                <a:gd name="csX39" fmla="*/ 122779 w 1291144"/>
                <a:gd name="csY39" fmla="*/ 34989 h 95745"/>
                <a:gd name="csX40" fmla="*/ 108630 w 1291144"/>
                <a:gd name="csY40" fmla="*/ 41362 h 95745"/>
                <a:gd name="csX41" fmla="*/ 103011 w 1291144"/>
                <a:gd name="csY41" fmla="*/ 60628 h 95745"/>
                <a:gd name="csX42" fmla="*/ 211512 w 1291144"/>
                <a:gd name="csY42" fmla="*/ 94165 h 95745"/>
                <a:gd name="csX43" fmla="*/ 211512 w 1291144"/>
                <a:gd name="csY43" fmla="*/ 84313 h 95745"/>
                <a:gd name="csX44" fmla="*/ 190227 w 1291144"/>
                <a:gd name="csY44" fmla="*/ 95681 h 95745"/>
                <a:gd name="csX45" fmla="*/ 179110 w 1291144"/>
                <a:gd name="csY45" fmla="*/ 93410 h 95745"/>
                <a:gd name="csX46" fmla="*/ 171471 w 1291144"/>
                <a:gd name="csY46" fmla="*/ 87726 h 95745"/>
                <a:gd name="csX47" fmla="*/ 168001 w 1291144"/>
                <a:gd name="csY47" fmla="*/ 79261 h 95745"/>
                <a:gd name="csX48" fmla="*/ 167304 w 1291144"/>
                <a:gd name="csY48" fmla="*/ 68647 h 95745"/>
                <a:gd name="csX49" fmla="*/ 167304 w 1291144"/>
                <a:gd name="csY49" fmla="*/ 27091 h 95745"/>
                <a:gd name="csX50" fmla="*/ 178672 w 1291144"/>
                <a:gd name="csY50" fmla="*/ 27091 h 95745"/>
                <a:gd name="csX51" fmla="*/ 178672 w 1291144"/>
                <a:gd name="csY51" fmla="*/ 64293 h 95745"/>
                <a:gd name="csX52" fmla="*/ 179369 w 1291144"/>
                <a:gd name="csY52" fmla="*/ 76293 h 95745"/>
                <a:gd name="csX53" fmla="*/ 183910 w 1291144"/>
                <a:gd name="csY53" fmla="*/ 83364 h 95745"/>
                <a:gd name="csX54" fmla="*/ 192505 w 1291144"/>
                <a:gd name="csY54" fmla="*/ 85894 h 95745"/>
                <a:gd name="csX55" fmla="*/ 202105 w 1291144"/>
                <a:gd name="csY55" fmla="*/ 83300 h 95745"/>
                <a:gd name="csX56" fmla="*/ 208422 w 1291144"/>
                <a:gd name="csY56" fmla="*/ 76164 h 95745"/>
                <a:gd name="csX57" fmla="*/ 210312 w 1291144"/>
                <a:gd name="csY57" fmla="*/ 63028 h 95745"/>
                <a:gd name="csX58" fmla="*/ 210312 w 1291144"/>
                <a:gd name="csY58" fmla="*/ 27091 h 95745"/>
                <a:gd name="csX59" fmla="*/ 221680 w 1291144"/>
                <a:gd name="csY59" fmla="*/ 27091 h 95745"/>
                <a:gd name="csX60" fmla="*/ 221680 w 1291144"/>
                <a:gd name="csY60" fmla="*/ 94165 h 95745"/>
                <a:gd name="csX61" fmla="*/ 211512 w 1291144"/>
                <a:gd name="csY61" fmla="*/ 94165 h 95745"/>
                <a:gd name="csX62" fmla="*/ 239559 w 1291144"/>
                <a:gd name="csY62" fmla="*/ 94165 h 95745"/>
                <a:gd name="csX63" fmla="*/ 239559 w 1291144"/>
                <a:gd name="csY63" fmla="*/ 27091 h 95745"/>
                <a:gd name="csX64" fmla="*/ 249784 w 1291144"/>
                <a:gd name="csY64" fmla="*/ 27091 h 95745"/>
                <a:gd name="csX65" fmla="*/ 249784 w 1291144"/>
                <a:gd name="csY65" fmla="*/ 36627 h 95745"/>
                <a:gd name="csX66" fmla="*/ 271134 w 1291144"/>
                <a:gd name="csY66" fmla="*/ 25575 h 95745"/>
                <a:gd name="csX67" fmla="*/ 282250 w 1291144"/>
                <a:gd name="csY67" fmla="*/ 27788 h 95745"/>
                <a:gd name="csX68" fmla="*/ 289889 w 1291144"/>
                <a:gd name="csY68" fmla="*/ 33472 h 95745"/>
                <a:gd name="csX69" fmla="*/ 293432 w 1291144"/>
                <a:gd name="csY69" fmla="*/ 41873 h 95745"/>
                <a:gd name="csX70" fmla="*/ 294064 w 1291144"/>
                <a:gd name="csY70" fmla="*/ 52925 h 95745"/>
                <a:gd name="csX71" fmla="*/ 294064 w 1291144"/>
                <a:gd name="csY71" fmla="*/ 94165 h 95745"/>
                <a:gd name="csX72" fmla="*/ 282696 w 1291144"/>
                <a:gd name="csY72" fmla="*/ 94165 h 95745"/>
                <a:gd name="csX73" fmla="*/ 282696 w 1291144"/>
                <a:gd name="csY73" fmla="*/ 53363 h 95745"/>
                <a:gd name="csX74" fmla="*/ 281366 w 1291144"/>
                <a:gd name="csY74" fmla="*/ 43008 h 95745"/>
                <a:gd name="csX75" fmla="*/ 276631 w 1291144"/>
                <a:gd name="csY75" fmla="*/ 37511 h 95745"/>
                <a:gd name="csX76" fmla="*/ 268734 w 1291144"/>
                <a:gd name="csY76" fmla="*/ 35427 h 95745"/>
                <a:gd name="csX77" fmla="*/ 256165 w 1291144"/>
                <a:gd name="csY77" fmla="*/ 40040 h 95745"/>
                <a:gd name="csX78" fmla="*/ 250927 w 1291144"/>
                <a:gd name="csY78" fmla="*/ 57531 h 95745"/>
                <a:gd name="csX79" fmla="*/ 250927 w 1291144"/>
                <a:gd name="csY79" fmla="*/ 94165 h 95745"/>
                <a:gd name="csX80" fmla="*/ 239559 w 1291144"/>
                <a:gd name="csY80" fmla="*/ 94165 h 95745"/>
                <a:gd name="csX81" fmla="*/ 336375 w 1291144"/>
                <a:gd name="csY81" fmla="*/ 83997 h 95745"/>
                <a:gd name="csX82" fmla="*/ 338020 w 1291144"/>
                <a:gd name="csY82" fmla="*/ 94035 h 95745"/>
                <a:gd name="csX83" fmla="*/ 329426 w 1291144"/>
                <a:gd name="csY83" fmla="*/ 95049 h 95745"/>
                <a:gd name="csX84" fmla="*/ 319826 w 1291144"/>
                <a:gd name="csY84" fmla="*/ 93094 h 95745"/>
                <a:gd name="csX85" fmla="*/ 315033 w 1291144"/>
                <a:gd name="csY85" fmla="*/ 87978 h 95745"/>
                <a:gd name="csX86" fmla="*/ 313638 w 1291144"/>
                <a:gd name="csY86" fmla="*/ 74526 h 95745"/>
                <a:gd name="csX87" fmla="*/ 313638 w 1291144"/>
                <a:gd name="csY87" fmla="*/ 35930 h 95745"/>
                <a:gd name="csX88" fmla="*/ 305303 w 1291144"/>
                <a:gd name="csY88" fmla="*/ 35930 h 95745"/>
                <a:gd name="csX89" fmla="*/ 305303 w 1291144"/>
                <a:gd name="csY89" fmla="*/ 27091 h 95745"/>
                <a:gd name="csX90" fmla="*/ 313638 w 1291144"/>
                <a:gd name="csY90" fmla="*/ 27091 h 95745"/>
                <a:gd name="csX91" fmla="*/ 313638 w 1291144"/>
                <a:gd name="csY91" fmla="*/ 10477 h 95745"/>
                <a:gd name="csX92" fmla="*/ 324942 w 1291144"/>
                <a:gd name="csY92" fmla="*/ 3658 h 95745"/>
                <a:gd name="csX93" fmla="*/ 324942 w 1291144"/>
                <a:gd name="csY93" fmla="*/ 27091 h 95745"/>
                <a:gd name="csX94" fmla="*/ 336375 w 1291144"/>
                <a:gd name="csY94" fmla="*/ 27091 h 95745"/>
                <a:gd name="csX95" fmla="*/ 336375 w 1291144"/>
                <a:gd name="csY95" fmla="*/ 35930 h 95745"/>
                <a:gd name="csX96" fmla="*/ 324942 w 1291144"/>
                <a:gd name="csY96" fmla="*/ 35930 h 95745"/>
                <a:gd name="csX97" fmla="*/ 324942 w 1291144"/>
                <a:gd name="csY97" fmla="*/ 75151 h 95745"/>
                <a:gd name="csX98" fmla="*/ 325510 w 1291144"/>
                <a:gd name="csY98" fmla="*/ 81410 h 95745"/>
                <a:gd name="csX99" fmla="*/ 327472 w 1291144"/>
                <a:gd name="csY99" fmla="*/ 83616 h 95745"/>
                <a:gd name="csX100" fmla="*/ 331388 w 1291144"/>
                <a:gd name="csY100" fmla="*/ 84435 h 95745"/>
                <a:gd name="csX101" fmla="*/ 336375 w 1291144"/>
                <a:gd name="csY101" fmla="*/ 83997 h 95745"/>
                <a:gd name="csX102" fmla="*/ 383615 w 1291144"/>
                <a:gd name="csY102" fmla="*/ 14652 h 95745"/>
                <a:gd name="csX103" fmla="*/ 383615 w 1291144"/>
                <a:gd name="csY103" fmla="*/ 1574 h 95745"/>
                <a:gd name="csX104" fmla="*/ 394983 w 1291144"/>
                <a:gd name="csY104" fmla="*/ 1574 h 95745"/>
                <a:gd name="csX105" fmla="*/ 394983 w 1291144"/>
                <a:gd name="csY105" fmla="*/ 14652 h 95745"/>
                <a:gd name="csX106" fmla="*/ 383615 w 1291144"/>
                <a:gd name="csY106" fmla="*/ 14652 h 95745"/>
                <a:gd name="csX107" fmla="*/ 383615 w 1291144"/>
                <a:gd name="csY107" fmla="*/ 94165 h 95745"/>
                <a:gd name="csX108" fmla="*/ 383615 w 1291144"/>
                <a:gd name="csY108" fmla="*/ 27091 h 95745"/>
                <a:gd name="csX109" fmla="*/ 394983 w 1291144"/>
                <a:gd name="csY109" fmla="*/ 27091 h 95745"/>
                <a:gd name="csX110" fmla="*/ 394983 w 1291144"/>
                <a:gd name="csY110" fmla="*/ 94165 h 95745"/>
                <a:gd name="csX111" fmla="*/ 383615 w 1291144"/>
                <a:gd name="csY111" fmla="*/ 94165 h 95745"/>
                <a:gd name="csX112" fmla="*/ 412352 w 1291144"/>
                <a:gd name="csY112" fmla="*/ 94165 h 95745"/>
                <a:gd name="csX113" fmla="*/ 412352 w 1291144"/>
                <a:gd name="csY113" fmla="*/ 27091 h 95745"/>
                <a:gd name="csX114" fmla="*/ 422585 w 1291144"/>
                <a:gd name="csY114" fmla="*/ 27091 h 95745"/>
                <a:gd name="csX115" fmla="*/ 422585 w 1291144"/>
                <a:gd name="csY115" fmla="*/ 36627 h 95745"/>
                <a:gd name="csX116" fmla="*/ 443934 w 1291144"/>
                <a:gd name="csY116" fmla="*/ 25575 h 95745"/>
                <a:gd name="csX117" fmla="*/ 455051 w 1291144"/>
                <a:gd name="csY117" fmla="*/ 27788 h 95745"/>
                <a:gd name="csX118" fmla="*/ 462690 w 1291144"/>
                <a:gd name="csY118" fmla="*/ 33472 h 95745"/>
                <a:gd name="csX119" fmla="*/ 466233 w 1291144"/>
                <a:gd name="csY119" fmla="*/ 41873 h 95745"/>
                <a:gd name="csX120" fmla="*/ 466858 w 1291144"/>
                <a:gd name="csY120" fmla="*/ 52925 h 95745"/>
                <a:gd name="csX121" fmla="*/ 466858 w 1291144"/>
                <a:gd name="csY121" fmla="*/ 94165 h 95745"/>
                <a:gd name="csX122" fmla="*/ 455490 w 1291144"/>
                <a:gd name="csY122" fmla="*/ 94165 h 95745"/>
                <a:gd name="csX123" fmla="*/ 455490 w 1291144"/>
                <a:gd name="csY123" fmla="*/ 53363 h 95745"/>
                <a:gd name="csX124" fmla="*/ 454167 w 1291144"/>
                <a:gd name="csY124" fmla="*/ 43008 h 95745"/>
                <a:gd name="csX125" fmla="*/ 449432 w 1291144"/>
                <a:gd name="csY125" fmla="*/ 37511 h 95745"/>
                <a:gd name="csX126" fmla="*/ 441534 w 1291144"/>
                <a:gd name="csY126" fmla="*/ 35427 h 95745"/>
                <a:gd name="csX127" fmla="*/ 428966 w 1291144"/>
                <a:gd name="csY127" fmla="*/ 40040 h 95745"/>
                <a:gd name="csX128" fmla="*/ 423720 w 1291144"/>
                <a:gd name="csY128" fmla="*/ 57531 h 95745"/>
                <a:gd name="csX129" fmla="*/ 423720 w 1291144"/>
                <a:gd name="csY129" fmla="*/ 94165 h 95745"/>
                <a:gd name="csX130" fmla="*/ 412352 w 1291144"/>
                <a:gd name="csY130" fmla="*/ 94165 h 95745"/>
                <a:gd name="csX131" fmla="*/ 527874 w 1291144"/>
                <a:gd name="csY131" fmla="*/ 94165 h 95745"/>
                <a:gd name="csX132" fmla="*/ 527874 w 1291144"/>
                <a:gd name="csY132" fmla="*/ 85700 h 95745"/>
                <a:gd name="csX133" fmla="*/ 509111 w 1291144"/>
                <a:gd name="csY133" fmla="*/ 95681 h 95745"/>
                <a:gd name="csX134" fmla="*/ 494337 w 1291144"/>
                <a:gd name="csY134" fmla="*/ 91262 h 95745"/>
                <a:gd name="csX135" fmla="*/ 483910 w 1291144"/>
                <a:gd name="csY135" fmla="*/ 78945 h 95745"/>
                <a:gd name="csX136" fmla="*/ 480252 w 1291144"/>
                <a:gd name="csY136" fmla="*/ 60693 h 95745"/>
                <a:gd name="csX137" fmla="*/ 483601 w 1291144"/>
                <a:gd name="csY137" fmla="*/ 42505 h 95745"/>
                <a:gd name="csX138" fmla="*/ 493640 w 1291144"/>
                <a:gd name="csY138" fmla="*/ 29937 h 95745"/>
                <a:gd name="csX139" fmla="*/ 508608 w 1291144"/>
                <a:gd name="csY139" fmla="*/ 25575 h 95745"/>
                <a:gd name="csX140" fmla="*/ 519408 w 1291144"/>
                <a:gd name="csY140" fmla="*/ 28162 h 95745"/>
                <a:gd name="csX141" fmla="*/ 527112 w 1291144"/>
                <a:gd name="csY141" fmla="*/ 34794 h 95745"/>
                <a:gd name="csX142" fmla="*/ 527112 w 1291144"/>
                <a:gd name="csY142" fmla="*/ 1574 h 95745"/>
                <a:gd name="csX143" fmla="*/ 538415 w 1291144"/>
                <a:gd name="csY143" fmla="*/ 1574 h 95745"/>
                <a:gd name="csX144" fmla="*/ 538415 w 1291144"/>
                <a:gd name="csY144" fmla="*/ 94165 h 95745"/>
                <a:gd name="csX145" fmla="*/ 527874 w 1291144"/>
                <a:gd name="csY145" fmla="*/ 94165 h 95745"/>
                <a:gd name="csX146" fmla="*/ 491936 w 1291144"/>
                <a:gd name="csY146" fmla="*/ 60693 h 95745"/>
                <a:gd name="csX147" fmla="*/ 497369 w 1291144"/>
                <a:gd name="csY147" fmla="*/ 79951 h 95745"/>
                <a:gd name="csX148" fmla="*/ 510189 w 1291144"/>
                <a:gd name="csY148" fmla="*/ 86332 h 95745"/>
                <a:gd name="csX149" fmla="*/ 522822 w 1291144"/>
                <a:gd name="csY149" fmla="*/ 80267 h 95745"/>
                <a:gd name="csX150" fmla="*/ 528061 w 1291144"/>
                <a:gd name="csY150" fmla="*/ 61641 h 95745"/>
                <a:gd name="csX151" fmla="*/ 522757 w 1291144"/>
                <a:gd name="csY151" fmla="*/ 41427 h 95745"/>
                <a:gd name="csX152" fmla="*/ 509679 w 1291144"/>
                <a:gd name="csY152" fmla="*/ 34989 h 95745"/>
                <a:gd name="csX153" fmla="*/ 496988 w 1291144"/>
                <a:gd name="csY153" fmla="*/ 41176 h 95745"/>
                <a:gd name="csX154" fmla="*/ 491936 w 1291144"/>
                <a:gd name="csY154" fmla="*/ 60693 h 95745"/>
                <a:gd name="csX155" fmla="*/ 556416 w 1291144"/>
                <a:gd name="csY155" fmla="*/ 14652 h 95745"/>
                <a:gd name="csX156" fmla="*/ 556416 w 1291144"/>
                <a:gd name="csY156" fmla="*/ 1574 h 95745"/>
                <a:gd name="csX157" fmla="*/ 567784 w 1291144"/>
                <a:gd name="csY157" fmla="*/ 1574 h 95745"/>
                <a:gd name="csX158" fmla="*/ 567784 w 1291144"/>
                <a:gd name="csY158" fmla="*/ 14652 h 95745"/>
                <a:gd name="csX159" fmla="*/ 556416 w 1291144"/>
                <a:gd name="csY159" fmla="*/ 14652 h 95745"/>
                <a:gd name="csX160" fmla="*/ 556416 w 1291144"/>
                <a:gd name="csY160" fmla="*/ 94165 h 95745"/>
                <a:gd name="csX161" fmla="*/ 556416 w 1291144"/>
                <a:gd name="csY161" fmla="*/ 27091 h 95745"/>
                <a:gd name="csX162" fmla="*/ 567784 w 1291144"/>
                <a:gd name="csY162" fmla="*/ 27091 h 95745"/>
                <a:gd name="csX163" fmla="*/ 567784 w 1291144"/>
                <a:gd name="csY163" fmla="*/ 94165 h 95745"/>
                <a:gd name="csX164" fmla="*/ 556416 w 1291144"/>
                <a:gd name="csY164" fmla="*/ 94165 h 95745"/>
                <a:gd name="csX165" fmla="*/ 603786 w 1291144"/>
                <a:gd name="csY165" fmla="*/ 94165 h 95745"/>
                <a:gd name="csX166" fmla="*/ 578269 w 1291144"/>
                <a:gd name="csY166" fmla="*/ 27091 h 95745"/>
                <a:gd name="csX167" fmla="*/ 590269 w 1291144"/>
                <a:gd name="csY167" fmla="*/ 27091 h 95745"/>
                <a:gd name="csX168" fmla="*/ 604670 w 1291144"/>
                <a:gd name="csY168" fmla="*/ 67260 h 95745"/>
                <a:gd name="csX169" fmla="*/ 608967 w 1291144"/>
                <a:gd name="csY169" fmla="*/ 80778 h 95745"/>
                <a:gd name="csX170" fmla="*/ 613200 w 1291144"/>
                <a:gd name="csY170" fmla="*/ 68015 h 95745"/>
                <a:gd name="csX171" fmla="*/ 628103 w 1291144"/>
                <a:gd name="csY171" fmla="*/ 27091 h 95745"/>
                <a:gd name="csX172" fmla="*/ 639788 w 1291144"/>
                <a:gd name="csY172" fmla="*/ 27091 h 95745"/>
                <a:gd name="csX173" fmla="*/ 614400 w 1291144"/>
                <a:gd name="csY173" fmla="*/ 94165 h 95745"/>
                <a:gd name="csX174" fmla="*/ 603786 w 1291144"/>
                <a:gd name="csY174" fmla="*/ 94165 h 95745"/>
                <a:gd name="csX175" fmla="*/ 649891 w 1291144"/>
                <a:gd name="csY175" fmla="*/ 14652 h 95745"/>
                <a:gd name="csX176" fmla="*/ 649891 w 1291144"/>
                <a:gd name="csY176" fmla="*/ 1574 h 95745"/>
                <a:gd name="csX177" fmla="*/ 661259 w 1291144"/>
                <a:gd name="csY177" fmla="*/ 1574 h 95745"/>
                <a:gd name="csX178" fmla="*/ 661259 w 1291144"/>
                <a:gd name="csY178" fmla="*/ 14652 h 95745"/>
                <a:gd name="csX179" fmla="*/ 649891 w 1291144"/>
                <a:gd name="csY179" fmla="*/ 14652 h 95745"/>
                <a:gd name="csX180" fmla="*/ 649891 w 1291144"/>
                <a:gd name="csY180" fmla="*/ 94165 h 95745"/>
                <a:gd name="csX181" fmla="*/ 649891 w 1291144"/>
                <a:gd name="csY181" fmla="*/ 27091 h 95745"/>
                <a:gd name="csX182" fmla="*/ 661259 w 1291144"/>
                <a:gd name="csY182" fmla="*/ 27091 h 95745"/>
                <a:gd name="csX183" fmla="*/ 661259 w 1291144"/>
                <a:gd name="csY183" fmla="*/ 94165 h 95745"/>
                <a:gd name="csX184" fmla="*/ 649891 w 1291144"/>
                <a:gd name="csY184" fmla="*/ 94165 h 95745"/>
                <a:gd name="csX185" fmla="*/ 722146 w 1291144"/>
                <a:gd name="csY185" fmla="*/ 94165 h 95745"/>
                <a:gd name="csX186" fmla="*/ 722146 w 1291144"/>
                <a:gd name="csY186" fmla="*/ 85700 h 95745"/>
                <a:gd name="csX187" fmla="*/ 703383 w 1291144"/>
                <a:gd name="csY187" fmla="*/ 95681 h 95745"/>
                <a:gd name="csX188" fmla="*/ 688609 w 1291144"/>
                <a:gd name="csY188" fmla="*/ 91262 h 95745"/>
                <a:gd name="csX189" fmla="*/ 678189 w 1291144"/>
                <a:gd name="csY189" fmla="*/ 78945 h 95745"/>
                <a:gd name="csX190" fmla="*/ 674524 w 1291144"/>
                <a:gd name="csY190" fmla="*/ 60693 h 95745"/>
                <a:gd name="csX191" fmla="*/ 677873 w 1291144"/>
                <a:gd name="csY191" fmla="*/ 42505 h 95745"/>
                <a:gd name="csX192" fmla="*/ 687912 w 1291144"/>
                <a:gd name="csY192" fmla="*/ 29937 h 95745"/>
                <a:gd name="csX193" fmla="*/ 702881 w 1291144"/>
                <a:gd name="csY193" fmla="*/ 25575 h 95745"/>
                <a:gd name="csX194" fmla="*/ 713681 w 1291144"/>
                <a:gd name="csY194" fmla="*/ 28162 h 95745"/>
                <a:gd name="csX195" fmla="*/ 721384 w 1291144"/>
                <a:gd name="csY195" fmla="*/ 34794 h 95745"/>
                <a:gd name="csX196" fmla="*/ 721384 w 1291144"/>
                <a:gd name="csY196" fmla="*/ 1574 h 95745"/>
                <a:gd name="csX197" fmla="*/ 732695 w 1291144"/>
                <a:gd name="csY197" fmla="*/ 1574 h 95745"/>
                <a:gd name="csX198" fmla="*/ 732695 w 1291144"/>
                <a:gd name="csY198" fmla="*/ 94165 h 95745"/>
                <a:gd name="csX199" fmla="*/ 722146 w 1291144"/>
                <a:gd name="csY199" fmla="*/ 94165 h 95745"/>
                <a:gd name="csX200" fmla="*/ 686209 w 1291144"/>
                <a:gd name="csY200" fmla="*/ 60693 h 95745"/>
                <a:gd name="csX201" fmla="*/ 691642 w 1291144"/>
                <a:gd name="csY201" fmla="*/ 79951 h 95745"/>
                <a:gd name="csX202" fmla="*/ 704461 w 1291144"/>
                <a:gd name="csY202" fmla="*/ 86332 h 95745"/>
                <a:gd name="csX203" fmla="*/ 717094 w 1291144"/>
                <a:gd name="csY203" fmla="*/ 80267 h 95745"/>
                <a:gd name="csX204" fmla="*/ 722333 w 1291144"/>
                <a:gd name="csY204" fmla="*/ 61641 h 95745"/>
                <a:gd name="csX205" fmla="*/ 717030 w 1291144"/>
                <a:gd name="csY205" fmla="*/ 41427 h 95745"/>
                <a:gd name="csX206" fmla="*/ 703958 w 1291144"/>
                <a:gd name="csY206" fmla="*/ 34989 h 95745"/>
                <a:gd name="csX207" fmla="*/ 691261 w 1291144"/>
                <a:gd name="csY207" fmla="*/ 41176 h 95745"/>
                <a:gd name="csX208" fmla="*/ 686209 w 1291144"/>
                <a:gd name="csY208" fmla="*/ 60693 h 95745"/>
                <a:gd name="csX209" fmla="*/ 794595 w 1291144"/>
                <a:gd name="csY209" fmla="*/ 94165 h 95745"/>
                <a:gd name="csX210" fmla="*/ 794595 w 1291144"/>
                <a:gd name="csY210" fmla="*/ 84313 h 95745"/>
                <a:gd name="csX211" fmla="*/ 773303 w 1291144"/>
                <a:gd name="csY211" fmla="*/ 95681 h 95745"/>
                <a:gd name="csX212" fmla="*/ 762186 w 1291144"/>
                <a:gd name="csY212" fmla="*/ 93410 h 95745"/>
                <a:gd name="csX213" fmla="*/ 754548 w 1291144"/>
                <a:gd name="csY213" fmla="*/ 87726 h 95745"/>
                <a:gd name="csX214" fmla="*/ 751070 w 1291144"/>
                <a:gd name="csY214" fmla="*/ 79261 h 95745"/>
                <a:gd name="csX215" fmla="*/ 750380 w 1291144"/>
                <a:gd name="csY215" fmla="*/ 68647 h 95745"/>
                <a:gd name="csX216" fmla="*/ 750380 w 1291144"/>
                <a:gd name="csY216" fmla="*/ 27091 h 95745"/>
                <a:gd name="csX217" fmla="*/ 761748 w 1291144"/>
                <a:gd name="csY217" fmla="*/ 27091 h 95745"/>
                <a:gd name="csX218" fmla="*/ 761748 w 1291144"/>
                <a:gd name="csY218" fmla="*/ 64293 h 95745"/>
                <a:gd name="csX219" fmla="*/ 762438 w 1291144"/>
                <a:gd name="csY219" fmla="*/ 76293 h 95745"/>
                <a:gd name="csX220" fmla="*/ 766986 w 1291144"/>
                <a:gd name="csY220" fmla="*/ 83364 h 95745"/>
                <a:gd name="csX221" fmla="*/ 775574 w 1291144"/>
                <a:gd name="csY221" fmla="*/ 85894 h 95745"/>
                <a:gd name="csX222" fmla="*/ 785174 w 1291144"/>
                <a:gd name="csY222" fmla="*/ 83300 h 95745"/>
                <a:gd name="csX223" fmla="*/ 791505 w 1291144"/>
                <a:gd name="csY223" fmla="*/ 76164 h 95745"/>
                <a:gd name="csX224" fmla="*/ 793373 w 1291144"/>
                <a:gd name="csY224" fmla="*/ 63028 h 95745"/>
                <a:gd name="csX225" fmla="*/ 793373 w 1291144"/>
                <a:gd name="csY225" fmla="*/ 27091 h 95745"/>
                <a:gd name="csX226" fmla="*/ 804727 w 1291144"/>
                <a:gd name="csY226" fmla="*/ 27091 h 95745"/>
                <a:gd name="csX227" fmla="*/ 804727 w 1291144"/>
                <a:gd name="csY227" fmla="*/ 94165 h 95745"/>
                <a:gd name="csX228" fmla="*/ 794595 w 1291144"/>
                <a:gd name="csY228" fmla="*/ 94165 h 95745"/>
                <a:gd name="csX229" fmla="*/ 866383 w 1291144"/>
                <a:gd name="csY229" fmla="*/ 85894 h 95745"/>
                <a:gd name="csX230" fmla="*/ 854238 w 1291144"/>
                <a:gd name="csY230" fmla="*/ 93468 h 95745"/>
                <a:gd name="csX231" fmla="*/ 841735 w 1291144"/>
                <a:gd name="csY231" fmla="*/ 95681 h 95745"/>
                <a:gd name="csX232" fmla="*/ 824704 w 1291144"/>
                <a:gd name="csY232" fmla="*/ 90313 h 95745"/>
                <a:gd name="csX233" fmla="*/ 818812 w 1291144"/>
                <a:gd name="csY233" fmla="*/ 76480 h 95745"/>
                <a:gd name="csX234" fmla="*/ 820967 w 1291144"/>
                <a:gd name="csY234" fmla="*/ 67512 h 95745"/>
                <a:gd name="csX235" fmla="*/ 826860 w 1291144"/>
                <a:gd name="csY235" fmla="*/ 60944 h 95745"/>
                <a:gd name="csX236" fmla="*/ 835052 w 1291144"/>
                <a:gd name="csY236" fmla="*/ 57214 h 95745"/>
                <a:gd name="csX237" fmla="*/ 845184 w 1291144"/>
                <a:gd name="csY237" fmla="*/ 55511 h 95745"/>
                <a:gd name="csX238" fmla="*/ 865448 w 1291144"/>
                <a:gd name="csY238" fmla="*/ 51595 h 95745"/>
                <a:gd name="csX239" fmla="*/ 865520 w 1291144"/>
                <a:gd name="csY239" fmla="*/ 48628 h 95745"/>
                <a:gd name="csX240" fmla="*/ 862287 w 1291144"/>
                <a:gd name="csY240" fmla="*/ 38840 h 95745"/>
                <a:gd name="csX241" fmla="*/ 849352 w 1291144"/>
                <a:gd name="csY241" fmla="*/ 34989 h 95745"/>
                <a:gd name="csX242" fmla="*/ 837495 w 1291144"/>
                <a:gd name="csY242" fmla="*/ 37827 h 95745"/>
                <a:gd name="csX243" fmla="*/ 831818 w 1291144"/>
                <a:gd name="csY243" fmla="*/ 47743 h 95745"/>
                <a:gd name="csX244" fmla="*/ 820752 w 1291144"/>
                <a:gd name="csY244" fmla="*/ 46227 h 95745"/>
                <a:gd name="csX245" fmla="*/ 825710 w 1291144"/>
                <a:gd name="csY245" fmla="*/ 34730 h 95745"/>
                <a:gd name="csX246" fmla="*/ 835770 w 1291144"/>
                <a:gd name="csY246" fmla="*/ 27975 h 95745"/>
                <a:gd name="csX247" fmla="*/ 851005 w 1291144"/>
                <a:gd name="csY247" fmla="*/ 25575 h 95745"/>
                <a:gd name="csX248" fmla="*/ 864945 w 1291144"/>
                <a:gd name="csY248" fmla="*/ 27594 h 95745"/>
                <a:gd name="csX249" fmla="*/ 872850 w 1291144"/>
                <a:gd name="csY249" fmla="*/ 32711 h 95745"/>
                <a:gd name="csX250" fmla="*/ 876371 w 1291144"/>
                <a:gd name="csY250" fmla="*/ 40421 h 95745"/>
                <a:gd name="csX251" fmla="*/ 876946 w 1291144"/>
                <a:gd name="csY251" fmla="*/ 50898 h 95745"/>
                <a:gd name="csX252" fmla="*/ 876946 w 1291144"/>
                <a:gd name="csY252" fmla="*/ 66060 h 95745"/>
                <a:gd name="csX253" fmla="*/ 877665 w 1291144"/>
                <a:gd name="csY253" fmla="*/ 86145 h 95745"/>
                <a:gd name="csX254" fmla="*/ 880539 w 1291144"/>
                <a:gd name="csY254" fmla="*/ 94165 h 95745"/>
                <a:gd name="csX255" fmla="*/ 868682 w 1291144"/>
                <a:gd name="csY255" fmla="*/ 94165 h 95745"/>
                <a:gd name="csX256" fmla="*/ 866383 w 1291144"/>
                <a:gd name="csY256" fmla="*/ 85894 h 95745"/>
                <a:gd name="csX257" fmla="*/ 865448 w 1291144"/>
                <a:gd name="csY257" fmla="*/ 60499 h 95745"/>
                <a:gd name="csX258" fmla="*/ 846909 w 1291144"/>
                <a:gd name="csY258" fmla="*/ 64796 h 95745"/>
                <a:gd name="csX259" fmla="*/ 836992 w 1291144"/>
                <a:gd name="csY259" fmla="*/ 67067 h 95745"/>
                <a:gd name="csX260" fmla="*/ 832465 w 1291144"/>
                <a:gd name="csY260" fmla="*/ 70796 h 95745"/>
                <a:gd name="csX261" fmla="*/ 830884 w 1291144"/>
                <a:gd name="csY261" fmla="*/ 76164 h 95745"/>
                <a:gd name="csX262" fmla="*/ 834333 w 1291144"/>
                <a:gd name="csY262" fmla="*/ 83745 h 95745"/>
                <a:gd name="csX263" fmla="*/ 844394 w 1291144"/>
                <a:gd name="csY263" fmla="*/ 86778 h 95745"/>
                <a:gd name="csX264" fmla="*/ 856107 w 1291144"/>
                <a:gd name="csY264" fmla="*/ 83932 h 95745"/>
                <a:gd name="csX265" fmla="*/ 863652 w 1291144"/>
                <a:gd name="csY265" fmla="*/ 76042 h 95745"/>
                <a:gd name="csX266" fmla="*/ 865448 w 1291144"/>
                <a:gd name="csY266" fmla="*/ 64674 h 95745"/>
                <a:gd name="csX267" fmla="*/ 865448 w 1291144"/>
                <a:gd name="csY267" fmla="*/ 60499 h 95745"/>
                <a:gd name="csX268" fmla="*/ 894408 w 1291144"/>
                <a:gd name="csY268" fmla="*/ 94165 h 95745"/>
                <a:gd name="csX269" fmla="*/ 894408 w 1291144"/>
                <a:gd name="csY269" fmla="*/ 1574 h 95745"/>
                <a:gd name="csX270" fmla="*/ 905762 w 1291144"/>
                <a:gd name="csY270" fmla="*/ 1574 h 95745"/>
                <a:gd name="csX271" fmla="*/ 905762 w 1291144"/>
                <a:gd name="csY271" fmla="*/ 94165 h 95745"/>
                <a:gd name="csX272" fmla="*/ 894408 w 1291144"/>
                <a:gd name="csY272" fmla="*/ 94165 h 95745"/>
                <a:gd name="csX273" fmla="*/ 971801 w 1291144"/>
                <a:gd name="csY273" fmla="*/ 94165 h 95745"/>
                <a:gd name="csX274" fmla="*/ 951249 w 1291144"/>
                <a:gd name="csY274" fmla="*/ 27091 h 95745"/>
                <a:gd name="csX275" fmla="*/ 963034 w 1291144"/>
                <a:gd name="csY275" fmla="*/ 27091 h 95745"/>
                <a:gd name="csX276" fmla="*/ 973669 w 1291144"/>
                <a:gd name="csY276" fmla="*/ 65809 h 95745"/>
                <a:gd name="csX277" fmla="*/ 977693 w 1291144"/>
                <a:gd name="csY277" fmla="*/ 80210 h 95745"/>
                <a:gd name="csX278" fmla="*/ 981143 w 1291144"/>
                <a:gd name="csY278" fmla="*/ 66377 h 95745"/>
                <a:gd name="csX279" fmla="*/ 991850 w 1291144"/>
                <a:gd name="csY279" fmla="*/ 27091 h 95745"/>
                <a:gd name="csX280" fmla="*/ 1003491 w 1291144"/>
                <a:gd name="csY280" fmla="*/ 27091 h 95745"/>
                <a:gd name="csX281" fmla="*/ 1013551 w 1291144"/>
                <a:gd name="csY281" fmla="*/ 65996 h 95745"/>
                <a:gd name="csX282" fmla="*/ 1016929 w 1291144"/>
                <a:gd name="csY282" fmla="*/ 78816 h 95745"/>
                <a:gd name="csX283" fmla="*/ 1020737 w 1291144"/>
                <a:gd name="csY283" fmla="*/ 65867 h 95745"/>
                <a:gd name="csX284" fmla="*/ 1032235 w 1291144"/>
                <a:gd name="csY284" fmla="*/ 27091 h 95745"/>
                <a:gd name="csX285" fmla="*/ 1043301 w 1291144"/>
                <a:gd name="csY285" fmla="*/ 27091 h 95745"/>
                <a:gd name="csX286" fmla="*/ 1022318 w 1291144"/>
                <a:gd name="csY286" fmla="*/ 94165 h 95745"/>
                <a:gd name="csX287" fmla="*/ 1010533 w 1291144"/>
                <a:gd name="csY287" fmla="*/ 94165 h 95745"/>
                <a:gd name="csX288" fmla="*/ 999826 w 1291144"/>
                <a:gd name="csY288" fmla="*/ 53995 h 95745"/>
                <a:gd name="csX289" fmla="*/ 997239 w 1291144"/>
                <a:gd name="csY289" fmla="*/ 42562 h 95745"/>
                <a:gd name="csX290" fmla="*/ 983658 w 1291144"/>
                <a:gd name="csY290" fmla="*/ 94165 h 95745"/>
                <a:gd name="csX291" fmla="*/ 971801 w 1291144"/>
                <a:gd name="csY291" fmla="*/ 94165 h 95745"/>
                <a:gd name="csX292" fmla="*/ 1048690 w 1291144"/>
                <a:gd name="csY292" fmla="*/ 60628 h 95745"/>
                <a:gd name="csX293" fmla="*/ 1059038 w 1291144"/>
                <a:gd name="csY293" fmla="*/ 33027 h 95745"/>
                <a:gd name="csX294" fmla="*/ 1080093 w 1291144"/>
                <a:gd name="csY294" fmla="*/ 25575 h 95745"/>
                <a:gd name="csX295" fmla="*/ 1102729 w 1291144"/>
                <a:gd name="csY295" fmla="*/ 34672 h 95745"/>
                <a:gd name="csX296" fmla="*/ 1111495 w 1291144"/>
                <a:gd name="csY296" fmla="*/ 59679 h 95745"/>
                <a:gd name="csX297" fmla="*/ 1107615 w 1291144"/>
                <a:gd name="csY297" fmla="*/ 80080 h 95745"/>
                <a:gd name="csX298" fmla="*/ 1096261 w 1291144"/>
                <a:gd name="csY298" fmla="*/ 91578 h 95745"/>
                <a:gd name="csX299" fmla="*/ 1080093 w 1291144"/>
                <a:gd name="csY299" fmla="*/ 95681 h 95745"/>
                <a:gd name="csX300" fmla="*/ 1057314 w 1291144"/>
                <a:gd name="csY300" fmla="*/ 86648 h 95745"/>
                <a:gd name="csX301" fmla="*/ 1048690 w 1291144"/>
                <a:gd name="csY301" fmla="*/ 60628 h 95745"/>
                <a:gd name="csX302" fmla="*/ 1060331 w 1291144"/>
                <a:gd name="csY302" fmla="*/ 60628 h 95745"/>
                <a:gd name="csX303" fmla="*/ 1066008 w 1291144"/>
                <a:gd name="csY303" fmla="*/ 79951 h 95745"/>
                <a:gd name="csX304" fmla="*/ 1080093 w 1291144"/>
                <a:gd name="csY304" fmla="*/ 86332 h 95745"/>
                <a:gd name="csX305" fmla="*/ 1094178 w 1291144"/>
                <a:gd name="csY305" fmla="*/ 79893 h 95745"/>
                <a:gd name="csX306" fmla="*/ 1099854 w 1291144"/>
                <a:gd name="csY306" fmla="*/ 60247 h 95745"/>
                <a:gd name="csX307" fmla="*/ 1094178 w 1291144"/>
                <a:gd name="csY307" fmla="*/ 41427 h 95745"/>
                <a:gd name="csX308" fmla="*/ 1080093 w 1291144"/>
                <a:gd name="csY308" fmla="*/ 34989 h 95745"/>
                <a:gd name="csX309" fmla="*/ 1066008 w 1291144"/>
                <a:gd name="csY309" fmla="*/ 41362 h 95745"/>
                <a:gd name="csX310" fmla="*/ 1060331 w 1291144"/>
                <a:gd name="csY310" fmla="*/ 60628 h 95745"/>
                <a:gd name="csX311" fmla="*/ 1124790 w 1291144"/>
                <a:gd name="csY311" fmla="*/ 94165 h 95745"/>
                <a:gd name="csX312" fmla="*/ 1124790 w 1291144"/>
                <a:gd name="csY312" fmla="*/ 27091 h 95745"/>
                <a:gd name="csX313" fmla="*/ 1134993 w 1291144"/>
                <a:gd name="csY313" fmla="*/ 27091 h 95745"/>
                <a:gd name="csX314" fmla="*/ 1134993 w 1291144"/>
                <a:gd name="csY314" fmla="*/ 37259 h 95745"/>
                <a:gd name="csX315" fmla="*/ 1142179 w 1291144"/>
                <a:gd name="csY315" fmla="*/ 27846 h 95745"/>
                <a:gd name="csX316" fmla="*/ 1149509 w 1291144"/>
                <a:gd name="csY316" fmla="*/ 25575 h 95745"/>
                <a:gd name="csX317" fmla="*/ 1161222 w 1291144"/>
                <a:gd name="csY317" fmla="*/ 29240 h 95745"/>
                <a:gd name="csX318" fmla="*/ 1157271 w 1291144"/>
                <a:gd name="csY318" fmla="*/ 39789 h 95745"/>
                <a:gd name="csX319" fmla="*/ 1148935 w 1291144"/>
                <a:gd name="csY319" fmla="*/ 37324 h 95745"/>
                <a:gd name="csX320" fmla="*/ 1142251 w 1291144"/>
                <a:gd name="csY320" fmla="*/ 39595 h 95745"/>
                <a:gd name="csX321" fmla="*/ 1138012 w 1291144"/>
                <a:gd name="csY321" fmla="*/ 45789 h 95745"/>
                <a:gd name="csX322" fmla="*/ 1136143 w 1291144"/>
                <a:gd name="csY322" fmla="*/ 59047 h 95745"/>
                <a:gd name="csX323" fmla="*/ 1136143 w 1291144"/>
                <a:gd name="csY323" fmla="*/ 94165 h 95745"/>
                <a:gd name="csX324" fmla="*/ 1124790 w 1291144"/>
                <a:gd name="csY324" fmla="*/ 94165 h 95745"/>
                <a:gd name="csX325" fmla="*/ 1211524 w 1291144"/>
                <a:gd name="csY325" fmla="*/ 94165 h 95745"/>
                <a:gd name="csX326" fmla="*/ 1211524 w 1291144"/>
                <a:gd name="csY326" fmla="*/ 85700 h 95745"/>
                <a:gd name="csX327" fmla="*/ 1192769 w 1291144"/>
                <a:gd name="csY327" fmla="*/ 95681 h 95745"/>
                <a:gd name="csX328" fmla="*/ 1177965 w 1291144"/>
                <a:gd name="csY328" fmla="*/ 91262 h 95745"/>
                <a:gd name="csX329" fmla="*/ 1167546 w 1291144"/>
                <a:gd name="csY329" fmla="*/ 78945 h 95745"/>
                <a:gd name="csX330" fmla="*/ 1163881 w 1291144"/>
                <a:gd name="csY330" fmla="*/ 60693 h 95745"/>
                <a:gd name="csX331" fmla="*/ 1167186 w 1291144"/>
                <a:gd name="csY331" fmla="*/ 42505 h 95745"/>
                <a:gd name="csX332" fmla="*/ 1177247 w 1291144"/>
                <a:gd name="csY332" fmla="*/ 29937 h 95745"/>
                <a:gd name="csX333" fmla="*/ 1192194 w 1291144"/>
                <a:gd name="csY333" fmla="*/ 25575 h 95745"/>
                <a:gd name="csX334" fmla="*/ 1203045 w 1291144"/>
                <a:gd name="csY334" fmla="*/ 28162 h 95745"/>
                <a:gd name="csX335" fmla="*/ 1210734 w 1291144"/>
                <a:gd name="csY335" fmla="*/ 34794 h 95745"/>
                <a:gd name="csX336" fmla="*/ 1210734 w 1291144"/>
                <a:gd name="csY336" fmla="*/ 1574 h 95745"/>
                <a:gd name="csX337" fmla="*/ 1222015 w 1291144"/>
                <a:gd name="csY337" fmla="*/ 1574 h 95745"/>
                <a:gd name="csX338" fmla="*/ 1222015 w 1291144"/>
                <a:gd name="csY338" fmla="*/ 94165 h 95745"/>
                <a:gd name="csX339" fmla="*/ 1211524 w 1291144"/>
                <a:gd name="csY339" fmla="*/ 94165 h 95745"/>
                <a:gd name="csX340" fmla="*/ 1175522 w 1291144"/>
                <a:gd name="csY340" fmla="*/ 60693 h 95745"/>
                <a:gd name="csX341" fmla="*/ 1180984 w 1291144"/>
                <a:gd name="csY341" fmla="*/ 79951 h 95745"/>
                <a:gd name="csX342" fmla="*/ 1193775 w 1291144"/>
                <a:gd name="csY342" fmla="*/ 86332 h 95745"/>
                <a:gd name="csX343" fmla="*/ 1206422 w 1291144"/>
                <a:gd name="csY343" fmla="*/ 80267 h 95745"/>
                <a:gd name="csX344" fmla="*/ 1211668 w 1291144"/>
                <a:gd name="csY344" fmla="*/ 61641 h 95745"/>
                <a:gd name="csX345" fmla="*/ 1206350 w 1291144"/>
                <a:gd name="csY345" fmla="*/ 41427 h 95745"/>
                <a:gd name="csX346" fmla="*/ 1193271 w 1291144"/>
                <a:gd name="csY346" fmla="*/ 34989 h 95745"/>
                <a:gd name="csX347" fmla="*/ 1180625 w 1291144"/>
                <a:gd name="csY347" fmla="*/ 41176 h 95745"/>
                <a:gd name="csX348" fmla="*/ 1175522 w 1291144"/>
                <a:gd name="csY348" fmla="*/ 60693 h 95745"/>
                <a:gd name="csX349" fmla="*/ 1235453 w 1291144"/>
                <a:gd name="csY349" fmla="*/ 74145 h 95745"/>
                <a:gd name="csX350" fmla="*/ 1246664 w 1291144"/>
                <a:gd name="csY350" fmla="*/ 72377 h 95745"/>
                <a:gd name="csX351" fmla="*/ 1251909 w 1291144"/>
                <a:gd name="csY351" fmla="*/ 82732 h 95745"/>
                <a:gd name="csX352" fmla="*/ 1264054 w 1291144"/>
                <a:gd name="csY352" fmla="*/ 86332 h 95745"/>
                <a:gd name="csX353" fmla="*/ 1275695 w 1291144"/>
                <a:gd name="csY353" fmla="*/ 83178 h 95745"/>
                <a:gd name="csX354" fmla="*/ 1279432 w 1291144"/>
                <a:gd name="csY354" fmla="*/ 75661 h 95745"/>
                <a:gd name="csX355" fmla="*/ 1276126 w 1291144"/>
                <a:gd name="csY355" fmla="*/ 69596 h 95745"/>
                <a:gd name="csX356" fmla="*/ 1264485 w 1291144"/>
                <a:gd name="csY356" fmla="*/ 65744 h 95745"/>
                <a:gd name="csX357" fmla="*/ 1247095 w 1291144"/>
                <a:gd name="csY357" fmla="*/ 60312 h 95745"/>
                <a:gd name="csX358" fmla="*/ 1239765 w 1291144"/>
                <a:gd name="csY358" fmla="*/ 53931 h 95745"/>
                <a:gd name="csX359" fmla="*/ 1237321 w 1291144"/>
                <a:gd name="csY359" fmla="*/ 44905 h 95745"/>
                <a:gd name="csX360" fmla="*/ 1239334 w 1291144"/>
                <a:gd name="csY360" fmla="*/ 36627 h 95745"/>
                <a:gd name="csX361" fmla="*/ 1244939 w 1291144"/>
                <a:gd name="csY361" fmla="*/ 30246 h 95745"/>
                <a:gd name="csX362" fmla="*/ 1252197 w 1291144"/>
                <a:gd name="csY362" fmla="*/ 26962 h 95745"/>
                <a:gd name="csX363" fmla="*/ 1262042 w 1291144"/>
                <a:gd name="csY363" fmla="*/ 25575 h 95745"/>
                <a:gd name="csX364" fmla="*/ 1275839 w 1291144"/>
                <a:gd name="csY364" fmla="*/ 27846 h 95745"/>
                <a:gd name="csX365" fmla="*/ 1284678 w 1291144"/>
                <a:gd name="csY365" fmla="*/ 34040 h 95745"/>
                <a:gd name="csX366" fmla="*/ 1288629 w 1291144"/>
                <a:gd name="csY366" fmla="*/ 44395 h 95745"/>
                <a:gd name="csX367" fmla="*/ 1277492 w 1291144"/>
                <a:gd name="csY367" fmla="*/ 45911 h 95745"/>
                <a:gd name="csX368" fmla="*/ 1273036 w 1291144"/>
                <a:gd name="csY368" fmla="*/ 37827 h 95745"/>
                <a:gd name="csX369" fmla="*/ 1262832 w 1291144"/>
                <a:gd name="csY369" fmla="*/ 34924 h 95745"/>
                <a:gd name="csX370" fmla="*/ 1251693 w 1291144"/>
                <a:gd name="csY370" fmla="*/ 37511 h 95745"/>
                <a:gd name="csX371" fmla="*/ 1248316 w 1291144"/>
                <a:gd name="csY371" fmla="*/ 43576 h 95745"/>
                <a:gd name="csX372" fmla="*/ 1249682 w 1291144"/>
                <a:gd name="csY372" fmla="*/ 47557 h 95745"/>
                <a:gd name="csX373" fmla="*/ 1254065 w 1291144"/>
                <a:gd name="csY373" fmla="*/ 50589 h 95745"/>
                <a:gd name="csX374" fmla="*/ 1264126 w 1291144"/>
                <a:gd name="csY374" fmla="*/ 53493 h 95745"/>
                <a:gd name="csX375" fmla="*/ 1280869 w 1291144"/>
                <a:gd name="csY375" fmla="*/ 58796 h 95745"/>
                <a:gd name="csX376" fmla="*/ 1288414 w 1291144"/>
                <a:gd name="csY376" fmla="*/ 64731 h 95745"/>
                <a:gd name="csX377" fmla="*/ 1291144 w 1291144"/>
                <a:gd name="csY377" fmla="*/ 74461 h 95745"/>
                <a:gd name="csX378" fmla="*/ 1287767 w 1291144"/>
                <a:gd name="csY378" fmla="*/ 85197 h 95745"/>
                <a:gd name="csX379" fmla="*/ 1278282 w 1291144"/>
                <a:gd name="csY379" fmla="*/ 92965 h 95745"/>
                <a:gd name="csX380" fmla="*/ 1264126 w 1291144"/>
                <a:gd name="csY380" fmla="*/ 95681 h 95745"/>
                <a:gd name="csX381" fmla="*/ 1244149 w 1291144"/>
                <a:gd name="csY381" fmla="*/ 90249 h 95745"/>
                <a:gd name="csX382" fmla="*/ 1235453 w 1291144"/>
                <a:gd name="csY382" fmla="*/ 74145 h 95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</a:cxnLst>
              <a:rect l="l" t="t" r="r" b="b"/>
              <a:pathLst>
                <a:path w="1291144" h="95745">
                  <a:moveTo>
                    <a:pt x="69596" y="61699"/>
                  </a:moveTo>
                  <a:lnTo>
                    <a:pt x="81848" y="64796"/>
                  </a:lnTo>
                  <a:cubicBezTo>
                    <a:pt x="79283" y="74856"/>
                    <a:pt x="74648" y="82545"/>
                    <a:pt x="67958" y="87848"/>
                  </a:cubicBezTo>
                  <a:cubicBezTo>
                    <a:pt x="61303" y="93116"/>
                    <a:pt x="53155" y="95746"/>
                    <a:pt x="43511" y="95746"/>
                  </a:cubicBezTo>
                  <a:cubicBezTo>
                    <a:pt x="33537" y="95746"/>
                    <a:pt x="25410" y="93719"/>
                    <a:pt x="19136" y="89681"/>
                  </a:cubicBezTo>
                  <a:cubicBezTo>
                    <a:pt x="12906" y="85599"/>
                    <a:pt x="8142" y="79700"/>
                    <a:pt x="4858" y="71996"/>
                  </a:cubicBezTo>
                  <a:cubicBezTo>
                    <a:pt x="1617" y="64293"/>
                    <a:pt x="0" y="56014"/>
                    <a:pt x="0" y="47176"/>
                  </a:cubicBezTo>
                  <a:cubicBezTo>
                    <a:pt x="0" y="37532"/>
                    <a:pt x="1832" y="29132"/>
                    <a:pt x="5490" y="21975"/>
                  </a:cubicBezTo>
                  <a:cubicBezTo>
                    <a:pt x="9198" y="14774"/>
                    <a:pt x="14437" y="9320"/>
                    <a:pt x="21220" y="5620"/>
                  </a:cubicBezTo>
                  <a:cubicBezTo>
                    <a:pt x="28040" y="1868"/>
                    <a:pt x="35535" y="0"/>
                    <a:pt x="43705" y="0"/>
                  </a:cubicBezTo>
                  <a:cubicBezTo>
                    <a:pt x="52968" y="0"/>
                    <a:pt x="60757" y="2357"/>
                    <a:pt x="67074" y="7071"/>
                  </a:cubicBezTo>
                  <a:cubicBezTo>
                    <a:pt x="73390" y="11785"/>
                    <a:pt x="77788" y="18418"/>
                    <a:pt x="80275" y="26962"/>
                  </a:cubicBezTo>
                  <a:lnTo>
                    <a:pt x="68209" y="29807"/>
                  </a:lnTo>
                  <a:cubicBezTo>
                    <a:pt x="66060" y="23067"/>
                    <a:pt x="62942" y="18166"/>
                    <a:pt x="58860" y="15091"/>
                  </a:cubicBezTo>
                  <a:cubicBezTo>
                    <a:pt x="54779" y="12015"/>
                    <a:pt x="49641" y="10477"/>
                    <a:pt x="43453" y="10477"/>
                  </a:cubicBezTo>
                  <a:cubicBezTo>
                    <a:pt x="36332" y="10477"/>
                    <a:pt x="30375" y="12187"/>
                    <a:pt x="25575" y="15594"/>
                  </a:cubicBezTo>
                  <a:cubicBezTo>
                    <a:pt x="20818" y="19007"/>
                    <a:pt x="17469" y="23599"/>
                    <a:pt x="15536" y="29362"/>
                  </a:cubicBezTo>
                  <a:cubicBezTo>
                    <a:pt x="13596" y="35089"/>
                    <a:pt x="12626" y="41010"/>
                    <a:pt x="12626" y="47111"/>
                  </a:cubicBezTo>
                  <a:cubicBezTo>
                    <a:pt x="12626" y="54987"/>
                    <a:pt x="13768" y="61871"/>
                    <a:pt x="16039" y="67764"/>
                  </a:cubicBezTo>
                  <a:cubicBezTo>
                    <a:pt x="18353" y="73620"/>
                    <a:pt x="21932" y="77996"/>
                    <a:pt x="26775" y="80900"/>
                  </a:cubicBezTo>
                  <a:cubicBezTo>
                    <a:pt x="31618" y="83810"/>
                    <a:pt x="36864" y="85261"/>
                    <a:pt x="42505" y="85261"/>
                  </a:cubicBezTo>
                  <a:cubicBezTo>
                    <a:pt x="49368" y="85261"/>
                    <a:pt x="55174" y="83278"/>
                    <a:pt x="59931" y="79326"/>
                  </a:cubicBezTo>
                  <a:cubicBezTo>
                    <a:pt x="64696" y="75366"/>
                    <a:pt x="67915" y="69488"/>
                    <a:pt x="69596" y="61699"/>
                  </a:cubicBezTo>
                  <a:close/>
                  <a:moveTo>
                    <a:pt x="91327" y="60628"/>
                  </a:moveTo>
                  <a:cubicBezTo>
                    <a:pt x="91327" y="48203"/>
                    <a:pt x="94776" y="39005"/>
                    <a:pt x="101682" y="33027"/>
                  </a:cubicBezTo>
                  <a:cubicBezTo>
                    <a:pt x="107452" y="28061"/>
                    <a:pt x="114480" y="25575"/>
                    <a:pt x="122779" y="25575"/>
                  </a:cubicBezTo>
                  <a:cubicBezTo>
                    <a:pt x="131999" y="25575"/>
                    <a:pt x="139537" y="28607"/>
                    <a:pt x="145386" y="34672"/>
                  </a:cubicBezTo>
                  <a:cubicBezTo>
                    <a:pt x="151243" y="40694"/>
                    <a:pt x="154168" y="49030"/>
                    <a:pt x="154168" y="59679"/>
                  </a:cubicBezTo>
                  <a:cubicBezTo>
                    <a:pt x="154168" y="68310"/>
                    <a:pt x="152860" y="75115"/>
                    <a:pt x="150251" y="80080"/>
                  </a:cubicBezTo>
                  <a:cubicBezTo>
                    <a:pt x="147679" y="85010"/>
                    <a:pt x="143913" y="88840"/>
                    <a:pt x="138948" y="91578"/>
                  </a:cubicBezTo>
                  <a:cubicBezTo>
                    <a:pt x="134018" y="94316"/>
                    <a:pt x="128629" y="95681"/>
                    <a:pt x="122779" y="95681"/>
                  </a:cubicBezTo>
                  <a:cubicBezTo>
                    <a:pt x="113388" y="95681"/>
                    <a:pt x="105785" y="92670"/>
                    <a:pt x="99978" y="86648"/>
                  </a:cubicBezTo>
                  <a:cubicBezTo>
                    <a:pt x="94208" y="80627"/>
                    <a:pt x="91327" y="71953"/>
                    <a:pt x="91327" y="60628"/>
                  </a:cubicBezTo>
                  <a:close/>
                  <a:moveTo>
                    <a:pt x="103011" y="60628"/>
                  </a:moveTo>
                  <a:cubicBezTo>
                    <a:pt x="103011" y="69215"/>
                    <a:pt x="104879" y="75661"/>
                    <a:pt x="108630" y="79951"/>
                  </a:cubicBezTo>
                  <a:cubicBezTo>
                    <a:pt x="112374" y="84205"/>
                    <a:pt x="117096" y="86332"/>
                    <a:pt x="122779" y="86332"/>
                  </a:cubicBezTo>
                  <a:cubicBezTo>
                    <a:pt x="128421" y="86332"/>
                    <a:pt x="133113" y="84184"/>
                    <a:pt x="136864" y="79893"/>
                  </a:cubicBezTo>
                  <a:cubicBezTo>
                    <a:pt x="140608" y="75596"/>
                    <a:pt x="142483" y="69050"/>
                    <a:pt x="142483" y="60247"/>
                  </a:cubicBezTo>
                  <a:cubicBezTo>
                    <a:pt x="142483" y="51954"/>
                    <a:pt x="140586" y="45681"/>
                    <a:pt x="136799" y="41427"/>
                  </a:cubicBezTo>
                  <a:cubicBezTo>
                    <a:pt x="133048" y="37130"/>
                    <a:pt x="128378" y="34989"/>
                    <a:pt x="122779" y="34989"/>
                  </a:cubicBezTo>
                  <a:cubicBezTo>
                    <a:pt x="117096" y="34989"/>
                    <a:pt x="112374" y="37116"/>
                    <a:pt x="108630" y="41362"/>
                  </a:cubicBezTo>
                  <a:cubicBezTo>
                    <a:pt x="104879" y="45617"/>
                    <a:pt x="103011" y="52041"/>
                    <a:pt x="103011" y="60628"/>
                  </a:cubicBezTo>
                  <a:close/>
                  <a:moveTo>
                    <a:pt x="211512" y="94165"/>
                  </a:moveTo>
                  <a:lnTo>
                    <a:pt x="211512" y="84313"/>
                  </a:lnTo>
                  <a:cubicBezTo>
                    <a:pt x="206295" y="91894"/>
                    <a:pt x="199195" y="95681"/>
                    <a:pt x="190227" y="95681"/>
                  </a:cubicBezTo>
                  <a:cubicBezTo>
                    <a:pt x="186274" y="95681"/>
                    <a:pt x="182567" y="94919"/>
                    <a:pt x="179110" y="93410"/>
                  </a:cubicBezTo>
                  <a:cubicBezTo>
                    <a:pt x="175704" y="91894"/>
                    <a:pt x="173153" y="89997"/>
                    <a:pt x="171471" y="87726"/>
                  </a:cubicBezTo>
                  <a:cubicBezTo>
                    <a:pt x="169826" y="85405"/>
                    <a:pt x="168669" y="82588"/>
                    <a:pt x="168001" y="79261"/>
                  </a:cubicBezTo>
                  <a:cubicBezTo>
                    <a:pt x="167534" y="77026"/>
                    <a:pt x="167304" y="73491"/>
                    <a:pt x="167304" y="68647"/>
                  </a:cubicBezTo>
                  <a:lnTo>
                    <a:pt x="167304" y="27091"/>
                  </a:lnTo>
                  <a:lnTo>
                    <a:pt x="178672" y="27091"/>
                  </a:lnTo>
                  <a:lnTo>
                    <a:pt x="178672" y="64293"/>
                  </a:lnTo>
                  <a:cubicBezTo>
                    <a:pt x="178672" y="70228"/>
                    <a:pt x="178902" y="74231"/>
                    <a:pt x="179369" y="76293"/>
                  </a:cubicBezTo>
                  <a:cubicBezTo>
                    <a:pt x="180080" y="79283"/>
                    <a:pt x="181596" y="81640"/>
                    <a:pt x="183910" y="83364"/>
                  </a:cubicBezTo>
                  <a:cubicBezTo>
                    <a:pt x="186231" y="85046"/>
                    <a:pt x="189092" y="85894"/>
                    <a:pt x="192505" y="85894"/>
                  </a:cubicBezTo>
                  <a:cubicBezTo>
                    <a:pt x="195911" y="85894"/>
                    <a:pt x="199116" y="85032"/>
                    <a:pt x="202105" y="83300"/>
                  </a:cubicBezTo>
                  <a:cubicBezTo>
                    <a:pt x="205095" y="81532"/>
                    <a:pt x="207200" y="79153"/>
                    <a:pt x="208422" y="76164"/>
                  </a:cubicBezTo>
                  <a:cubicBezTo>
                    <a:pt x="209679" y="73132"/>
                    <a:pt x="210312" y="68755"/>
                    <a:pt x="210312" y="63028"/>
                  </a:cubicBezTo>
                  <a:lnTo>
                    <a:pt x="210312" y="27091"/>
                  </a:lnTo>
                  <a:lnTo>
                    <a:pt x="221680" y="27091"/>
                  </a:lnTo>
                  <a:lnTo>
                    <a:pt x="221680" y="94165"/>
                  </a:lnTo>
                  <a:lnTo>
                    <a:pt x="211512" y="94165"/>
                  </a:lnTo>
                  <a:close/>
                  <a:moveTo>
                    <a:pt x="239559" y="94165"/>
                  </a:moveTo>
                  <a:lnTo>
                    <a:pt x="239559" y="27091"/>
                  </a:lnTo>
                  <a:lnTo>
                    <a:pt x="249784" y="27091"/>
                  </a:lnTo>
                  <a:lnTo>
                    <a:pt x="249784" y="36627"/>
                  </a:lnTo>
                  <a:cubicBezTo>
                    <a:pt x="254714" y="29261"/>
                    <a:pt x="261828" y="25575"/>
                    <a:pt x="271134" y="25575"/>
                  </a:cubicBezTo>
                  <a:cubicBezTo>
                    <a:pt x="275179" y="25575"/>
                    <a:pt x="278880" y="26315"/>
                    <a:pt x="282250" y="27788"/>
                  </a:cubicBezTo>
                  <a:cubicBezTo>
                    <a:pt x="285664" y="29218"/>
                    <a:pt x="288207" y="31115"/>
                    <a:pt x="289889" y="33472"/>
                  </a:cubicBezTo>
                  <a:cubicBezTo>
                    <a:pt x="291578" y="35829"/>
                    <a:pt x="292756" y="38625"/>
                    <a:pt x="293432" y="41873"/>
                  </a:cubicBezTo>
                  <a:cubicBezTo>
                    <a:pt x="293848" y="43978"/>
                    <a:pt x="294064" y="47657"/>
                    <a:pt x="294064" y="52925"/>
                  </a:cubicBezTo>
                  <a:lnTo>
                    <a:pt x="294064" y="94165"/>
                  </a:lnTo>
                  <a:lnTo>
                    <a:pt x="282696" y="94165"/>
                  </a:lnTo>
                  <a:lnTo>
                    <a:pt x="282696" y="53363"/>
                  </a:lnTo>
                  <a:cubicBezTo>
                    <a:pt x="282696" y="48735"/>
                    <a:pt x="282250" y="45279"/>
                    <a:pt x="281366" y="43008"/>
                  </a:cubicBezTo>
                  <a:cubicBezTo>
                    <a:pt x="280483" y="40694"/>
                    <a:pt x="278902" y="38862"/>
                    <a:pt x="276631" y="37511"/>
                  </a:cubicBezTo>
                  <a:cubicBezTo>
                    <a:pt x="274396" y="36124"/>
                    <a:pt x="271766" y="35427"/>
                    <a:pt x="268734" y="35427"/>
                  </a:cubicBezTo>
                  <a:cubicBezTo>
                    <a:pt x="263890" y="35427"/>
                    <a:pt x="259701" y="36965"/>
                    <a:pt x="256165" y="40040"/>
                  </a:cubicBezTo>
                  <a:cubicBezTo>
                    <a:pt x="252673" y="43116"/>
                    <a:pt x="250927" y="48943"/>
                    <a:pt x="250927" y="57531"/>
                  </a:cubicBezTo>
                  <a:lnTo>
                    <a:pt x="250927" y="94165"/>
                  </a:lnTo>
                  <a:lnTo>
                    <a:pt x="239559" y="94165"/>
                  </a:lnTo>
                  <a:close/>
                  <a:moveTo>
                    <a:pt x="336375" y="83997"/>
                  </a:moveTo>
                  <a:lnTo>
                    <a:pt x="338020" y="94035"/>
                  </a:lnTo>
                  <a:cubicBezTo>
                    <a:pt x="334816" y="94711"/>
                    <a:pt x="331955" y="95049"/>
                    <a:pt x="329426" y="95049"/>
                  </a:cubicBezTo>
                  <a:cubicBezTo>
                    <a:pt x="325302" y="95049"/>
                    <a:pt x="322104" y="94395"/>
                    <a:pt x="319826" y="93094"/>
                  </a:cubicBezTo>
                  <a:cubicBezTo>
                    <a:pt x="317555" y="91786"/>
                    <a:pt x="315952" y="90083"/>
                    <a:pt x="315033" y="87978"/>
                  </a:cubicBezTo>
                  <a:cubicBezTo>
                    <a:pt x="314105" y="85829"/>
                    <a:pt x="313638" y="81345"/>
                    <a:pt x="313638" y="74526"/>
                  </a:cubicBezTo>
                  <a:lnTo>
                    <a:pt x="313638" y="35930"/>
                  </a:lnTo>
                  <a:lnTo>
                    <a:pt x="305303" y="35930"/>
                  </a:lnTo>
                  <a:lnTo>
                    <a:pt x="305303" y="27091"/>
                  </a:lnTo>
                  <a:lnTo>
                    <a:pt x="313638" y="27091"/>
                  </a:lnTo>
                  <a:lnTo>
                    <a:pt x="313638" y="10477"/>
                  </a:lnTo>
                  <a:lnTo>
                    <a:pt x="324942" y="3658"/>
                  </a:lnTo>
                  <a:lnTo>
                    <a:pt x="324942" y="27091"/>
                  </a:lnTo>
                  <a:lnTo>
                    <a:pt x="336375" y="27091"/>
                  </a:lnTo>
                  <a:lnTo>
                    <a:pt x="336375" y="35930"/>
                  </a:lnTo>
                  <a:lnTo>
                    <a:pt x="324942" y="35930"/>
                  </a:lnTo>
                  <a:lnTo>
                    <a:pt x="324942" y="75151"/>
                  </a:lnTo>
                  <a:cubicBezTo>
                    <a:pt x="324942" y="78399"/>
                    <a:pt x="325136" y="80483"/>
                    <a:pt x="325510" y="81410"/>
                  </a:cubicBezTo>
                  <a:cubicBezTo>
                    <a:pt x="325934" y="82337"/>
                    <a:pt x="326587" y="83070"/>
                    <a:pt x="327472" y="83616"/>
                  </a:cubicBezTo>
                  <a:cubicBezTo>
                    <a:pt x="328398" y="84162"/>
                    <a:pt x="329706" y="84435"/>
                    <a:pt x="331388" y="84435"/>
                  </a:cubicBezTo>
                  <a:cubicBezTo>
                    <a:pt x="332653" y="84435"/>
                    <a:pt x="334312" y="84291"/>
                    <a:pt x="336375" y="83997"/>
                  </a:cubicBezTo>
                  <a:close/>
                  <a:moveTo>
                    <a:pt x="383615" y="14652"/>
                  </a:moveTo>
                  <a:lnTo>
                    <a:pt x="383615" y="1574"/>
                  </a:lnTo>
                  <a:lnTo>
                    <a:pt x="394983" y="1574"/>
                  </a:lnTo>
                  <a:lnTo>
                    <a:pt x="394983" y="14652"/>
                  </a:lnTo>
                  <a:lnTo>
                    <a:pt x="383615" y="14652"/>
                  </a:lnTo>
                  <a:close/>
                  <a:moveTo>
                    <a:pt x="383615" y="94165"/>
                  </a:moveTo>
                  <a:lnTo>
                    <a:pt x="383615" y="27091"/>
                  </a:lnTo>
                  <a:lnTo>
                    <a:pt x="394983" y="27091"/>
                  </a:lnTo>
                  <a:lnTo>
                    <a:pt x="394983" y="94165"/>
                  </a:lnTo>
                  <a:lnTo>
                    <a:pt x="383615" y="94165"/>
                  </a:lnTo>
                  <a:close/>
                  <a:moveTo>
                    <a:pt x="412352" y="94165"/>
                  </a:moveTo>
                  <a:lnTo>
                    <a:pt x="412352" y="27091"/>
                  </a:lnTo>
                  <a:lnTo>
                    <a:pt x="422585" y="27091"/>
                  </a:lnTo>
                  <a:lnTo>
                    <a:pt x="422585" y="36627"/>
                  </a:lnTo>
                  <a:cubicBezTo>
                    <a:pt x="427515" y="29261"/>
                    <a:pt x="434629" y="25575"/>
                    <a:pt x="443934" y="25575"/>
                  </a:cubicBezTo>
                  <a:cubicBezTo>
                    <a:pt x="447973" y="25575"/>
                    <a:pt x="451681" y="26315"/>
                    <a:pt x="455051" y="27788"/>
                  </a:cubicBezTo>
                  <a:cubicBezTo>
                    <a:pt x="458457" y="29218"/>
                    <a:pt x="461008" y="31115"/>
                    <a:pt x="462690" y="33472"/>
                  </a:cubicBezTo>
                  <a:cubicBezTo>
                    <a:pt x="464379" y="35829"/>
                    <a:pt x="465557" y="38625"/>
                    <a:pt x="466233" y="41873"/>
                  </a:cubicBezTo>
                  <a:cubicBezTo>
                    <a:pt x="466649" y="43978"/>
                    <a:pt x="466858" y="47657"/>
                    <a:pt x="466858" y="52925"/>
                  </a:cubicBezTo>
                  <a:lnTo>
                    <a:pt x="466858" y="94165"/>
                  </a:lnTo>
                  <a:lnTo>
                    <a:pt x="455490" y="94165"/>
                  </a:lnTo>
                  <a:lnTo>
                    <a:pt x="455490" y="53363"/>
                  </a:lnTo>
                  <a:cubicBezTo>
                    <a:pt x="455490" y="48735"/>
                    <a:pt x="455051" y="45279"/>
                    <a:pt x="454167" y="43008"/>
                  </a:cubicBezTo>
                  <a:cubicBezTo>
                    <a:pt x="453283" y="40694"/>
                    <a:pt x="451702" y="38862"/>
                    <a:pt x="449432" y="37511"/>
                  </a:cubicBezTo>
                  <a:cubicBezTo>
                    <a:pt x="447197" y="36124"/>
                    <a:pt x="444567" y="35427"/>
                    <a:pt x="441534" y="35427"/>
                  </a:cubicBezTo>
                  <a:cubicBezTo>
                    <a:pt x="436691" y="35427"/>
                    <a:pt x="432501" y="36965"/>
                    <a:pt x="428966" y="40040"/>
                  </a:cubicBezTo>
                  <a:cubicBezTo>
                    <a:pt x="425474" y="43116"/>
                    <a:pt x="423720" y="48943"/>
                    <a:pt x="423720" y="57531"/>
                  </a:cubicBezTo>
                  <a:lnTo>
                    <a:pt x="423720" y="94165"/>
                  </a:lnTo>
                  <a:lnTo>
                    <a:pt x="412352" y="94165"/>
                  </a:lnTo>
                  <a:close/>
                  <a:moveTo>
                    <a:pt x="527874" y="94165"/>
                  </a:moveTo>
                  <a:lnTo>
                    <a:pt x="527874" y="85700"/>
                  </a:lnTo>
                  <a:cubicBezTo>
                    <a:pt x="523619" y="92354"/>
                    <a:pt x="517368" y="95681"/>
                    <a:pt x="509111" y="95681"/>
                  </a:cubicBezTo>
                  <a:cubicBezTo>
                    <a:pt x="503765" y="95681"/>
                    <a:pt x="498842" y="94208"/>
                    <a:pt x="494337" y="91262"/>
                  </a:cubicBezTo>
                  <a:cubicBezTo>
                    <a:pt x="489874" y="88315"/>
                    <a:pt x="486396" y="84205"/>
                    <a:pt x="483910" y="78945"/>
                  </a:cubicBezTo>
                  <a:cubicBezTo>
                    <a:pt x="481474" y="73642"/>
                    <a:pt x="480252" y="67555"/>
                    <a:pt x="480252" y="60693"/>
                  </a:cubicBezTo>
                  <a:cubicBezTo>
                    <a:pt x="480252" y="53995"/>
                    <a:pt x="481366" y="47930"/>
                    <a:pt x="483601" y="42505"/>
                  </a:cubicBezTo>
                  <a:cubicBezTo>
                    <a:pt x="485829" y="37029"/>
                    <a:pt x="489177" y="32840"/>
                    <a:pt x="493640" y="29937"/>
                  </a:cubicBezTo>
                  <a:cubicBezTo>
                    <a:pt x="498102" y="27027"/>
                    <a:pt x="503089" y="25575"/>
                    <a:pt x="508608" y="25575"/>
                  </a:cubicBezTo>
                  <a:cubicBezTo>
                    <a:pt x="512647" y="25575"/>
                    <a:pt x="516247" y="26437"/>
                    <a:pt x="519408" y="28162"/>
                  </a:cubicBezTo>
                  <a:cubicBezTo>
                    <a:pt x="522563" y="29850"/>
                    <a:pt x="525136" y="32057"/>
                    <a:pt x="527112" y="34794"/>
                  </a:cubicBezTo>
                  <a:lnTo>
                    <a:pt x="527112" y="1574"/>
                  </a:lnTo>
                  <a:lnTo>
                    <a:pt x="538415" y="1574"/>
                  </a:lnTo>
                  <a:lnTo>
                    <a:pt x="538415" y="94165"/>
                  </a:lnTo>
                  <a:lnTo>
                    <a:pt x="527874" y="94165"/>
                  </a:lnTo>
                  <a:close/>
                  <a:moveTo>
                    <a:pt x="491936" y="60693"/>
                  </a:moveTo>
                  <a:cubicBezTo>
                    <a:pt x="491936" y="69280"/>
                    <a:pt x="493747" y="75704"/>
                    <a:pt x="497369" y="79951"/>
                  </a:cubicBezTo>
                  <a:cubicBezTo>
                    <a:pt x="500984" y="84205"/>
                    <a:pt x="505259" y="86332"/>
                    <a:pt x="510189" y="86332"/>
                  </a:cubicBezTo>
                  <a:cubicBezTo>
                    <a:pt x="515154" y="86332"/>
                    <a:pt x="519365" y="84313"/>
                    <a:pt x="522822" y="80267"/>
                  </a:cubicBezTo>
                  <a:cubicBezTo>
                    <a:pt x="526314" y="76185"/>
                    <a:pt x="528061" y="69977"/>
                    <a:pt x="528061" y="61641"/>
                  </a:cubicBezTo>
                  <a:cubicBezTo>
                    <a:pt x="528061" y="52457"/>
                    <a:pt x="526293" y="45724"/>
                    <a:pt x="522757" y="41427"/>
                  </a:cubicBezTo>
                  <a:cubicBezTo>
                    <a:pt x="519222" y="37130"/>
                    <a:pt x="514860" y="34989"/>
                    <a:pt x="509679" y="34989"/>
                  </a:cubicBezTo>
                  <a:cubicBezTo>
                    <a:pt x="504627" y="34989"/>
                    <a:pt x="500394" y="37051"/>
                    <a:pt x="496988" y="41176"/>
                  </a:cubicBezTo>
                  <a:cubicBezTo>
                    <a:pt x="493618" y="45300"/>
                    <a:pt x="491936" y="51803"/>
                    <a:pt x="491936" y="60693"/>
                  </a:cubicBezTo>
                  <a:close/>
                  <a:moveTo>
                    <a:pt x="556416" y="14652"/>
                  </a:moveTo>
                  <a:lnTo>
                    <a:pt x="556416" y="1574"/>
                  </a:lnTo>
                  <a:lnTo>
                    <a:pt x="567784" y="1574"/>
                  </a:lnTo>
                  <a:lnTo>
                    <a:pt x="567784" y="14652"/>
                  </a:lnTo>
                  <a:lnTo>
                    <a:pt x="556416" y="14652"/>
                  </a:lnTo>
                  <a:close/>
                  <a:moveTo>
                    <a:pt x="556416" y="94165"/>
                  </a:moveTo>
                  <a:lnTo>
                    <a:pt x="556416" y="27091"/>
                  </a:lnTo>
                  <a:lnTo>
                    <a:pt x="567784" y="27091"/>
                  </a:lnTo>
                  <a:lnTo>
                    <a:pt x="567784" y="94165"/>
                  </a:lnTo>
                  <a:lnTo>
                    <a:pt x="556416" y="94165"/>
                  </a:lnTo>
                  <a:close/>
                  <a:moveTo>
                    <a:pt x="603786" y="94165"/>
                  </a:moveTo>
                  <a:lnTo>
                    <a:pt x="578269" y="27091"/>
                  </a:lnTo>
                  <a:lnTo>
                    <a:pt x="590269" y="27091"/>
                  </a:lnTo>
                  <a:lnTo>
                    <a:pt x="604670" y="67260"/>
                  </a:lnTo>
                  <a:cubicBezTo>
                    <a:pt x="606229" y="71594"/>
                    <a:pt x="607659" y="76100"/>
                    <a:pt x="608967" y="80778"/>
                  </a:cubicBezTo>
                  <a:cubicBezTo>
                    <a:pt x="609973" y="77242"/>
                    <a:pt x="611389" y="72988"/>
                    <a:pt x="613200" y="68015"/>
                  </a:cubicBezTo>
                  <a:lnTo>
                    <a:pt x="628103" y="27091"/>
                  </a:lnTo>
                  <a:lnTo>
                    <a:pt x="639788" y="27091"/>
                  </a:lnTo>
                  <a:lnTo>
                    <a:pt x="614400" y="94165"/>
                  </a:lnTo>
                  <a:lnTo>
                    <a:pt x="603786" y="94165"/>
                  </a:lnTo>
                  <a:close/>
                  <a:moveTo>
                    <a:pt x="649891" y="14652"/>
                  </a:moveTo>
                  <a:lnTo>
                    <a:pt x="649891" y="1574"/>
                  </a:lnTo>
                  <a:lnTo>
                    <a:pt x="661259" y="1574"/>
                  </a:lnTo>
                  <a:lnTo>
                    <a:pt x="661259" y="14652"/>
                  </a:lnTo>
                  <a:lnTo>
                    <a:pt x="649891" y="14652"/>
                  </a:lnTo>
                  <a:close/>
                  <a:moveTo>
                    <a:pt x="649891" y="94165"/>
                  </a:moveTo>
                  <a:lnTo>
                    <a:pt x="649891" y="27091"/>
                  </a:lnTo>
                  <a:lnTo>
                    <a:pt x="661259" y="27091"/>
                  </a:lnTo>
                  <a:lnTo>
                    <a:pt x="661259" y="94165"/>
                  </a:lnTo>
                  <a:lnTo>
                    <a:pt x="649891" y="94165"/>
                  </a:lnTo>
                  <a:close/>
                  <a:moveTo>
                    <a:pt x="722146" y="94165"/>
                  </a:moveTo>
                  <a:lnTo>
                    <a:pt x="722146" y="85700"/>
                  </a:lnTo>
                  <a:cubicBezTo>
                    <a:pt x="717892" y="92354"/>
                    <a:pt x="711640" y="95681"/>
                    <a:pt x="703383" y="95681"/>
                  </a:cubicBezTo>
                  <a:cubicBezTo>
                    <a:pt x="698037" y="95681"/>
                    <a:pt x="693115" y="94208"/>
                    <a:pt x="688609" y="91262"/>
                  </a:cubicBezTo>
                  <a:cubicBezTo>
                    <a:pt x="684146" y="88315"/>
                    <a:pt x="680669" y="84205"/>
                    <a:pt x="678189" y="78945"/>
                  </a:cubicBezTo>
                  <a:cubicBezTo>
                    <a:pt x="675746" y="73642"/>
                    <a:pt x="674524" y="67555"/>
                    <a:pt x="674524" y="60693"/>
                  </a:cubicBezTo>
                  <a:cubicBezTo>
                    <a:pt x="674524" y="53995"/>
                    <a:pt x="675639" y="47930"/>
                    <a:pt x="677873" y="42505"/>
                  </a:cubicBezTo>
                  <a:cubicBezTo>
                    <a:pt x="680101" y="37029"/>
                    <a:pt x="683449" y="32840"/>
                    <a:pt x="687912" y="29937"/>
                  </a:cubicBezTo>
                  <a:cubicBezTo>
                    <a:pt x="692374" y="27027"/>
                    <a:pt x="697369" y="25575"/>
                    <a:pt x="702881" y="25575"/>
                  </a:cubicBezTo>
                  <a:cubicBezTo>
                    <a:pt x="706926" y="25575"/>
                    <a:pt x="710526" y="26437"/>
                    <a:pt x="713681" y="28162"/>
                  </a:cubicBezTo>
                  <a:cubicBezTo>
                    <a:pt x="716843" y="29850"/>
                    <a:pt x="719408" y="32057"/>
                    <a:pt x="721384" y="34794"/>
                  </a:cubicBezTo>
                  <a:lnTo>
                    <a:pt x="721384" y="1574"/>
                  </a:lnTo>
                  <a:lnTo>
                    <a:pt x="732695" y="1574"/>
                  </a:lnTo>
                  <a:lnTo>
                    <a:pt x="732695" y="94165"/>
                  </a:lnTo>
                  <a:lnTo>
                    <a:pt x="722146" y="94165"/>
                  </a:lnTo>
                  <a:close/>
                  <a:moveTo>
                    <a:pt x="686209" y="60693"/>
                  </a:moveTo>
                  <a:cubicBezTo>
                    <a:pt x="686209" y="69280"/>
                    <a:pt x="688020" y="75704"/>
                    <a:pt x="691642" y="79951"/>
                  </a:cubicBezTo>
                  <a:cubicBezTo>
                    <a:pt x="695264" y="84205"/>
                    <a:pt x="699532" y="86332"/>
                    <a:pt x="704461" y="86332"/>
                  </a:cubicBezTo>
                  <a:cubicBezTo>
                    <a:pt x="709427" y="86332"/>
                    <a:pt x="713638" y="84313"/>
                    <a:pt x="717094" y="80267"/>
                  </a:cubicBezTo>
                  <a:cubicBezTo>
                    <a:pt x="720587" y="76185"/>
                    <a:pt x="722333" y="69977"/>
                    <a:pt x="722333" y="61641"/>
                  </a:cubicBezTo>
                  <a:cubicBezTo>
                    <a:pt x="722333" y="52457"/>
                    <a:pt x="720565" y="45724"/>
                    <a:pt x="717030" y="41427"/>
                  </a:cubicBezTo>
                  <a:cubicBezTo>
                    <a:pt x="713494" y="37130"/>
                    <a:pt x="709132" y="34989"/>
                    <a:pt x="703958" y="34989"/>
                  </a:cubicBezTo>
                  <a:cubicBezTo>
                    <a:pt x="698899" y="34989"/>
                    <a:pt x="694674" y="37051"/>
                    <a:pt x="691261" y="41176"/>
                  </a:cubicBezTo>
                  <a:cubicBezTo>
                    <a:pt x="687891" y="45300"/>
                    <a:pt x="686209" y="51803"/>
                    <a:pt x="686209" y="60693"/>
                  </a:cubicBezTo>
                  <a:close/>
                  <a:moveTo>
                    <a:pt x="794595" y="94165"/>
                  </a:moveTo>
                  <a:lnTo>
                    <a:pt x="794595" y="84313"/>
                  </a:lnTo>
                  <a:cubicBezTo>
                    <a:pt x="789349" y="91894"/>
                    <a:pt x="782271" y="95681"/>
                    <a:pt x="773303" y="95681"/>
                  </a:cubicBezTo>
                  <a:cubicBezTo>
                    <a:pt x="769343" y="95681"/>
                    <a:pt x="765642" y="94919"/>
                    <a:pt x="762186" y="93410"/>
                  </a:cubicBezTo>
                  <a:cubicBezTo>
                    <a:pt x="758773" y="91894"/>
                    <a:pt x="756229" y="89997"/>
                    <a:pt x="754548" y="87726"/>
                  </a:cubicBezTo>
                  <a:cubicBezTo>
                    <a:pt x="752902" y="85405"/>
                    <a:pt x="751745" y="82588"/>
                    <a:pt x="751070" y="79261"/>
                  </a:cubicBezTo>
                  <a:cubicBezTo>
                    <a:pt x="750610" y="77026"/>
                    <a:pt x="750380" y="73491"/>
                    <a:pt x="750380" y="68647"/>
                  </a:cubicBezTo>
                  <a:lnTo>
                    <a:pt x="750380" y="27091"/>
                  </a:lnTo>
                  <a:lnTo>
                    <a:pt x="761748" y="27091"/>
                  </a:lnTo>
                  <a:lnTo>
                    <a:pt x="761748" y="64293"/>
                  </a:lnTo>
                  <a:cubicBezTo>
                    <a:pt x="761748" y="70228"/>
                    <a:pt x="761978" y="74231"/>
                    <a:pt x="762438" y="76293"/>
                  </a:cubicBezTo>
                  <a:cubicBezTo>
                    <a:pt x="763156" y="79283"/>
                    <a:pt x="764673" y="81640"/>
                    <a:pt x="766986" y="83364"/>
                  </a:cubicBezTo>
                  <a:cubicBezTo>
                    <a:pt x="769300" y="85046"/>
                    <a:pt x="772167" y="85894"/>
                    <a:pt x="775574" y="85894"/>
                  </a:cubicBezTo>
                  <a:cubicBezTo>
                    <a:pt x="778987" y="85894"/>
                    <a:pt x="782184" y="85032"/>
                    <a:pt x="785174" y="83300"/>
                  </a:cubicBezTo>
                  <a:cubicBezTo>
                    <a:pt x="788163" y="81532"/>
                    <a:pt x="790283" y="79153"/>
                    <a:pt x="791505" y="76164"/>
                  </a:cubicBezTo>
                  <a:cubicBezTo>
                    <a:pt x="792727" y="73132"/>
                    <a:pt x="793373" y="68755"/>
                    <a:pt x="793373" y="63028"/>
                  </a:cubicBezTo>
                  <a:lnTo>
                    <a:pt x="793373" y="27091"/>
                  </a:lnTo>
                  <a:lnTo>
                    <a:pt x="804727" y="27091"/>
                  </a:lnTo>
                  <a:lnTo>
                    <a:pt x="804727" y="94165"/>
                  </a:lnTo>
                  <a:lnTo>
                    <a:pt x="794595" y="94165"/>
                  </a:lnTo>
                  <a:close/>
                  <a:moveTo>
                    <a:pt x="866383" y="85894"/>
                  </a:moveTo>
                  <a:cubicBezTo>
                    <a:pt x="862215" y="89472"/>
                    <a:pt x="858119" y="91995"/>
                    <a:pt x="854238" y="93468"/>
                  </a:cubicBezTo>
                  <a:cubicBezTo>
                    <a:pt x="850358" y="94941"/>
                    <a:pt x="846190" y="95681"/>
                    <a:pt x="841735" y="95681"/>
                  </a:cubicBezTo>
                  <a:cubicBezTo>
                    <a:pt x="834333" y="95681"/>
                    <a:pt x="828656" y="93892"/>
                    <a:pt x="824704" y="90313"/>
                  </a:cubicBezTo>
                  <a:cubicBezTo>
                    <a:pt x="820752" y="86692"/>
                    <a:pt x="818812" y="82078"/>
                    <a:pt x="818812" y="76480"/>
                  </a:cubicBezTo>
                  <a:cubicBezTo>
                    <a:pt x="818812" y="73196"/>
                    <a:pt x="819530" y="70207"/>
                    <a:pt x="820967" y="67512"/>
                  </a:cubicBezTo>
                  <a:cubicBezTo>
                    <a:pt x="822476" y="64774"/>
                    <a:pt x="824488" y="62582"/>
                    <a:pt x="826860" y="60944"/>
                  </a:cubicBezTo>
                  <a:cubicBezTo>
                    <a:pt x="829303" y="59299"/>
                    <a:pt x="832034" y="58063"/>
                    <a:pt x="835052" y="57214"/>
                  </a:cubicBezTo>
                  <a:cubicBezTo>
                    <a:pt x="837280" y="56625"/>
                    <a:pt x="840657" y="56058"/>
                    <a:pt x="845184" y="55511"/>
                  </a:cubicBezTo>
                  <a:cubicBezTo>
                    <a:pt x="854382" y="54419"/>
                    <a:pt x="861137" y="53111"/>
                    <a:pt x="865448" y="51595"/>
                  </a:cubicBezTo>
                  <a:cubicBezTo>
                    <a:pt x="865520" y="50036"/>
                    <a:pt x="865520" y="49051"/>
                    <a:pt x="865520" y="48628"/>
                  </a:cubicBezTo>
                  <a:cubicBezTo>
                    <a:pt x="865520" y="44000"/>
                    <a:pt x="864442" y="40730"/>
                    <a:pt x="862287" y="38840"/>
                  </a:cubicBezTo>
                  <a:cubicBezTo>
                    <a:pt x="859412" y="36268"/>
                    <a:pt x="855101" y="34989"/>
                    <a:pt x="849352" y="34989"/>
                  </a:cubicBezTo>
                  <a:cubicBezTo>
                    <a:pt x="843963" y="34989"/>
                    <a:pt x="840010" y="35930"/>
                    <a:pt x="837495" y="37827"/>
                  </a:cubicBezTo>
                  <a:cubicBezTo>
                    <a:pt x="834980" y="39681"/>
                    <a:pt x="833040" y="42986"/>
                    <a:pt x="831818" y="47743"/>
                  </a:cubicBezTo>
                  <a:lnTo>
                    <a:pt x="820752" y="46227"/>
                  </a:lnTo>
                  <a:cubicBezTo>
                    <a:pt x="821758" y="41470"/>
                    <a:pt x="823410" y="37640"/>
                    <a:pt x="825710" y="34730"/>
                  </a:cubicBezTo>
                  <a:cubicBezTo>
                    <a:pt x="828009" y="31784"/>
                    <a:pt x="831387" y="29534"/>
                    <a:pt x="835770" y="27975"/>
                  </a:cubicBezTo>
                  <a:cubicBezTo>
                    <a:pt x="840154" y="26373"/>
                    <a:pt x="845184" y="25575"/>
                    <a:pt x="851005" y="25575"/>
                  </a:cubicBezTo>
                  <a:cubicBezTo>
                    <a:pt x="856681" y="25575"/>
                    <a:pt x="861352" y="26250"/>
                    <a:pt x="864945" y="27594"/>
                  </a:cubicBezTo>
                  <a:cubicBezTo>
                    <a:pt x="868538" y="28945"/>
                    <a:pt x="871125" y="30648"/>
                    <a:pt x="872850" y="32711"/>
                  </a:cubicBezTo>
                  <a:cubicBezTo>
                    <a:pt x="874503" y="34730"/>
                    <a:pt x="875724" y="37302"/>
                    <a:pt x="876371" y="40421"/>
                  </a:cubicBezTo>
                  <a:cubicBezTo>
                    <a:pt x="876730" y="42354"/>
                    <a:pt x="876946" y="45846"/>
                    <a:pt x="876946" y="50898"/>
                  </a:cubicBezTo>
                  <a:lnTo>
                    <a:pt x="876946" y="66060"/>
                  </a:lnTo>
                  <a:cubicBezTo>
                    <a:pt x="876946" y="76631"/>
                    <a:pt x="877162" y="83321"/>
                    <a:pt x="877665" y="86145"/>
                  </a:cubicBezTo>
                  <a:cubicBezTo>
                    <a:pt x="878167" y="88926"/>
                    <a:pt x="879102" y="91600"/>
                    <a:pt x="880539" y="94165"/>
                  </a:cubicBezTo>
                  <a:lnTo>
                    <a:pt x="868682" y="94165"/>
                  </a:lnTo>
                  <a:cubicBezTo>
                    <a:pt x="867460" y="91808"/>
                    <a:pt x="866742" y="89049"/>
                    <a:pt x="866383" y="85894"/>
                  </a:cubicBezTo>
                  <a:close/>
                  <a:moveTo>
                    <a:pt x="865448" y="60499"/>
                  </a:moveTo>
                  <a:cubicBezTo>
                    <a:pt x="861352" y="62187"/>
                    <a:pt x="855101" y="63618"/>
                    <a:pt x="846909" y="64796"/>
                  </a:cubicBezTo>
                  <a:cubicBezTo>
                    <a:pt x="842238" y="65471"/>
                    <a:pt x="838932" y="66226"/>
                    <a:pt x="836992" y="67067"/>
                  </a:cubicBezTo>
                  <a:cubicBezTo>
                    <a:pt x="835052" y="67914"/>
                    <a:pt x="833543" y="69158"/>
                    <a:pt x="832465" y="70796"/>
                  </a:cubicBezTo>
                  <a:cubicBezTo>
                    <a:pt x="831459" y="72399"/>
                    <a:pt x="830884" y="74188"/>
                    <a:pt x="830884" y="76164"/>
                  </a:cubicBezTo>
                  <a:cubicBezTo>
                    <a:pt x="830884" y="79196"/>
                    <a:pt x="832034" y="81726"/>
                    <a:pt x="834333" y="83745"/>
                  </a:cubicBezTo>
                  <a:cubicBezTo>
                    <a:pt x="836633" y="85764"/>
                    <a:pt x="840010" y="86778"/>
                    <a:pt x="844394" y="86778"/>
                  </a:cubicBezTo>
                  <a:cubicBezTo>
                    <a:pt x="848777" y="86778"/>
                    <a:pt x="852657" y="85829"/>
                    <a:pt x="856107" y="83932"/>
                  </a:cubicBezTo>
                  <a:cubicBezTo>
                    <a:pt x="859484" y="81999"/>
                    <a:pt x="861999" y="79362"/>
                    <a:pt x="863652" y="76042"/>
                  </a:cubicBezTo>
                  <a:cubicBezTo>
                    <a:pt x="864873" y="73469"/>
                    <a:pt x="865448" y="69682"/>
                    <a:pt x="865448" y="64674"/>
                  </a:cubicBezTo>
                  <a:lnTo>
                    <a:pt x="865448" y="60499"/>
                  </a:lnTo>
                  <a:close/>
                  <a:moveTo>
                    <a:pt x="894408" y="94165"/>
                  </a:moveTo>
                  <a:lnTo>
                    <a:pt x="894408" y="1574"/>
                  </a:lnTo>
                  <a:lnTo>
                    <a:pt x="905762" y="1574"/>
                  </a:lnTo>
                  <a:lnTo>
                    <a:pt x="905762" y="94165"/>
                  </a:lnTo>
                  <a:lnTo>
                    <a:pt x="894408" y="94165"/>
                  </a:lnTo>
                  <a:close/>
                  <a:moveTo>
                    <a:pt x="971801" y="94165"/>
                  </a:moveTo>
                  <a:lnTo>
                    <a:pt x="951249" y="27091"/>
                  </a:lnTo>
                  <a:lnTo>
                    <a:pt x="963034" y="27091"/>
                  </a:lnTo>
                  <a:lnTo>
                    <a:pt x="973669" y="65809"/>
                  </a:lnTo>
                  <a:lnTo>
                    <a:pt x="977693" y="80210"/>
                  </a:lnTo>
                  <a:cubicBezTo>
                    <a:pt x="977837" y="79491"/>
                    <a:pt x="978987" y="74878"/>
                    <a:pt x="981143" y="66377"/>
                  </a:cubicBezTo>
                  <a:lnTo>
                    <a:pt x="991850" y="27091"/>
                  </a:lnTo>
                  <a:lnTo>
                    <a:pt x="1003491" y="27091"/>
                  </a:lnTo>
                  <a:lnTo>
                    <a:pt x="1013551" y="65996"/>
                  </a:lnTo>
                  <a:lnTo>
                    <a:pt x="1016929" y="78816"/>
                  </a:lnTo>
                  <a:lnTo>
                    <a:pt x="1020737" y="65867"/>
                  </a:lnTo>
                  <a:lnTo>
                    <a:pt x="1032235" y="27091"/>
                  </a:lnTo>
                  <a:lnTo>
                    <a:pt x="1043301" y="27091"/>
                  </a:lnTo>
                  <a:lnTo>
                    <a:pt x="1022318" y="94165"/>
                  </a:lnTo>
                  <a:lnTo>
                    <a:pt x="1010533" y="94165"/>
                  </a:lnTo>
                  <a:lnTo>
                    <a:pt x="999826" y="53995"/>
                  </a:lnTo>
                  <a:lnTo>
                    <a:pt x="997239" y="42562"/>
                  </a:lnTo>
                  <a:lnTo>
                    <a:pt x="983658" y="94165"/>
                  </a:lnTo>
                  <a:lnTo>
                    <a:pt x="971801" y="94165"/>
                  </a:lnTo>
                  <a:close/>
                  <a:moveTo>
                    <a:pt x="1048690" y="60628"/>
                  </a:moveTo>
                  <a:cubicBezTo>
                    <a:pt x="1048690" y="48203"/>
                    <a:pt x="1052140" y="39005"/>
                    <a:pt x="1059038" y="33027"/>
                  </a:cubicBezTo>
                  <a:cubicBezTo>
                    <a:pt x="1064786" y="28061"/>
                    <a:pt x="1071829" y="25575"/>
                    <a:pt x="1080093" y="25575"/>
                  </a:cubicBezTo>
                  <a:cubicBezTo>
                    <a:pt x="1089363" y="25575"/>
                    <a:pt x="1096908" y="28607"/>
                    <a:pt x="1102729" y="34672"/>
                  </a:cubicBezTo>
                  <a:cubicBezTo>
                    <a:pt x="1108622" y="40694"/>
                    <a:pt x="1111495" y="49030"/>
                    <a:pt x="1111495" y="59679"/>
                  </a:cubicBezTo>
                  <a:cubicBezTo>
                    <a:pt x="1111495" y="68310"/>
                    <a:pt x="1110202" y="75115"/>
                    <a:pt x="1107615" y="80080"/>
                  </a:cubicBezTo>
                  <a:cubicBezTo>
                    <a:pt x="1105029" y="85010"/>
                    <a:pt x="1101292" y="88840"/>
                    <a:pt x="1096261" y="91578"/>
                  </a:cubicBezTo>
                  <a:cubicBezTo>
                    <a:pt x="1091375" y="94316"/>
                    <a:pt x="1085986" y="95681"/>
                    <a:pt x="1080093" y="95681"/>
                  </a:cubicBezTo>
                  <a:cubicBezTo>
                    <a:pt x="1070751" y="95681"/>
                    <a:pt x="1063134" y="92670"/>
                    <a:pt x="1057314" y="86648"/>
                  </a:cubicBezTo>
                  <a:cubicBezTo>
                    <a:pt x="1051565" y="80627"/>
                    <a:pt x="1048690" y="71953"/>
                    <a:pt x="1048690" y="60628"/>
                  </a:cubicBezTo>
                  <a:close/>
                  <a:moveTo>
                    <a:pt x="1060331" y="60628"/>
                  </a:moveTo>
                  <a:cubicBezTo>
                    <a:pt x="1060331" y="69215"/>
                    <a:pt x="1062200" y="75661"/>
                    <a:pt x="1066008" y="79951"/>
                  </a:cubicBezTo>
                  <a:cubicBezTo>
                    <a:pt x="1069745" y="84205"/>
                    <a:pt x="1074416" y="86332"/>
                    <a:pt x="1080093" y="86332"/>
                  </a:cubicBezTo>
                  <a:cubicBezTo>
                    <a:pt x="1085770" y="86332"/>
                    <a:pt x="1090441" y="84184"/>
                    <a:pt x="1094178" y="79893"/>
                  </a:cubicBezTo>
                  <a:cubicBezTo>
                    <a:pt x="1097986" y="75596"/>
                    <a:pt x="1099854" y="69050"/>
                    <a:pt x="1099854" y="60247"/>
                  </a:cubicBezTo>
                  <a:cubicBezTo>
                    <a:pt x="1099854" y="51954"/>
                    <a:pt x="1097915" y="45681"/>
                    <a:pt x="1094178" y="41427"/>
                  </a:cubicBezTo>
                  <a:cubicBezTo>
                    <a:pt x="1090369" y="37130"/>
                    <a:pt x="1085698" y="34989"/>
                    <a:pt x="1080093" y="34989"/>
                  </a:cubicBezTo>
                  <a:cubicBezTo>
                    <a:pt x="1074416" y="34989"/>
                    <a:pt x="1069745" y="37116"/>
                    <a:pt x="1066008" y="41362"/>
                  </a:cubicBezTo>
                  <a:cubicBezTo>
                    <a:pt x="1062200" y="45617"/>
                    <a:pt x="1060331" y="52041"/>
                    <a:pt x="1060331" y="60628"/>
                  </a:cubicBezTo>
                  <a:close/>
                  <a:moveTo>
                    <a:pt x="1124790" y="94165"/>
                  </a:moveTo>
                  <a:lnTo>
                    <a:pt x="1124790" y="27091"/>
                  </a:lnTo>
                  <a:lnTo>
                    <a:pt x="1134993" y="27091"/>
                  </a:lnTo>
                  <a:lnTo>
                    <a:pt x="1134993" y="37259"/>
                  </a:lnTo>
                  <a:cubicBezTo>
                    <a:pt x="1137652" y="32502"/>
                    <a:pt x="1140024" y="29362"/>
                    <a:pt x="1142179" y="27846"/>
                  </a:cubicBezTo>
                  <a:cubicBezTo>
                    <a:pt x="1144407" y="26337"/>
                    <a:pt x="1146850" y="25575"/>
                    <a:pt x="1149509" y="25575"/>
                  </a:cubicBezTo>
                  <a:cubicBezTo>
                    <a:pt x="1153390" y="25575"/>
                    <a:pt x="1157271" y="26796"/>
                    <a:pt x="1161222" y="29240"/>
                  </a:cubicBezTo>
                  <a:lnTo>
                    <a:pt x="1157271" y="39789"/>
                  </a:lnTo>
                  <a:cubicBezTo>
                    <a:pt x="1154540" y="38143"/>
                    <a:pt x="1151737" y="37324"/>
                    <a:pt x="1148935" y="37324"/>
                  </a:cubicBezTo>
                  <a:cubicBezTo>
                    <a:pt x="1146492" y="37324"/>
                    <a:pt x="1144264" y="38078"/>
                    <a:pt x="1142251" y="39595"/>
                  </a:cubicBezTo>
                  <a:cubicBezTo>
                    <a:pt x="1140311" y="41068"/>
                    <a:pt x="1138874" y="43130"/>
                    <a:pt x="1138012" y="45789"/>
                  </a:cubicBezTo>
                  <a:cubicBezTo>
                    <a:pt x="1136790" y="49828"/>
                    <a:pt x="1136143" y="54247"/>
                    <a:pt x="1136143" y="59047"/>
                  </a:cubicBezTo>
                  <a:lnTo>
                    <a:pt x="1136143" y="94165"/>
                  </a:lnTo>
                  <a:lnTo>
                    <a:pt x="1124790" y="94165"/>
                  </a:lnTo>
                  <a:close/>
                  <a:moveTo>
                    <a:pt x="1211524" y="94165"/>
                  </a:moveTo>
                  <a:lnTo>
                    <a:pt x="1211524" y="85700"/>
                  </a:lnTo>
                  <a:cubicBezTo>
                    <a:pt x="1207213" y="92354"/>
                    <a:pt x="1200961" y="95681"/>
                    <a:pt x="1192769" y="95681"/>
                  </a:cubicBezTo>
                  <a:cubicBezTo>
                    <a:pt x="1187379" y="95681"/>
                    <a:pt x="1182493" y="94208"/>
                    <a:pt x="1177965" y="91262"/>
                  </a:cubicBezTo>
                  <a:cubicBezTo>
                    <a:pt x="1173510" y="88315"/>
                    <a:pt x="1169989" y="84205"/>
                    <a:pt x="1167546" y="78945"/>
                  </a:cubicBezTo>
                  <a:cubicBezTo>
                    <a:pt x="1165103" y="73642"/>
                    <a:pt x="1163881" y="67555"/>
                    <a:pt x="1163881" y="60693"/>
                  </a:cubicBezTo>
                  <a:cubicBezTo>
                    <a:pt x="1163881" y="53995"/>
                    <a:pt x="1164959" y="47930"/>
                    <a:pt x="1167186" y="42505"/>
                  </a:cubicBezTo>
                  <a:cubicBezTo>
                    <a:pt x="1169414" y="37029"/>
                    <a:pt x="1172792" y="32840"/>
                    <a:pt x="1177247" y="29937"/>
                  </a:cubicBezTo>
                  <a:cubicBezTo>
                    <a:pt x="1181702" y="27027"/>
                    <a:pt x="1186733" y="25575"/>
                    <a:pt x="1192194" y="25575"/>
                  </a:cubicBezTo>
                  <a:cubicBezTo>
                    <a:pt x="1196290" y="25575"/>
                    <a:pt x="1199883" y="26437"/>
                    <a:pt x="1203045" y="28162"/>
                  </a:cubicBezTo>
                  <a:cubicBezTo>
                    <a:pt x="1206207" y="29850"/>
                    <a:pt x="1208721" y="32057"/>
                    <a:pt x="1210734" y="34794"/>
                  </a:cubicBezTo>
                  <a:lnTo>
                    <a:pt x="1210734" y="1574"/>
                  </a:lnTo>
                  <a:lnTo>
                    <a:pt x="1222015" y="1574"/>
                  </a:lnTo>
                  <a:lnTo>
                    <a:pt x="1222015" y="94165"/>
                  </a:lnTo>
                  <a:lnTo>
                    <a:pt x="1211524" y="94165"/>
                  </a:lnTo>
                  <a:close/>
                  <a:moveTo>
                    <a:pt x="1175522" y="60693"/>
                  </a:moveTo>
                  <a:cubicBezTo>
                    <a:pt x="1175522" y="69280"/>
                    <a:pt x="1177391" y="75704"/>
                    <a:pt x="1180984" y="79951"/>
                  </a:cubicBezTo>
                  <a:cubicBezTo>
                    <a:pt x="1184577" y="84205"/>
                    <a:pt x="1188888" y="86332"/>
                    <a:pt x="1193775" y="86332"/>
                  </a:cubicBezTo>
                  <a:cubicBezTo>
                    <a:pt x="1198805" y="86332"/>
                    <a:pt x="1202973" y="84313"/>
                    <a:pt x="1206422" y="80267"/>
                  </a:cubicBezTo>
                  <a:cubicBezTo>
                    <a:pt x="1209943" y="76185"/>
                    <a:pt x="1211668" y="69977"/>
                    <a:pt x="1211668" y="61641"/>
                  </a:cubicBezTo>
                  <a:cubicBezTo>
                    <a:pt x="1211668" y="52457"/>
                    <a:pt x="1209943" y="45724"/>
                    <a:pt x="1206350" y="41427"/>
                  </a:cubicBezTo>
                  <a:cubicBezTo>
                    <a:pt x="1202829" y="37130"/>
                    <a:pt x="1198446" y="34989"/>
                    <a:pt x="1193271" y="34989"/>
                  </a:cubicBezTo>
                  <a:cubicBezTo>
                    <a:pt x="1188242" y="34989"/>
                    <a:pt x="1184002" y="37051"/>
                    <a:pt x="1180625" y="41176"/>
                  </a:cubicBezTo>
                  <a:cubicBezTo>
                    <a:pt x="1177247" y="45300"/>
                    <a:pt x="1175522" y="51803"/>
                    <a:pt x="1175522" y="60693"/>
                  </a:cubicBezTo>
                  <a:close/>
                  <a:moveTo>
                    <a:pt x="1235453" y="74145"/>
                  </a:moveTo>
                  <a:lnTo>
                    <a:pt x="1246664" y="72377"/>
                  </a:lnTo>
                  <a:cubicBezTo>
                    <a:pt x="1247310" y="76882"/>
                    <a:pt x="1249035" y="80332"/>
                    <a:pt x="1251909" y="82732"/>
                  </a:cubicBezTo>
                  <a:cubicBezTo>
                    <a:pt x="1254784" y="85132"/>
                    <a:pt x="1258879" y="86332"/>
                    <a:pt x="1264054" y="86332"/>
                  </a:cubicBezTo>
                  <a:cubicBezTo>
                    <a:pt x="1269228" y="86332"/>
                    <a:pt x="1273108" y="85283"/>
                    <a:pt x="1275695" y="83178"/>
                  </a:cubicBezTo>
                  <a:cubicBezTo>
                    <a:pt x="1278210" y="81029"/>
                    <a:pt x="1279432" y="78521"/>
                    <a:pt x="1279432" y="75661"/>
                  </a:cubicBezTo>
                  <a:cubicBezTo>
                    <a:pt x="1279432" y="73089"/>
                    <a:pt x="1278354" y="71069"/>
                    <a:pt x="1276126" y="69596"/>
                  </a:cubicBezTo>
                  <a:cubicBezTo>
                    <a:pt x="1274545" y="68583"/>
                    <a:pt x="1270664" y="67304"/>
                    <a:pt x="1264485" y="65744"/>
                  </a:cubicBezTo>
                  <a:cubicBezTo>
                    <a:pt x="1256149" y="63639"/>
                    <a:pt x="1250328" y="61828"/>
                    <a:pt x="1247095" y="60312"/>
                  </a:cubicBezTo>
                  <a:cubicBezTo>
                    <a:pt x="1243933" y="58753"/>
                    <a:pt x="1241490" y="56625"/>
                    <a:pt x="1239765" y="53931"/>
                  </a:cubicBezTo>
                  <a:cubicBezTo>
                    <a:pt x="1238113" y="51200"/>
                    <a:pt x="1237321" y="48189"/>
                    <a:pt x="1237321" y="44905"/>
                  </a:cubicBezTo>
                  <a:cubicBezTo>
                    <a:pt x="1237321" y="41916"/>
                    <a:pt x="1237969" y="39156"/>
                    <a:pt x="1239334" y="36627"/>
                  </a:cubicBezTo>
                  <a:cubicBezTo>
                    <a:pt x="1240700" y="34061"/>
                    <a:pt x="1242639" y="31934"/>
                    <a:pt x="1244939" y="30246"/>
                  </a:cubicBezTo>
                  <a:cubicBezTo>
                    <a:pt x="1246735" y="28945"/>
                    <a:pt x="1249107" y="27846"/>
                    <a:pt x="1252197" y="26962"/>
                  </a:cubicBezTo>
                  <a:cubicBezTo>
                    <a:pt x="1255214" y="26042"/>
                    <a:pt x="1258521" y="25575"/>
                    <a:pt x="1262042" y="25575"/>
                  </a:cubicBezTo>
                  <a:cubicBezTo>
                    <a:pt x="1267287" y="25575"/>
                    <a:pt x="1271886" y="26337"/>
                    <a:pt x="1275839" y="27846"/>
                  </a:cubicBezTo>
                  <a:cubicBezTo>
                    <a:pt x="1279863" y="29362"/>
                    <a:pt x="1282809" y="31431"/>
                    <a:pt x="1284678" y="34040"/>
                  </a:cubicBezTo>
                  <a:cubicBezTo>
                    <a:pt x="1286618" y="36605"/>
                    <a:pt x="1287911" y="40062"/>
                    <a:pt x="1288629" y="44395"/>
                  </a:cubicBezTo>
                  <a:lnTo>
                    <a:pt x="1277492" y="45911"/>
                  </a:lnTo>
                  <a:cubicBezTo>
                    <a:pt x="1276988" y="42462"/>
                    <a:pt x="1275479" y="39767"/>
                    <a:pt x="1273036" y="37827"/>
                  </a:cubicBezTo>
                  <a:cubicBezTo>
                    <a:pt x="1270664" y="35894"/>
                    <a:pt x="1267287" y="34924"/>
                    <a:pt x="1262832" y="34924"/>
                  </a:cubicBezTo>
                  <a:cubicBezTo>
                    <a:pt x="1257586" y="34924"/>
                    <a:pt x="1253921" y="35786"/>
                    <a:pt x="1251693" y="37511"/>
                  </a:cubicBezTo>
                  <a:cubicBezTo>
                    <a:pt x="1249394" y="39235"/>
                    <a:pt x="1248316" y="41262"/>
                    <a:pt x="1248316" y="43576"/>
                  </a:cubicBezTo>
                  <a:cubicBezTo>
                    <a:pt x="1248316" y="45049"/>
                    <a:pt x="1248748" y="46378"/>
                    <a:pt x="1249682" y="47557"/>
                  </a:cubicBezTo>
                  <a:cubicBezTo>
                    <a:pt x="1250616" y="48778"/>
                    <a:pt x="1252053" y="49784"/>
                    <a:pt x="1254065" y="50589"/>
                  </a:cubicBezTo>
                  <a:cubicBezTo>
                    <a:pt x="1255214" y="51006"/>
                    <a:pt x="1258521" y="51976"/>
                    <a:pt x="1264126" y="53493"/>
                  </a:cubicBezTo>
                  <a:cubicBezTo>
                    <a:pt x="1272174" y="55641"/>
                    <a:pt x="1277778" y="57409"/>
                    <a:pt x="1280869" y="58796"/>
                  </a:cubicBezTo>
                  <a:cubicBezTo>
                    <a:pt x="1284102" y="60146"/>
                    <a:pt x="1286618" y="62123"/>
                    <a:pt x="1288414" y="64731"/>
                  </a:cubicBezTo>
                  <a:cubicBezTo>
                    <a:pt x="1290211" y="67347"/>
                    <a:pt x="1291144" y="70588"/>
                    <a:pt x="1291144" y="74461"/>
                  </a:cubicBezTo>
                  <a:cubicBezTo>
                    <a:pt x="1291144" y="78248"/>
                    <a:pt x="1289995" y="81827"/>
                    <a:pt x="1287767" y="85197"/>
                  </a:cubicBezTo>
                  <a:cubicBezTo>
                    <a:pt x="1285612" y="88524"/>
                    <a:pt x="1282449" y="91111"/>
                    <a:pt x="1278282" y="92965"/>
                  </a:cubicBezTo>
                  <a:cubicBezTo>
                    <a:pt x="1274114" y="94776"/>
                    <a:pt x="1269371" y="95681"/>
                    <a:pt x="1264126" y="95681"/>
                  </a:cubicBezTo>
                  <a:cubicBezTo>
                    <a:pt x="1255358" y="95681"/>
                    <a:pt x="1248748" y="93870"/>
                    <a:pt x="1244149" y="90249"/>
                  </a:cubicBezTo>
                  <a:cubicBezTo>
                    <a:pt x="1239621" y="86627"/>
                    <a:pt x="1236675" y="81259"/>
                    <a:pt x="1235453" y="74145"/>
                  </a:cubicBezTo>
                  <a:close/>
                </a:path>
              </a:pathLst>
            </a:custGeom>
            <a:solidFill>
              <a:srgbClr val="888888"/>
            </a:solidFill>
            <a:ln w="7183" cap="flat">
              <a:noFill/>
              <a:prstDash val="solid"/>
              <a:miter/>
            </a:ln>
          </p:spPr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DE20BC5-5949-E233-65BA-D8682C32EEE0}"/>
                </a:ext>
              </a:extLst>
            </p:cNvPr>
            <p:cNvSpPr/>
            <p:nvPr/>
          </p:nvSpPr>
          <p:spPr>
            <a:xfrm>
              <a:off x="7679294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CAB6C87-1288-E267-2766-51BC988297E4}"/>
                </a:ext>
              </a:extLst>
            </p:cNvPr>
            <p:cNvSpPr/>
            <p:nvPr/>
          </p:nvSpPr>
          <p:spPr>
            <a:xfrm>
              <a:off x="7792444" y="5550915"/>
              <a:ext cx="60124" cy="94552"/>
            </a:xfrm>
            <a:custGeom>
              <a:avLst/>
              <a:gdLst>
                <a:gd name="csX0" fmla="*/ 30066 w 60124"/>
                <a:gd name="csY0" fmla="*/ 0 h 94552"/>
                <a:gd name="csX1" fmla="*/ 51093 w 60124"/>
                <a:gd name="csY1" fmla="*/ 9600 h 94552"/>
                <a:gd name="csX2" fmla="*/ 60125 w 60124"/>
                <a:gd name="csY2" fmla="*/ 47312 h 94552"/>
                <a:gd name="csX3" fmla="*/ 51035 w 60124"/>
                <a:gd name="csY3" fmla="*/ 85075 h 94552"/>
                <a:gd name="csX4" fmla="*/ 30066 w 60124"/>
                <a:gd name="csY4" fmla="*/ 94553 h 94552"/>
                <a:gd name="csX5" fmla="*/ 8271 w 60124"/>
                <a:gd name="csY5" fmla="*/ 84191 h 94552"/>
                <a:gd name="csX6" fmla="*/ 0 w 60124"/>
                <a:gd name="csY6" fmla="*/ 47118 h 94552"/>
                <a:gd name="csX7" fmla="*/ 9098 w 60124"/>
                <a:gd name="csY7" fmla="*/ 9478 h 94552"/>
                <a:gd name="csX8" fmla="*/ 30066 w 60124"/>
                <a:gd name="csY8" fmla="*/ 0 h 94552"/>
                <a:gd name="csX9" fmla="*/ 30066 w 60124"/>
                <a:gd name="csY9" fmla="*/ 14717 h 94552"/>
                <a:gd name="csX10" fmla="*/ 24318 w 60124"/>
                <a:gd name="csY10" fmla="*/ 16801 h 94552"/>
                <a:gd name="csX11" fmla="*/ 20401 w 60124"/>
                <a:gd name="csY11" fmla="*/ 24130 h 94552"/>
                <a:gd name="csX12" fmla="*/ 18569 w 60124"/>
                <a:gd name="csY12" fmla="*/ 47312 h 94552"/>
                <a:gd name="csX13" fmla="*/ 20214 w 60124"/>
                <a:gd name="csY13" fmla="*/ 69732 h 94552"/>
                <a:gd name="csX14" fmla="*/ 24318 w 60124"/>
                <a:gd name="csY14" fmla="*/ 77817 h 94552"/>
                <a:gd name="csX15" fmla="*/ 30066 w 60124"/>
                <a:gd name="csY15" fmla="*/ 79836 h 94552"/>
                <a:gd name="csX16" fmla="*/ 35808 w 60124"/>
                <a:gd name="csY16" fmla="*/ 77817 h 94552"/>
                <a:gd name="csX17" fmla="*/ 39724 w 60124"/>
                <a:gd name="csY17" fmla="*/ 70422 h 94552"/>
                <a:gd name="csX18" fmla="*/ 41557 w 60124"/>
                <a:gd name="csY18" fmla="*/ 47312 h 94552"/>
                <a:gd name="csX19" fmla="*/ 39918 w 60124"/>
                <a:gd name="csY19" fmla="*/ 24950 h 94552"/>
                <a:gd name="csX20" fmla="*/ 35750 w 60124"/>
                <a:gd name="csY20" fmla="*/ 16801 h 94552"/>
                <a:gd name="csX21" fmla="*/ 30066 w 60124"/>
                <a:gd name="csY21" fmla="*/ 14717 h 94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0124" h="94552">
                  <a:moveTo>
                    <a:pt x="30066" y="0"/>
                  </a:moveTo>
                  <a:cubicBezTo>
                    <a:pt x="39034" y="0"/>
                    <a:pt x="46041" y="3205"/>
                    <a:pt x="51093" y="9600"/>
                  </a:cubicBezTo>
                  <a:cubicBezTo>
                    <a:pt x="57114" y="17182"/>
                    <a:pt x="60125" y="29750"/>
                    <a:pt x="60125" y="47312"/>
                  </a:cubicBezTo>
                  <a:cubicBezTo>
                    <a:pt x="60125" y="64825"/>
                    <a:pt x="57093" y="77414"/>
                    <a:pt x="51035" y="85075"/>
                  </a:cubicBezTo>
                  <a:cubicBezTo>
                    <a:pt x="46019" y="91391"/>
                    <a:pt x="39034" y="94553"/>
                    <a:pt x="30066" y="94553"/>
                  </a:cubicBezTo>
                  <a:cubicBezTo>
                    <a:pt x="21055" y="94553"/>
                    <a:pt x="13790" y="91096"/>
                    <a:pt x="8271" y="84191"/>
                  </a:cubicBezTo>
                  <a:cubicBezTo>
                    <a:pt x="2760" y="77249"/>
                    <a:pt x="0" y="64889"/>
                    <a:pt x="0" y="47118"/>
                  </a:cubicBezTo>
                  <a:cubicBezTo>
                    <a:pt x="0" y="29685"/>
                    <a:pt x="3033" y="17139"/>
                    <a:pt x="9098" y="9478"/>
                  </a:cubicBezTo>
                  <a:cubicBezTo>
                    <a:pt x="14106" y="3162"/>
                    <a:pt x="21098" y="0"/>
                    <a:pt x="30066" y="0"/>
                  </a:cubicBezTo>
                  <a:close/>
                  <a:moveTo>
                    <a:pt x="30066" y="14717"/>
                  </a:moveTo>
                  <a:cubicBezTo>
                    <a:pt x="27918" y="14717"/>
                    <a:pt x="25999" y="15414"/>
                    <a:pt x="24318" y="16801"/>
                  </a:cubicBezTo>
                  <a:cubicBezTo>
                    <a:pt x="22636" y="18152"/>
                    <a:pt x="21328" y="20595"/>
                    <a:pt x="20401" y="24130"/>
                  </a:cubicBezTo>
                  <a:cubicBezTo>
                    <a:pt x="19179" y="28722"/>
                    <a:pt x="18569" y="36447"/>
                    <a:pt x="18569" y="47312"/>
                  </a:cubicBezTo>
                  <a:cubicBezTo>
                    <a:pt x="18569" y="58170"/>
                    <a:pt x="19115" y="65644"/>
                    <a:pt x="20214" y="69732"/>
                  </a:cubicBezTo>
                  <a:cubicBezTo>
                    <a:pt x="21307" y="73771"/>
                    <a:pt x="22672" y="76466"/>
                    <a:pt x="24318" y="77817"/>
                  </a:cubicBezTo>
                  <a:cubicBezTo>
                    <a:pt x="25999" y="79160"/>
                    <a:pt x="27918" y="79836"/>
                    <a:pt x="30066" y="79836"/>
                  </a:cubicBezTo>
                  <a:cubicBezTo>
                    <a:pt x="32215" y="79836"/>
                    <a:pt x="34126" y="79160"/>
                    <a:pt x="35808" y="77817"/>
                  </a:cubicBezTo>
                  <a:cubicBezTo>
                    <a:pt x="37496" y="76423"/>
                    <a:pt x="38804" y="73958"/>
                    <a:pt x="39724" y="70422"/>
                  </a:cubicBezTo>
                  <a:cubicBezTo>
                    <a:pt x="40946" y="65874"/>
                    <a:pt x="41557" y="58170"/>
                    <a:pt x="41557" y="47312"/>
                  </a:cubicBezTo>
                  <a:cubicBezTo>
                    <a:pt x="41557" y="36447"/>
                    <a:pt x="41010" y="28995"/>
                    <a:pt x="39918" y="24950"/>
                  </a:cubicBezTo>
                  <a:cubicBezTo>
                    <a:pt x="38819" y="20868"/>
                    <a:pt x="37432" y="18152"/>
                    <a:pt x="35750" y="16801"/>
                  </a:cubicBezTo>
                  <a:cubicBezTo>
                    <a:pt x="34105" y="15414"/>
                    <a:pt x="32215" y="14717"/>
                    <a:pt x="30066" y="14717"/>
                  </a:cubicBez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33FB370-53D0-DCCA-2F3B-17874F8570A9}"/>
                </a:ext>
              </a:extLst>
            </p:cNvPr>
            <p:cNvSpPr/>
            <p:nvPr/>
          </p:nvSpPr>
          <p:spPr>
            <a:xfrm>
              <a:off x="7966732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4B287AD-1B24-3DC0-998E-B087C7F316CB}"/>
                </a:ext>
              </a:extLst>
            </p:cNvPr>
            <p:cNvSpPr/>
            <p:nvPr/>
          </p:nvSpPr>
          <p:spPr>
            <a:xfrm>
              <a:off x="8084682" y="5550915"/>
              <a:ext cx="40672" cy="92971"/>
            </a:xfrm>
            <a:custGeom>
              <a:avLst/>
              <a:gdLst>
                <a:gd name="csX0" fmla="*/ 40672 w 40672"/>
                <a:gd name="csY0" fmla="*/ 92972 h 92971"/>
                <a:gd name="csX1" fmla="*/ 22923 w 40672"/>
                <a:gd name="csY1" fmla="*/ 92972 h 92971"/>
                <a:gd name="csX2" fmla="*/ 22923 w 40672"/>
                <a:gd name="csY2" fmla="*/ 26085 h 92971"/>
                <a:gd name="csX3" fmla="*/ 0 w 40672"/>
                <a:gd name="csY3" fmla="*/ 39537 h 92971"/>
                <a:gd name="csX4" fmla="*/ 0 w 40672"/>
                <a:gd name="csY4" fmla="*/ 23433 h 92971"/>
                <a:gd name="csX5" fmla="*/ 15098 w 40672"/>
                <a:gd name="csY5" fmla="*/ 14846 h 92971"/>
                <a:gd name="csX6" fmla="*/ 26272 w 40672"/>
                <a:gd name="csY6" fmla="*/ 0 h 92971"/>
                <a:gd name="csX7" fmla="*/ 40672 w 40672"/>
                <a:gd name="csY7" fmla="*/ 0 h 92971"/>
                <a:gd name="csX8" fmla="*/ 40672 w 40672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2" h="92971">
                  <a:moveTo>
                    <a:pt x="40672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42" y="32150"/>
                    <a:pt x="8803" y="36634"/>
                    <a:pt x="0" y="39537"/>
                  </a:cubicBezTo>
                  <a:lnTo>
                    <a:pt x="0" y="23433"/>
                  </a:lnTo>
                  <a:cubicBezTo>
                    <a:pt x="4635" y="21917"/>
                    <a:pt x="9665" y="19057"/>
                    <a:pt x="15098" y="14846"/>
                  </a:cubicBezTo>
                  <a:cubicBezTo>
                    <a:pt x="20530" y="10592"/>
                    <a:pt x="24253" y="5648"/>
                    <a:pt x="26272" y="0"/>
                  </a:cubicBezTo>
                  <a:lnTo>
                    <a:pt x="40672" y="0"/>
                  </a:lnTo>
                  <a:lnTo>
                    <a:pt x="40672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BF5C48A-365F-3926-A206-95DCFBB84E0D}"/>
                </a:ext>
              </a:extLst>
            </p:cNvPr>
            <p:cNvSpPr/>
            <p:nvPr/>
          </p:nvSpPr>
          <p:spPr>
            <a:xfrm>
              <a:off x="8254170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75F7C7B-A915-D65B-6654-D45CE8DEC655}"/>
                </a:ext>
              </a:extLst>
            </p:cNvPr>
            <p:cNvSpPr/>
            <p:nvPr/>
          </p:nvSpPr>
          <p:spPr>
            <a:xfrm>
              <a:off x="8367320" y="5550915"/>
              <a:ext cx="60124" cy="94552"/>
            </a:xfrm>
            <a:custGeom>
              <a:avLst/>
              <a:gdLst>
                <a:gd name="csX0" fmla="*/ 30066 w 60124"/>
                <a:gd name="csY0" fmla="*/ 0 h 94552"/>
                <a:gd name="csX1" fmla="*/ 51093 w 60124"/>
                <a:gd name="csY1" fmla="*/ 9600 h 94552"/>
                <a:gd name="csX2" fmla="*/ 60125 w 60124"/>
                <a:gd name="csY2" fmla="*/ 47312 h 94552"/>
                <a:gd name="csX3" fmla="*/ 51035 w 60124"/>
                <a:gd name="csY3" fmla="*/ 85075 h 94552"/>
                <a:gd name="csX4" fmla="*/ 30066 w 60124"/>
                <a:gd name="csY4" fmla="*/ 94553 h 94552"/>
                <a:gd name="csX5" fmla="*/ 8271 w 60124"/>
                <a:gd name="csY5" fmla="*/ 84191 h 94552"/>
                <a:gd name="csX6" fmla="*/ 0 w 60124"/>
                <a:gd name="csY6" fmla="*/ 47118 h 94552"/>
                <a:gd name="csX7" fmla="*/ 9098 w 60124"/>
                <a:gd name="csY7" fmla="*/ 9478 h 94552"/>
                <a:gd name="csX8" fmla="*/ 30066 w 60124"/>
                <a:gd name="csY8" fmla="*/ 0 h 94552"/>
                <a:gd name="csX9" fmla="*/ 30066 w 60124"/>
                <a:gd name="csY9" fmla="*/ 14717 h 94552"/>
                <a:gd name="csX10" fmla="*/ 24318 w 60124"/>
                <a:gd name="csY10" fmla="*/ 16801 h 94552"/>
                <a:gd name="csX11" fmla="*/ 20401 w 60124"/>
                <a:gd name="csY11" fmla="*/ 24130 h 94552"/>
                <a:gd name="csX12" fmla="*/ 18569 w 60124"/>
                <a:gd name="csY12" fmla="*/ 47312 h 94552"/>
                <a:gd name="csX13" fmla="*/ 20214 w 60124"/>
                <a:gd name="csY13" fmla="*/ 69732 h 94552"/>
                <a:gd name="csX14" fmla="*/ 24318 w 60124"/>
                <a:gd name="csY14" fmla="*/ 77817 h 94552"/>
                <a:gd name="csX15" fmla="*/ 30066 w 60124"/>
                <a:gd name="csY15" fmla="*/ 79836 h 94552"/>
                <a:gd name="csX16" fmla="*/ 35808 w 60124"/>
                <a:gd name="csY16" fmla="*/ 77817 h 94552"/>
                <a:gd name="csX17" fmla="*/ 39724 w 60124"/>
                <a:gd name="csY17" fmla="*/ 70422 h 94552"/>
                <a:gd name="csX18" fmla="*/ 41557 w 60124"/>
                <a:gd name="csY18" fmla="*/ 47312 h 94552"/>
                <a:gd name="csX19" fmla="*/ 39918 w 60124"/>
                <a:gd name="csY19" fmla="*/ 24950 h 94552"/>
                <a:gd name="csX20" fmla="*/ 35750 w 60124"/>
                <a:gd name="csY20" fmla="*/ 16801 h 94552"/>
                <a:gd name="csX21" fmla="*/ 30066 w 60124"/>
                <a:gd name="csY21" fmla="*/ 14717 h 94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0124" h="94552">
                  <a:moveTo>
                    <a:pt x="30066" y="0"/>
                  </a:moveTo>
                  <a:cubicBezTo>
                    <a:pt x="39034" y="0"/>
                    <a:pt x="46041" y="3205"/>
                    <a:pt x="51093" y="9600"/>
                  </a:cubicBezTo>
                  <a:cubicBezTo>
                    <a:pt x="57114" y="17182"/>
                    <a:pt x="60125" y="29750"/>
                    <a:pt x="60125" y="47312"/>
                  </a:cubicBezTo>
                  <a:cubicBezTo>
                    <a:pt x="60125" y="64825"/>
                    <a:pt x="57093" y="77414"/>
                    <a:pt x="51035" y="85075"/>
                  </a:cubicBezTo>
                  <a:cubicBezTo>
                    <a:pt x="46019" y="91391"/>
                    <a:pt x="39034" y="94553"/>
                    <a:pt x="30066" y="94553"/>
                  </a:cubicBezTo>
                  <a:cubicBezTo>
                    <a:pt x="21055" y="94553"/>
                    <a:pt x="13790" y="91096"/>
                    <a:pt x="8271" y="84191"/>
                  </a:cubicBezTo>
                  <a:cubicBezTo>
                    <a:pt x="2760" y="77249"/>
                    <a:pt x="0" y="64889"/>
                    <a:pt x="0" y="47118"/>
                  </a:cubicBezTo>
                  <a:cubicBezTo>
                    <a:pt x="0" y="29685"/>
                    <a:pt x="3033" y="17139"/>
                    <a:pt x="9098" y="9478"/>
                  </a:cubicBezTo>
                  <a:cubicBezTo>
                    <a:pt x="14106" y="3162"/>
                    <a:pt x="21098" y="0"/>
                    <a:pt x="30066" y="0"/>
                  </a:cubicBezTo>
                  <a:close/>
                  <a:moveTo>
                    <a:pt x="30066" y="14717"/>
                  </a:moveTo>
                  <a:cubicBezTo>
                    <a:pt x="27918" y="14717"/>
                    <a:pt x="25999" y="15414"/>
                    <a:pt x="24318" y="16801"/>
                  </a:cubicBezTo>
                  <a:cubicBezTo>
                    <a:pt x="22636" y="18152"/>
                    <a:pt x="21328" y="20595"/>
                    <a:pt x="20401" y="24130"/>
                  </a:cubicBezTo>
                  <a:cubicBezTo>
                    <a:pt x="19179" y="28722"/>
                    <a:pt x="18569" y="36447"/>
                    <a:pt x="18569" y="47312"/>
                  </a:cubicBezTo>
                  <a:cubicBezTo>
                    <a:pt x="18569" y="58170"/>
                    <a:pt x="19115" y="65644"/>
                    <a:pt x="20214" y="69732"/>
                  </a:cubicBezTo>
                  <a:cubicBezTo>
                    <a:pt x="21307" y="73771"/>
                    <a:pt x="22672" y="76466"/>
                    <a:pt x="24318" y="77817"/>
                  </a:cubicBezTo>
                  <a:cubicBezTo>
                    <a:pt x="25999" y="79160"/>
                    <a:pt x="27918" y="79836"/>
                    <a:pt x="30066" y="79836"/>
                  </a:cubicBezTo>
                  <a:cubicBezTo>
                    <a:pt x="32215" y="79836"/>
                    <a:pt x="34126" y="79160"/>
                    <a:pt x="35808" y="77817"/>
                  </a:cubicBezTo>
                  <a:cubicBezTo>
                    <a:pt x="37496" y="76423"/>
                    <a:pt x="38804" y="73958"/>
                    <a:pt x="39724" y="70422"/>
                  </a:cubicBezTo>
                  <a:cubicBezTo>
                    <a:pt x="40946" y="65874"/>
                    <a:pt x="41557" y="58170"/>
                    <a:pt x="41557" y="47312"/>
                  </a:cubicBezTo>
                  <a:cubicBezTo>
                    <a:pt x="41557" y="36447"/>
                    <a:pt x="41010" y="28995"/>
                    <a:pt x="39918" y="24950"/>
                  </a:cubicBezTo>
                  <a:cubicBezTo>
                    <a:pt x="38819" y="20868"/>
                    <a:pt x="37432" y="18152"/>
                    <a:pt x="35750" y="16801"/>
                  </a:cubicBezTo>
                  <a:cubicBezTo>
                    <a:pt x="34105" y="15414"/>
                    <a:pt x="32215" y="14717"/>
                    <a:pt x="30066" y="14717"/>
                  </a:cubicBez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17DD7D-F6F4-E395-A272-674B3A3DA89A}"/>
                </a:ext>
              </a:extLst>
            </p:cNvPr>
            <p:cNvSpPr/>
            <p:nvPr/>
          </p:nvSpPr>
          <p:spPr>
            <a:xfrm>
              <a:off x="8541609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9029446-6E73-6605-2453-0B7DFEF18879}"/>
                </a:ext>
              </a:extLst>
            </p:cNvPr>
            <p:cNvSpPr/>
            <p:nvPr/>
          </p:nvSpPr>
          <p:spPr>
            <a:xfrm>
              <a:off x="8659559" y="5550915"/>
              <a:ext cx="40672" cy="92971"/>
            </a:xfrm>
            <a:custGeom>
              <a:avLst/>
              <a:gdLst>
                <a:gd name="csX0" fmla="*/ 40672 w 40672"/>
                <a:gd name="csY0" fmla="*/ 92972 h 92971"/>
                <a:gd name="csX1" fmla="*/ 22923 w 40672"/>
                <a:gd name="csY1" fmla="*/ 92972 h 92971"/>
                <a:gd name="csX2" fmla="*/ 22923 w 40672"/>
                <a:gd name="csY2" fmla="*/ 26085 h 92971"/>
                <a:gd name="csX3" fmla="*/ 0 w 40672"/>
                <a:gd name="csY3" fmla="*/ 39537 h 92971"/>
                <a:gd name="csX4" fmla="*/ 0 w 40672"/>
                <a:gd name="csY4" fmla="*/ 23433 h 92971"/>
                <a:gd name="csX5" fmla="*/ 15098 w 40672"/>
                <a:gd name="csY5" fmla="*/ 14846 h 92971"/>
                <a:gd name="csX6" fmla="*/ 26272 w 40672"/>
                <a:gd name="csY6" fmla="*/ 0 h 92971"/>
                <a:gd name="csX7" fmla="*/ 40672 w 40672"/>
                <a:gd name="csY7" fmla="*/ 0 h 92971"/>
                <a:gd name="csX8" fmla="*/ 40672 w 40672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2" h="92971">
                  <a:moveTo>
                    <a:pt x="40672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42" y="32150"/>
                    <a:pt x="8803" y="36634"/>
                    <a:pt x="0" y="39537"/>
                  </a:cubicBezTo>
                  <a:lnTo>
                    <a:pt x="0" y="23433"/>
                  </a:lnTo>
                  <a:cubicBezTo>
                    <a:pt x="4635" y="21917"/>
                    <a:pt x="9665" y="19057"/>
                    <a:pt x="15098" y="14846"/>
                  </a:cubicBezTo>
                  <a:cubicBezTo>
                    <a:pt x="20530" y="10592"/>
                    <a:pt x="24253" y="5648"/>
                    <a:pt x="26272" y="0"/>
                  </a:cubicBezTo>
                  <a:lnTo>
                    <a:pt x="40672" y="0"/>
                  </a:lnTo>
                  <a:lnTo>
                    <a:pt x="40672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2671626-EC71-2440-2FA7-D35BD479B573}"/>
                </a:ext>
              </a:extLst>
            </p:cNvPr>
            <p:cNvSpPr/>
            <p:nvPr/>
          </p:nvSpPr>
          <p:spPr>
            <a:xfrm>
              <a:off x="8829047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B3A800F-E41B-3F53-4ECF-744A632AF8DC}"/>
                </a:ext>
              </a:extLst>
            </p:cNvPr>
            <p:cNvSpPr/>
            <p:nvPr/>
          </p:nvSpPr>
          <p:spPr>
            <a:xfrm>
              <a:off x="8942226" y="5550915"/>
              <a:ext cx="60074" cy="94552"/>
            </a:xfrm>
            <a:custGeom>
              <a:avLst/>
              <a:gdLst>
                <a:gd name="csX0" fmla="*/ 30037 w 60074"/>
                <a:gd name="csY0" fmla="*/ 0 h 94552"/>
                <a:gd name="csX1" fmla="*/ 51092 w 60074"/>
                <a:gd name="csY1" fmla="*/ 9600 h 94552"/>
                <a:gd name="csX2" fmla="*/ 60075 w 60074"/>
                <a:gd name="csY2" fmla="*/ 47312 h 94552"/>
                <a:gd name="csX3" fmla="*/ 51020 w 60074"/>
                <a:gd name="csY3" fmla="*/ 85075 h 94552"/>
                <a:gd name="csX4" fmla="*/ 30037 w 60074"/>
                <a:gd name="csY4" fmla="*/ 94553 h 94552"/>
                <a:gd name="csX5" fmla="*/ 8264 w 60074"/>
                <a:gd name="csY5" fmla="*/ 84191 h 94552"/>
                <a:gd name="csX6" fmla="*/ 0 w 60074"/>
                <a:gd name="csY6" fmla="*/ 47118 h 94552"/>
                <a:gd name="csX7" fmla="*/ 9054 w 60074"/>
                <a:gd name="csY7" fmla="*/ 9478 h 94552"/>
                <a:gd name="csX8" fmla="*/ 30037 w 60074"/>
                <a:gd name="csY8" fmla="*/ 0 h 94552"/>
                <a:gd name="csX9" fmla="*/ 30037 w 60074"/>
                <a:gd name="csY9" fmla="*/ 14717 h 94552"/>
                <a:gd name="csX10" fmla="*/ 24289 w 60074"/>
                <a:gd name="csY10" fmla="*/ 16801 h 94552"/>
                <a:gd name="csX11" fmla="*/ 20336 w 60074"/>
                <a:gd name="csY11" fmla="*/ 24130 h 94552"/>
                <a:gd name="csX12" fmla="*/ 18540 w 60074"/>
                <a:gd name="csY12" fmla="*/ 47312 h 94552"/>
                <a:gd name="csX13" fmla="*/ 20193 w 60074"/>
                <a:gd name="csY13" fmla="*/ 69732 h 94552"/>
                <a:gd name="csX14" fmla="*/ 24289 w 60074"/>
                <a:gd name="csY14" fmla="*/ 77817 h 94552"/>
                <a:gd name="csX15" fmla="*/ 30037 w 60074"/>
                <a:gd name="csY15" fmla="*/ 79836 h 94552"/>
                <a:gd name="csX16" fmla="*/ 35786 w 60074"/>
                <a:gd name="csY16" fmla="*/ 77817 h 94552"/>
                <a:gd name="csX17" fmla="*/ 39667 w 60074"/>
                <a:gd name="csY17" fmla="*/ 70422 h 94552"/>
                <a:gd name="csX18" fmla="*/ 41535 w 60074"/>
                <a:gd name="csY18" fmla="*/ 47312 h 94552"/>
                <a:gd name="csX19" fmla="*/ 39882 w 60074"/>
                <a:gd name="csY19" fmla="*/ 24950 h 94552"/>
                <a:gd name="csX20" fmla="*/ 35714 w 60074"/>
                <a:gd name="csY20" fmla="*/ 16801 h 94552"/>
                <a:gd name="csX21" fmla="*/ 30037 w 60074"/>
                <a:gd name="csY21" fmla="*/ 14717 h 94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0074" h="94552">
                  <a:moveTo>
                    <a:pt x="30037" y="0"/>
                  </a:moveTo>
                  <a:cubicBezTo>
                    <a:pt x="39020" y="0"/>
                    <a:pt x="45990" y="3205"/>
                    <a:pt x="51092" y="9600"/>
                  </a:cubicBezTo>
                  <a:cubicBezTo>
                    <a:pt x="57057" y="17182"/>
                    <a:pt x="60075" y="29750"/>
                    <a:pt x="60075" y="47312"/>
                  </a:cubicBezTo>
                  <a:cubicBezTo>
                    <a:pt x="60075" y="64825"/>
                    <a:pt x="57057" y="77414"/>
                    <a:pt x="51020" y="85075"/>
                  </a:cubicBezTo>
                  <a:cubicBezTo>
                    <a:pt x="45990" y="91391"/>
                    <a:pt x="39020" y="94553"/>
                    <a:pt x="30037" y="94553"/>
                  </a:cubicBezTo>
                  <a:cubicBezTo>
                    <a:pt x="21055" y="94553"/>
                    <a:pt x="13797" y="91096"/>
                    <a:pt x="8264" y="84191"/>
                  </a:cubicBezTo>
                  <a:cubicBezTo>
                    <a:pt x="2731" y="77249"/>
                    <a:pt x="0" y="64889"/>
                    <a:pt x="0" y="47118"/>
                  </a:cubicBezTo>
                  <a:cubicBezTo>
                    <a:pt x="0" y="29685"/>
                    <a:pt x="3018" y="17139"/>
                    <a:pt x="9054" y="9478"/>
                  </a:cubicBezTo>
                  <a:cubicBezTo>
                    <a:pt x="14085" y="3162"/>
                    <a:pt x="21055" y="0"/>
                    <a:pt x="30037" y="0"/>
                  </a:cubicBezTo>
                  <a:close/>
                  <a:moveTo>
                    <a:pt x="30037" y="14717"/>
                  </a:moveTo>
                  <a:cubicBezTo>
                    <a:pt x="27882" y="14717"/>
                    <a:pt x="25941" y="15414"/>
                    <a:pt x="24289" y="16801"/>
                  </a:cubicBezTo>
                  <a:cubicBezTo>
                    <a:pt x="22636" y="18152"/>
                    <a:pt x="21271" y="20595"/>
                    <a:pt x="20336" y="24130"/>
                  </a:cubicBezTo>
                  <a:cubicBezTo>
                    <a:pt x="19186" y="28722"/>
                    <a:pt x="18540" y="36447"/>
                    <a:pt x="18540" y="47312"/>
                  </a:cubicBezTo>
                  <a:cubicBezTo>
                    <a:pt x="18540" y="58170"/>
                    <a:pt x="19114" y="65644"/>
                    <a:pt x="20193" y="69732"/>
                  </a:cubicBezTo>
                  <a:cubicBezTo>
                    <a:pt x="21271" y="73771"/>
                    <a:pt x="22636" y="76466"/>
                    <a:pt x="24289" y="77817"/>
                  </a:cubicBezTo>
                  <a:cubicBezTo>
                    <a:pt x="25941" y="79160"/>
                    <a:pt x="27882" y="79836"/>
                    <a:pt x="30037" y="79836"/>
                  </a:cubicBezTo>
                  <a:cubicBezTo>
                    <a:pt x="32193" y="79836"/>
                    <a:pt x="34133" y="79160"/>
                    <a:pt x="35786" y="77817"/>
                  </a:cubicBezTo>
                  <a:cubicBezTo>
                    <a:pt x="37439" y="76423"/>
                    <a:pt x="38804" y="73958"/>
                    <a:pt x="39667" y="70422"/>
                  </a:cubicBezTo>
                  <a:cubicBezTo>
                    <a:pt x="40888" y="65874"/>
                    <a:pt x="41535" y="58170"/>
                    <a:pt x="41535" y="47312"/>
                  </a:cubicBezTo>
                  <a:cubicBezTo>
                    <a:pt x="41535" y="36447"/>
                    <a:pt x="40960" y="28995"/>
                    <a:pt x="39882" y="24950"/>
                  </a:cubicBezTo>
                  <a:cubicBezTo>
                    <a:pt x="38804" y="20868"/>
                    <a:pt x="37439" y="18152"/>
                    <a:pt x="35714" y="16801"/>
                  </a:cubicBezTo>
                  <a:cubicBezTo>
                    <a:pt x="34061" y="15414"/>
                    <a:pt x="32193" y="14717"/>
                    <a:pt x="30037" y="14717"/>
                  </a:cubicBez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D2B623E-6916-F621-97A7-18CFC3489806}"/>
                </a:ext>
              </a:extLst>
            </p:cNvPr>
            <p:cNvSpPr/>
            <p:nvPr/>
          </p:nvSpPr>
          <p:spPr>
            <a:xfrm>
              <a:off x="9116485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5226A26-5BBB-EA83-7DB5-7E2D7B9653A7}"/>
                </a:ext>
              </a:extLst>
            </p:cNvPr>
            <p:cNvSpPr/>
            <p:nvPr/>
          </p:nvSpPr>
          <p:spPr>
            <a:xfrm>
              <a:off x="9234407" y="5550915"/>
              <a:ext cx="40671" cy="92971"/>
            </a:xfrm>
            <a:custGeom>
              <a:avLst/>
              <a:gdLst>
                <a:gd name="csX0" fmla="*/ 40672 w 40671"/>
                <a:gd name="csY0" fmla="*/ 92972 h 92971"/>
                <a:gd name="csX1" fmla="*/ 22923 w 40671"/>
                <a:gd name="csY1" fmla="*/ 92972 h 92971"/>
                <a:gd name="csX2" fmla="*/ 22923 w 40671"/>
                <a:gd name="csY2" fmla="*/ 26085 h 92971"/>
                <a:gd name="csX3" fmla="*/ 0 w 40671"/>
                <a:gd name="csY3" fmla="*/ 39537 h 92971"/>
                <a:gd name="csX4" fmla="*/ 0 w 40671"/>
                <a:gd name="csY4" fmla="*/ 23433 h 92971"/>
                <a:gd name="csX5" fmla="*/ 15090 w 40671"/>
                <a:gd name="csY5" fmla="*/ 14846 h 92971"/>
                <a:gd name="csX6" fmla="*/ 26300 w 40671"/>
                <a:gd name="csY6" fmla="*/ 0 h 92971"/>
                <a:gd name="csX7" fmla="*/ 40672 w 40671"/>
                <a:gd name="csY7" fmla="*/ 0 h 92971"/>
                <a:gd name="csX8" fmla="*/ 40672 w 40671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1" h="92971">
                  <a:moveTo>
                    <a:pt x="40672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55" y="32150"/>
                    <a:pt x="8839" y="36634"/>
                    <a:pt x="0" y="39537"/>
                  </a:cubicBezTo>
                  <a:lnTo>
                    <a:pt x="0" y="23433"/>
                  </a:lnTo>
                  <a:cubicBezTo>
                    <a:pt x="4671" y="21917"/>
                    <a:pt x="9701" y="19057"/>
                    <a:pt x="15090" y="14846"/>
                  </a:cubicBezTo>
                  <a:cubicBezTo>
                    <a:pt x="20552" y="10592"/>
                    <a:pt x="24289" y="5648"/>
                    <a:pt x="26300" y="0"/>
                  </a:cubicBezTo>
                  <a:lnTo>
                    <a:pt x="40672" y="0"/>
                  </a:lnTo>
                  <a:lnTo>
                    <a:pt x="40672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EEB6CAD-1B99-7924-31E1-7B11150EFE94}"/>
                </a:ext>
              </a:extLst>
            </p:cNvPr>
            <p:cNvSpPr/>
            <p:nvPr/>
          </p:nvSpPr>
          <p:spPr>
            <a:xfrm>
              <a:off x="9403924" y="5471424"/>
              <a:ext cx="287438" cy="287438"/>
            </a:xfrm>
            <a:custGeom>
              <a:avLst/>
              <a:gdLst>
                <a:gd name="csX0" fmla="*/ 287438 w 287438"/>
                <a:gd name="csY0" fmla="*/ 0 h 287438"/>
                <a:gd name="csX1" fmla="*/ 0 w 287438"/>
                <a:gd name="csY1" fmla="*/ 0 h 287438"/>
                <a:gd name="csX2" fmla="*/ 0 w 287438"/>
                <a:gd name="csY2" fmla="*/ 287438 h 287438"/>
                <a:gd name="csX3" fmla="*/ 287438 w 287438"/>
                <a:gd name="csY3" fmla="*/ 287438 h 287438"/>
                <a:gd name="csX4" fmla="*/ 287438 w 287438"/>
                <a:gd name="csY4" fmla="*/ 0 h 287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438" h="287438">
                  <a:moveTo>
                    <a:pt x="287438" y="0"/>
                  </a:moveTo>
                  <a:lnTo>
                    <a:pt x="0" y="0"/>
                  </a:lnTo>
                  <a:lnTo>
                    <a:pt x="0" y="287438"/>
                  </a:lnTo>
                  <a:lnTo>
                    <a:pt x="287438" y="287438"/>
                  </a:lnTo>
                  <a:lnTo>
                    <a:pt x="287438" y="0"/>
                  </a:lnTo>
                  <a:close/>
                </a:path>
              </a:pathLst>
            </a:custGeom>
            <a:solidFill>
              <a:srgbClr val="D64545"/>
            </a:solidFill>
            <a:ln w="14367" cap="flat">
              <a:solidFill>
                <a:srgbClr val="B03030"/>
              </a:solidFill>
              <a:prstDash val="solid"/>
              <a:miter/>
            </a:ln>
          </p:spPr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63FA4FD-5204-23C2-0CFD-60B90042CC23}"/>
                </a:ext>
              </a:extLst>
            </p:cNvPr>
            <p:cNvSpPr/>
            <p:nvPr/>
          </p:nvSpPr>
          <p:spPr>
            <a:xfrm>
              <a:off x="9521846" y="5550915"/>
              <a:ext cx="40671" cy="92971"/>
            </a:xfrm>
            <a:custGeom>
              <a:avLst/>
              <a:gdLst>
                <a:gd name="csX0" fmla="*/ 40672 w 40671"/>
                <a:gd name="csY0" fmla="*/ 92972 h 92971"/>
                <a:gd name="csX1" fmla="*/ 22923 w 40671"/>
                <a:gd name="csY1" fmla="*/ 92972 h 92971"/>
                <a:gd name="csX2" fmla="*/ 22923 w 40671"/>
                <a:gd name="csY2" fmla="*/ 26085 h 92971"/>
                <a:gd name="csX3" fmla="*/ 0 w 40671"/>
                <a:gd name="csY3" fmla="*/ 39537 h 92971"/>
                <a:gd name="csX4" fmla="*/ 0 w 40671"/>
                <a:gd name="csY4" fmla="*/ 23433 h 92971"/>
                <a:gd name="csX5" fmla="*/ 15090 w 40671"/>
                <a:gd name="csY5" fmla="*/ 14846 h 92971"/>
                <a:gd name="csX6" fmla="*/ 26300 w 40671"/>
                <a:gd name="csY6" fmla="*/ 0 h 92971"/>
                <a:gd name="csX7" fmla="*/ 40672 w 40671"/>
                <a:gd name="csY7" fmla="*/ 0 h 92971"/>
                <a:gd name="csX8" fmla="*/ 40672 w 40671"/>
                <a:gd name="csY8" fmla="*/ 92972 h 92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671" h="92971">
                  <a:moveTo>
                    <a:pt x="40672" y="92972"/>
                  </a:moveTo>
                  <a:lnTo>
                    <a:pt x="22923" y="92972"/>
                  </a:lnTo>
                  <a:lnTo>
                    <a:pt x="22923" y="26085"/>
                  </a:lnTo>
                  <a:cubicBezTo>
                    <a:pt x="16455" y="32150"/>
                    <a:pt x="8839" y="36634"/>
                    <a:pt x="0" y="39537"/>
                  </a:cubicBezTo>
                  <a:lnTo>
                    <a:pt x="0" y="23433"/>
                  </a:lnTo>
                  <a:cubicBezTo>
                    <a:pt x="4671" y="21917"/>
                    <a:pt x="9701" y="19057"/>
                    <a:pt x="15090" y="14846"/>
                  </a:cubicBezTo>
                  <a:cubicBezTo>
                    <a:pt x="20552" y="10592"/>
                    <a:pt x="24289" y="5648"/>
                    <a:pt x="26300" y="0"/>
                  </a:cubicBezTo>
                  <a:lnTo>
                    <a:pt x="40672" y="0"/>
                  </a:lnTo>
                  <a:lnTo>
                    <a:pt x="40672" y="92972"/>
                  </a:lnTo>
                  <a:close/>
                </a:path>
              </a:pathLst>
            </a:custGeom>
            <a:solidFill>
              <a:srgbClr val="FFFFFF"/>
            </a:solidFill>
            <a:ln w="7183" cap="flat">
              <a:noFill/>
              <a:prstDash val="solid"/>
              <a:miter/>
            </a:ln>
          </p:spPr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9511F7C-0B34-B80D-8774-1FEFFEAF436F}"/>
                </a:ext>
              </a:extLst>
            </p:cNvPr>
            <p:cNvSpPr/>
            <p:nvPr/>
          </p:nvSpPr>
          <p:spPr>
            <a:xfrm>
              <a:off x="7917479" y="5846905"/>
              <a:ext cx="1668608" cy="144351"/>
            </a:xfrm>
            <a:custGeom>
              <a:avLst/>
              <a:gdLst>
                <a:gd name="csX0" fmla="*/ 40450 w 1668608"/>
                <a:gd name="csY0" fmla="*/ 113164 h 144351"/>
                <a:gd name="csX1" fmla="*/ 0 w 1668608"/>
                <a:gd name="csY1" fmla="*/ 0 h 144351"/>
                <a:gd name="csX2" fmla="*/ 24784 w 1668608"/>
                <a:gd name="csY2" fmla="*/ 0 h 144351"/>
                <a:gd name="csX3" fmla="*/ 53421 w 1668608"/>
                <a:gd name="csY3" fmla="*/ 83752 h 144351"/>
                <a:gd name="csX4" fmla="*/ 81137 w 1668608"/>
                <a:gd name="csY4" fmla="*/ 0 h 144351"/>
                <a:gd name="csX5" fmla="*/ 105375 w 1668608"/>
                <a:gd name="csY5" fmla="*/ 0 h 144351"/>
                <a:gd name="csX6" fmla="*/ 64846 w 1668608"/>
                <a:gd name="csY6" fmla="*/ 113164 h 144351"/>
                <a:gd name="csX7" fmla="*/ 40450 w 1668608"/>
                <a:gd name="csY7" fmla="*/ 113164 h 144351"/>
                <a:gd name="csX8" fmla="*/ 155547 w 1668608"/>
                <a:gd name="csY8" fmla="*/ 87072 h 144351"/>
                <a:gd name="csX9" fmla="*/ 177163 w 1668608"/>
                <a:gd name="csY9" fmla="*/ 90701 h 144351"/>
                <a:gd name="csX10" fmla="*/ 163962 w 1668608"/>
                <a:gd name="csY10" fmla="*/ 108839 h 144351"/>
                <a:gd name="csX11" fmla="*/ 141499 w 1668608"/>
                <a:gd name="csY11" fmla="*/ 115018 h 144351"/>
                <a:gd name="csX12" fmla="*/ 109852 w 1668608"/>
                <a:gd name="csY12" fmla="*/ 101042 h 144351"/>
                <a:gd name="csX13" fmla="*/ 101746 w 1668608"/>
                <a:gd name="csY13" fmla="*/ 72794 h 144351"/>
                <a:gd name="csX14" fmla="*/ 112396 w 1668608"/>
                <a:gd name="csY14" fmla="*/ 40910 h 144351"/>
                <a:gd name="csX15" fmla="*/ 139336 w 1668608"/>
                <a:gd name="csY15" fmla="*/ 29333 h 144351"/>
                <a:gd name="csX16" fmla="*/ 168209 w 1668608"/>
                <a:gd name="csY16" fmla="*/ 41456 h 144351"/>
                <a:gd name="csX17" fmla="*/ 178320 w 1668608"/>
                <a:gd name="csY17" fmla="*/ 78428 h 144351"/>
                <a:gd name="csX18" fmla="*/ 123972 w 1668608"/>
                <a:gd name="csY18" fmla="*/ 78428 h 144351"/>
                <a:gd name="csX19" fmla="*/ 129225 w 1668608"/>
                <a:gd name="csY19" fmla="*/ 93482 h 144351"/>
                <a:gd name="csX20" fmla="*/ 141729 w 1668608"/>
                <a:gd name="csY20" fmla="*/ 98807 h 144351"/>
                <a:gd name="csX21" fmla="*/ 150302 w 1668608"/>
                <a:gd name="csY21" fmla="*/ 96026 h 144351"/>
                <a:gd name="csX22" fmla="*/ 155547 w 1668608"/>
                <a:gd name="csY22" fmla="*/ 87072 h 144351"/>
                <a:gd name="csX23" fmla="*/ 156783 w 1668608"/>
                <a:gd name="csY23" fmla="*/ 65148 h 144351"/>
                <a:gd name="csX24" fmla="*/ 151918 w 1668608"/>
                <a:gd name="csY24" fmla="*/ 50869 h 144351"/>
                <a:gd name="csX25" fmla="*/ 140651 w 1668608"/>
                <a:gd name="csY25" fmla="*/ 45932 h 144351"/>
                <a:gd name="csX26" fmla="*/ 128916 w 1668608"/>
                <a:gd name="csY26" fmla="*/ 51099 h 144351"/>
                <a:gd name="csX27" fmla="*/ 124360 w 1668608"/>
                <a:gd name="csY27" fmla="*/ 65148 h 144351"/>
                <a:gd name="csX28" fmla="*/ 156783 w 1668608"/>
                <a:gd name="csY28" fmla="*/ 65148 h 144351"/>
                <a:gd name="csX29" fmla="*/ 267555 w 1668608"/>
                <a:gd name="csY29" fmla="*/ 55425 h 144351"/>
                <a:gd name="csX30" fmla="*/ 246170 w 1668608"/>
                <a:gd name="csY30" fmla="*/ 59284 h 144351"/>
                <a:gd name="csX31" fmla="*/ 241233 w 1668608"/>
                <a:gd name="csY31" fmla="*/ 49633 h 144351"/>
                <a:gd name="csX32" fmla="*/ 231352 w 1668608"/>
                <a:gd name="csY32" fmla="*/ 46393 h 144351"/>
                <a:gd name="csX33" fmla="*/ 218381 w 1668608"/>
                <a:gd name="csY33" fmla="*/ 52026 h 144351"/>
                <a:gd name="csX34" fmla="*/ 213595 w 1668608"/>
                <a:gd name="csY34" fmla="*/ 70710 h 144351"/>
                <a:gd name="csX35" fmla="*/ 218460 w 1668608"/>
                <a:gd name="csY35" fmla="*/ 91319 h 144351"/>
                <a:gd name="csX36" fmla="*/ 231661 w 1668608"/>
                <a:gd name="csY36" fmla="*/ 97341 h 144351"/>
                <a:gd name="csX37" fmla="*/ 241772 w 1668608"/>
                <a:gd name="csY37" fmla="*/ 93863 h 144351"/>
                <a:gd name="csX38" fmla="*/ 247327 w 1668608"/>
                <a:gd name="csY38" fmla="*/ 81747 h 144351"/>
                <a:gd name="csX39" fmla="*/ 268633 w 1668608"/>
                <a:gd name="csY39" fmla="*/ 85376 h 144351"/>
                <a:gd name="csX40" fmla="*/ 255899 w 1668608"/>
                <a:gd name="csY40" fmla="*/ 107531 h 144351"/>
                <a:gd name="csX41" fmla="*/ 230655 w 1668608"/>
                <a:gd name="csY41" fmla="*/ 115018 h 144351"/>
                <a:gd name="csX42" fmla="*/ 201940 w 1668608"/>
                <a:gd name="csY42" fmla="*/ 103672 h 144351"/>
                <a:gd name="csX43" fmla="*/ 191290 w 1668608"/>
                <a:gd name="csY43" fmla="*/ 72255 h 144351"/>
                <a:gd name="csX44" fmla="*/ 202019 w 1668608"/>
                <a:gd name="csY44" fmla="*/ 40680 h 144351"/>
                <a:gd name="csX45" fmla="*/ 231043 w 1668608"/>
                <a:gd name="csY45" fmla="*/ 29333 h 144351"/>
                <a:gd name="csX46" fmla="*/ 254814 w 1668608"/>
                <a:gd name="csY46" fmla="*/ 35815 h 144351"/>
                <a:gd name="csX47" fmla="*/ 267555 w 1668608"/>
                <a:gd name="csY47" fmla="*/ 55425 h 144351"/>
                <a:gd name="csX48" fmla="*/ 321665 w 1668608"/>
                <a:gd name="csY48" fmla="*/ 31187 h 144351"/>
                <a:gd name="csX49" fmla="*/ 321665 w 1668608"/>
                <a:gd name="csY49" fmla="*/ 48476 h 144351"/>
                <a:gd name="csX50" fmla="*/ 306848 w 1668608"/>
                <a:gd name="csY50" fmla="*/ 48476 h 144351"/>
                <a:gd name="csX51" fmla="*/ 306848 w 1668608"/>
                <a:gd name="csY51" fmla="*/ 81517 h 144351"/>
                <a:gd name="csX52" fmla="*/ 307229 w 1668608"/>
                <a:gd name="csY52" fmla="*/ 93252 h 144351"/>
                <a:gd name="csX53" fmla="*/ 309162 w 1668608"/>
                <a:gd name="csY53" fmla="*/ 95947 h 144351"/>
                <a:gd name="csX54" fmla="*/ 312870 w 1668608"/>
                <a:gd name="csY54" fmla="*/ 97032 h 144351"/>
                <a:gd name="csX55" fmla="*/ 321586 w 1668608"/>
                <a:gd name="csY55" fmla="*/ 94948 h 144351"/>
                <a:gd name="csX56" fmla="*/ 323440 w 1668608"/>
                <a:gd name="csY56" fmla="*/ 111778 h 144351"/>
                <a:gd name="csX57" fmla="*/ 306302 w 1668608"/>
                <a:gd name="csY57" fmla="*/ 115018 h 144351"/>
                <a:gd name="csX58" fmla="*/ 295731 w 1668608"/>
                <a:gd name="csY58" fmla="*/ 113085 h 144351"/>
                <a:gd name="csX59" fmla="*/ 288782 w 1668608"/>
                <a:gd name="csY59" fmla="*/ 107991 h 144351"/>
                <a:gd name="csX60" fmla="*/ 285771 w 1668608"/>
                <a:gd name="csY60" fmla="*/ 99504 h 144351"/>
                <a:gd name="csX61" fmla="*/ 285074 w 1668608"/>
                <a:gd name="csY61" fmla="*/ 84219 h 144351"/>
                <a:gd name="csX62" fmla="*/ 285074 w 1668608"/>
                <a:gd name="csY62" fmla="*/ 48476 h 144351"/>
                <a:gd name="csX63" fmla="*/ 275122 w 1668608"/>
                <a:gd name="csY63" fmla="*/ 48476 h 144351"/>
                <a:gd name="csX64" fmla="*/ 275122 w 1668608"/>
                <a:gd name="csY64" fmla="*/ 31187 h 144351"/>
                <a:gd name="csX65" fmla="*/ 285074 w 1668608"/>
                <a:gd name="csY65" fmla="*/ 31187 h 144351"/>
                <a:gd name="csX66" fmla="*/ 285074 w 1668608"/>
                <a:gd name="csY66" fmla="*/ 14896 h 144351"/>
                <a:gd name="csX67" fmla="*/ 306848 w 1668608"/>
                <a:gd name="csY67" fmla="*/ 2235 h 144351"/>
                <a:gd name="csX68" fmla="*/ 306848 w 1668608"/>
                <a:gd name="csY68" fmla="*/ 31187 h 144351"/>
                <a:gd name="csX69" fmla="*/ 321665 w 1668608"/>
                <a:gd name="csY69" fmla="*/ 31187 h 144351"/>
                <a:gd name="csX70" fmla="*/ 331704 w 1668608"/>
                <a:gd name="csY70" fmla="*/ 71019 h 144351"/>
                <a:gd name="csX71" fmla="*/ 337029 w 1668608"/>
                <a:gd name="csY71" fmla="*/ 50100 h 144351"/>
                <a:gd name="csX72" fmla="*/ 352084 w 1668608"/>
                <a:gd name="csY72" fmla="*/ 34658 h 144351"/>
                <a:gd name="csX73" fmla="*/ 373929 w 1668608"/>
                <a:gd name="csY73" fmla="*/ 29333 h 144351"/>
                <a:gd name="csX74" fmla="*/ 404419 w 1668608"/>
                <a:gd name="csY74" fmla="*/ 41456 h 144351"/>
                <a:gd name="csX75" fmla="*/ 416304 w 1668608"/>
                <a:gd name="csY75" fmla="*/ 71946 h 144351"/>
                <a:gd name="csX76" fmla="*/ 404261 w 1668608"/>
                <a:gd name="csY76" fmla="*/ 102824 h 144351"/>
                <a:gd name="csX77" fmla="*/ 374080 w 1668608"/>
                <a:gd name="csY77" fmla="*/ 115018 h 144351"/>
                <a:gd name="csX78" fmla="*/ 352543 w 1668608"/>
                <a:gd name="csY78" fmla="*/ 109924 h 144351"/>
                <a:gd name="csX79" fmla="*/ 337029 w 1668608"/>
                <a:gd name="csY79" fmla="*/ 95027 h 144351"/>
                <a:gd name="csX80" fmla="*/ 331704 w 1668608"/>
                <a:gd name="csY80" fmla="*/ 71019 h 144351"/>
                <a:gd name="csX81" fmla="*/ 353930 w 1668608"/>
                <a:gd name="csY81" fmla="*/ 72176 h 144351"/>
                <a:gd name="csX82" fmla="*/ 359722 w 1668608"/>
                <a:gd name="csY82" fmla="*/ 90859 h 144351"/>
                <a:gd name="csX83" fmla="*/ 374001 w 1668608"/>
                <a:gd name="csY83" fmla="*/ 97341 h 144351"/>
                <a:gd name="csX84" fmla="*/ 388207 w 1668608"/>
                <a:gd name="csY84" fmla="*/ 90859 h 144351"/>
                <a:gd name="csX85" fmla="*/ 393999 w 1668608"/>
                <a:gd name="csY85" fmla="*/ 72017 h 144351"/>
                <a:gd name="csX86" fmla="*/ 388207 w 1668608"/>
                <a:gd name="csY86" fmla="*/ 53492 h 144351"/>
                <a:gd name="csX87" fmla="*/ 374001 w 1668608"/>
                <a:gd name="csY87" fmla="*/ 47010 h 144351"/>
                <a:gd name="csX88" fmla="*/ 359722 w 1668608"/>
                <a:gd name="csY88" fmla="*/ 53492 h 144351"/>
                <a:gd name="csX89" fmla="*/ 353930 w 1668608"/>
                <a:gd name="csY89" fmla="*/ 72176 h 144351"/>
                <a:gd name="csX90" fmla="*/ 454131 w 1668608"/>
                <a:gd name="csY90" fmla="*/ 113164 h 144351"/>
                <a:gd name="csX91" fmla="*/ 432437 w 1668608"/>
                <a:gd name="csY91" fmla="*/ 113164 h 144351"/>
                <a:gd name="csX92" fmla="*/ 432437 w 1668608"/>
                <a:gd name="csY92" fmla="*/ 31187 h 144351"/>
                <a:gd name="csX93" fmla="*/ 452586 w 1668608"/>
                <a:gd name="csY93" fmla="*/ 31187 h 144351"/>
                <a:gd name="csX94" fmla="*/ 452586 w 1668608"/>
                <a:gd name="csY94" fmla="*/ 42843 h 144351"/>
                <a:gd name="csX95" fmla="*/ 461849 w 1668608"/>
                <a:gd name="csY95" fmla="*/ 31956 h 144351"/>
                <a:gd name="csX96" fmla="*/ 471270 w 1668608"/>
                <a:gd name="csY96" fmla="*/ 29333 h 144351"/>
                <a:gd name="csX97" fmla="*/ 485548 w 1668608"/>
                <a:gd name="csY97" fmla="*/ 33422 h 144351"/>
                <a:gd name="csX98" fmla="*/ 478829 w 1668608"/>
                <a:gd name="csY98" fmla="*/ 52335 h 144351"/>
                <a:gd name="csX99" fmla="*/ 468640 w 1668608"/>
                <a:gd name="csY99" fmla="*/ 48785 h 144351"/>
                <a:gd name="csX100" fmla="*/ 460922 w 1668608"/>
                <a:gd name="csY100" fmla="*/ 51336 h 144351"/>
                <a:gd name="csX101" fmla="*/ 455906 w 1668608"/>
                <a:gd name="csY101" fmla="*/ 60362 h 144351"/>
                <a:gd name="csX102" fmla="*/ 454131 w 1668608"/>
                <a:gd name="csY102" fmla="*/ 87848 h 144351"/>
                <a:gd name="csX103" fmla="*/ 454131 w 1668608"/>
                <a:gd name="csY103" fmla="*/ 113164 h 144351"/>
                <a:gd name="csX104" fmla="*/ 539199 w 1668608"/>
                <a:gd name="csY104" fmla="*/ 113164 h 144351"/>
                <a:gd name="csX105" fmla="*/ 539199 w 1668608"/>
                <a:gd name="csY105" fmla="*/ 0 h 144351"/>
                <a:gd name="csX106" fmla="*/ 587287 w 1668608"/>
                <a:gd name="csY106" fmla="*/ 0 h 144351"/>
                <a:gd name="csX107" fmla="*/ 613609 w 1668608"/>
                <a:gd name="csY107" fmla="*/ 3090 h 144351"/>
                <a:gd name="csX108" fmla="*/ 626810 w 1668608"/>
                <a:gd name="csY108" fmla="*/ 13897 h 144351"/>
                <a:gd name="csX109" fmla="*/ 631753 w 1668608"/>
                <a:gd name="csY109" fmla="*/ 31726 h 144351"/>
                <a:gd name="csX110" fmla="*/ 624266 w 1668608"/>
                <a:gd name="csY110" fmla="*/ 52802 h 144351"/>
                <a:gd name="csX111" fmla="*/ 601875 w 1668608"/>
                <a:gd name="csY111" fmla="*/ 63222 h 144351"/>
                <a:gd name="csX112" fmla="*/ 614076 w 1668608"/>
                <a:gd name="csY112" fmla="*/ 72714 h 144351"/>
                <a:gd name="csX113" fmla="*/ 627119 w 1668608"/>
                <a:gd name="csY113" fmla="*/ 91089 h 144351"/>
                <a:gd name="csX114" fmla="*/ 640937 w 1668608"/>
                <a:gd name="csY114" fmla="*/ 113164 h 144351"/>
                <a:gd name="csX115" fmla="*/ 613609 w 1668608"/>
                <a:gd name="csY115" fmla="*/ 113164 h 144351"/>
                <a:gd name="csX116" fmla="*/ 597089 w 1668608"/>
                <a:gd name="csY116" fmla="*/ 88538 h 144351"/>
                <a:gd name="csX117" fmla="*/ 585052 w 1668608"/>
                <a:gd name="csY117" fmla="*/ 71946 h 144351"/>
                <a:gd name="csX118" fmla="*/ 578175 w 1668608"/>
                <a:gd name="csY118" fmla="*/ 67232 h 144351"/>
                <a:gd name="csX119" fmla="*/ 566678 w 1668608"/>
                <a:gd name="csY119" fmla="*/ 65924 h 144351"/>
                <a:gd name="csX120" fmla="*/ 562043 w 1668608"/>
                <a:gd name="csY120" fmla="*/ 65924 h 144351"/>
                <a:gd name="csX121" fmla="*/ 562043 w 1668608"/>
                <a:gd name="csY121" fmla="*/ 113164 h 144351"/>
                <a:gd name="csX122" fmla="*/ 539199 w 1668608"/>
                <a:gd name="csY122" fmla="*/ 113164 h 144351"/>
                <a:gd name="csX123" fmla="*/ 562043 w 1668608"/>
                <a:gd name="csY123" fmla="*/ 47858 h 144351"/>
                <a:gd name="csX124" fmla="*/ 578951 w 1668608"/>
                <a:gd name="csY124" fmla="*/ 47858 h 144351"/>
                <a:gd name="csX125" fmla="*/ 599482 w 1668608"/>
                <a:gd name="csY125" fmla="*/ 46471 h 144351"/>
                <a:gd name="csX126" fmla="*/ 605891 w 1668608"/>
                <a:gd name="csY126" fmla="*/ 41685 h 144351"/>
                <a:gd name="csX127" fmla="*/ 608205 w 1668608"/>
                <a:gd name="csY127" fmla="*/ 33192 h 144351"/>
                <a:gd name="csX128" fmla="*/ 605115 w 1668608"/>
                <a:gd name="csY128" fmla="*/ 24008 h 144351"/>
                <a:gd name="csX129" fmla="*/ 596550 w 1668608"/>
                <a:gd name="csY129" fmla="*/ 19531 h 144351"/>
                <a:gd name="csX130" fmla="*/ 579878 w 1668608"/>
                <a:gd name="csY130" fmla="*/ 19143 h 144351"/>
                <a:gd name="csX131" fmla="*/ 562043 w 1668608"/>
                <a:gd name="csY131" fmla="*/ 19143 h 144351"/>
                <a:gd name="csX132" fmla="*/ 562043 w 1668608"/>
                <a:gd name="csY132" fmla="*/ 47858 h 144351"/>
                <a:gd name="csX133" fmla="*/ 700681 w 1668608"/>
                <a:gd name="csY133" fmla="*/ 87072 h 144351"/>
                <a:gd name="csX134" fmla="*/ 722297 w 1668608"/>
                <a:gd name="csY134" fmla="*/ 90701 h 144351"/>
                <a:gd name="csX135" fmla="*/ 709096 w 1668608"/>
                <a:gd name="csY135" fmla="*/ 108839 h 144351"/>
                <a:gd name="csX136" fmla="*/ 686633 w 1668608"/>
                <a:gd name="csY136" fmla="*/ 115018 h 144351"/>
                <a:gd name="csX137" fmla="*/ 654986 w 1668608"/>
                <a:gd name="csY137" fmla="*/ 101042 h 144351"/>
                <a:gd name="csX138" fmla="*/ 646880 w 1668608"/>
                <a:gd name="csY138" fmla="*/ 72794 h 144351"/>
                <a:gd name="csX139" fmla="*/ 657530 w 1668608"/>
                <a:gd name="csY139" fmla="*/ 40910 h 144351"/>
                <a:gd name="csX140" fmla="*/ 684470 w 1668608"/>
                <a:gd name="csY140" fmla="*/ 29333 h 144351"/>
                <a:gd name="csX141" fmla="*/ 713343 w 1668608"/>
                <a:gd name="csY141" fmla="*/ 41456 h 144351"/>
                <a:gd name="csX142" fmla="*/ 723454 w 1668608"/>
                <a:gd name="csY142" fmla="*/ 78428 h 144351"/>
                <a:gd name="csX143" fmla="*/ 669114 w 1668608"/>
                <a:gd name="csY143" fmla="*/ 78428 h 144351"/>
                <a:gd name="csX144" fmla="*/ 674359 w 1668608"/>
                <a:gd name="csY144" fmla="*/ 93482 h 144351"/>
                <a:gd name="csX145" fmla="*/ 686863 w 1668608"/>
                <a:gd name="csY145" fmla="*/ 98807 h 144351"/>
                <a:gd name="csX146" fmla="*/ 695435 w 1668608"/>
                <a:gd name="csY146" fmla="*/ 96026 h 144351"/>
                <a:gd name="csX147" fmla="*/ 700681 w 1668608"/>
                <a:gd name="csY147" fmla="*/ 87072 h 144351"/>
                <a:gd name="csX148" fmla="*/ 701917 w 1668608"/>
                <a:gd name="csY148" fmla="*/ 65148 h 144351"/>
                <a:gd name="csX149" fmla="*/ 697053 w 1668608"/>
                <a:gd name="csY149" fmla="*/ 50869 h 144351"/>
                <a:gd name="csX150" fmla="*/ 685785 w 1668608"/>
                <a:gd name="csY150" fmla="*/ 45932 h 144351"/>
                <a:gd name="csX151" fmla="*/ 674050 w 1668608"/>
                <a:gd name="csY151" fmla="*/ 51099 h 144351"/>
                <a:gd name="csX152" fmla="*/ 669494 w 1668608"/>
                <a:gd name="csY152" fmla="*/ 65148 h 144351"/>
                <a:gd name="csX153" fmla="*/ 701917 w 1668608"/>
                <a:gd name="csY153" fmla="*/ 65148 h 144351"/>
                <a:gd name="csX154" fmla="*/ 740592 w 1668608"/>
                <a:gd name="csY154" fmla="*/ 31187 h 144351"/>
                <a:gd name="csX155" fmla="*/ 760813 w 1668608"/>
                <a:gd name="csY155" fmla="*/ 31187 h 144351"/>
                <a:gd name="csX156" fmla="*/ 760813 w 1668608"/>
                <a:gd name="csY156" fmla="*/ 43231 h 144351"/>
                <a:gd name="csX157" fmla="*/ 771470 w 1668608"/>
                <a:gd name="csY157" fmla="*/ 33192 h 144351"/>
                <a:gd name="csX158" fmla="*/ 786367 w 1668608"/>
                <a:gd name="csY158" fmla="*/ 29333 h 144351"/>
                <a:gd name="csX159" fmla="*/ 810605 w 1668608"/>
                <a:gd name="csY159" fmla="*/ 40529 h 144351"/>
                <a:gd name="csX160" fmla="*/ 820565 w 1668608"/>
                <a:gd name="csY160" fmla="*/ 71709 h 144351"/>
                <a:gd name="csX161" fmla="*/ 810526 w 1668608"/>
                <a:gd name="csY161" fmla="*/ 103672 h 144351"/>
                <a:gd name="csX162" fmla="*/ 786216 w 1668608"/>
                <a:gd name="csY162" fmla="*/ 115018 h 144351"/>
                <a:gd name="csX163" fmla="*/ 773863 w 1668608"/>
                <a:gd name="csY163" fmla="*/ 112317 h 144351"/>
                <a:gd name="csX164" fmla="*/ 762287 w 1668608"/>
                <a:gd name="csY164" fmla="*/ 103054 h 144351"/>
                <a:gd name="csX165" fmla="*/ 762287 w 1668608"/>
                <a:gd name="csY165" fmla="*/ 144352 h 144351"/>
                <a:gd name="csX166" fmla="*/ 740592 w 1668608"/>
                <a:gd name="csY166" fmla="*/ 144352 h 144351"/>
                <a:gd name="csX167" fmla="*/ 740592 w 1668608"/>
                <a:gd name="csY167" fmla="*/ 31187 h 144351"/>
                <a:gd name="csX168" fmla="*/ 762049 w 1668608"/>
                <a:gd name="csY168" fmla="*/ 70789 h 144351"/>
                <a:gd name="csX169" fmla="*/ 767532 w 1668608"/>
                <a:gd name="csY169" fmla="*/ 91240 h 144351"/>
                <a:gd name="csX170" fmla="*/ 780884 w 1668608"/>
                <a:gd name="csY170" fmla="*/ 97801 h 144351"/>
                <a:gd name="csX171" fmla="*/ 793467 w 1668608"/>
                <a:gd name="csY171" fmla="*/ 91779 h 144351"/>
                <a:gd name="csX172" fmla="*/ 798489 w 1668608"/>
                <a:gd name="csY172" fmla="*/ 71867 h 144351"/>
                <a:gd name="csX173" fmla="*/ 793316 w 1668608"/>
                <a:gd name="csY173" fmla="*/ 52723 h 144351"/>
                <a:gd name="csX174" fmla="*/ 780503 w 1668608"/>
                <a:gd name="csY174" fmla="*/ 46471 h 144351"/>
                <a:gd name="csX175" fmla="*/ 767302 w 1668608"/>
                <a:gd name="csY175" fmla="*/ 52644 h 144351"/>
                <a:gd name="csX176" fmla="*/ 762049 w 1668608"/>
                <a:gd name="csY176" fmla="*/ 70789 h 144351"/>
                <a:gd name="csX177" fmla="*/ 858622 w 1668608"/>
                <a:gd name="csY177" fmla="*/ 113164 h 144351"/>
                <a:gd name="csX178" fmla="*/ 836927 w 1668608"/>
                <a:gd name="csY178" fmla="*/ 113164 h 144351"/>
                <a:gd name="csX179" fmla="*/ 836927 w 1668608"/>
                <a:gd name="csY179" fmla="*/ 31187 h 144351"/>
                <a:gd name="csX180" fmla="*/ 857077 w 1668608"/>
                <a:gd name="csY180" fmla="*/ 31187 h 144351"/>
                <a:gd name="csX181" fmla="*/ 857077 w 1668608"/>
                <a:gd name="csY181" fmla="*/ 42843 h 144351"/>
                <a:gd name="csX182" fmla="*/ 866339 w 1668608"/>
                <a:gd name="csY182" fmla="*/ 31956 h 144351"/>
                <a:gd name="csX183" fmla="*/ 875760 w 1668608"/>
                <a:gd name="csY183" fmla="*/ 29333 h 144351"/>
                <a:gd name="csX184" fmla="*/ 890039 w 1668608"/>
                <a:gd name="csY184" fmla="*/ 33422 h 144351"/>
                <a:gd name="csX185" fmla="*/ 883320 w 1668608"/>
                <a:gd name="csY185" fmla="*/ 52335 h 144351"/>
                <a:gd name="csX186" fmla="*/ 873130 w 1668608"/>
                <a:gd name="csY186" fmla="*/ 48785 h 144351"/>
                <a:gd name="csX187" fmla="*/ 865412 w 1668608"/>
                <a:gd name="csY187" fmla="*/ 51336 h 144351"/>
                <a:gd name="csX188" fmla="*/ 860397 w 1668608"/>
                <a:gd name="csY188" fmla="*/ 60362 h 144351"/>
                <a:gd name="csX189" fmla="*/ 858622 w 1668608"/>
                <a:gd name="csY189" fmla="*/ 87848 h 144351"/>
                <a:gd name="csX190" fmla="*/ 858622 w 1668608"/>
                <a:gd name="csY190" fmla="*/ 113164 h 144351"/>
                <a:gd name="csX191" fmla="*/ 946930 w 1668608"/>
                <a:gd name="csY191" fmla="*/ 87072 h 144351"/>
                <a:gd name="csX192" fmla="*/ 968545 w 1668608"/>
                <a:gd name="csY192" fmla="*/ 90701 h 144351"/>
                <a:gd name="csX193" fmla="*/ 955344 w 1668608"/>
                <a:gd name="csY193" fmla="*/ 108839 h 144351"/>
                <a:gd name="csX194" fmla="*/ 932881 w 1668608"/>
                <a:gd name="csY194" fmla="*/ 115018 h 144351"/>
                <a:gd name="csX195" fmla="*/ 901234 w 1668608"/>
                <a:gd name="csY195" fmla="*/ 101042 h 144351"/>
                <a:gd name="csX196" fmla="*/ 893129 w 1668608"/>
                <a:gd name="csY196" fmla="*/ 72794 h 144351"/>
                <a:gd name="csX197" fmla="*/ 903778 w 1668608"/>
                <a:gd name="csY197" fmla="*/ 40910 h 144351"/>
                <a:gd name="csX198" fmla="*/ 930718 w 1668608"/>
                <a:gd name="csY198" fmla="*/ 29333 h 144351"/>
                <a:gd name="csX199" fmla="*/ 959591 w 1668608"/>
                <a:gd name="csY199" fmla="*/ 41456 h 144351"/>
                <a:gd name="csX200" fmla="*/ 969702 w 1668608"/>
                <a:gd name="csY200" fmla="*/ 78428 h 144351"/>
                <a:gd name="csX201" fmla="*/ 915355 w 1668608"/>
                <a:gd name="csY201" fmla="*/ 78428 h 144351"/>
                <a:gd name="csX202" fmla="*/ 920608 w 1668608"/>
                <a:gd name="csY202" fmla="*/ 93482 h 144351"/>
                <a:gd name="csX203" fmla="*/ 933111 w 1668608"/>
                <a:gd name="csY203" fmla="*/ 98807 h 144351"/>
                <a:gd name="csX204" fmla="*/ 941677 w 1668608"/>
                <a:gd name="csY204" fmla="*/ 96026 h 144351"/>
                <a:gd name="csX205" fmla="*/ 946930 w 1668608"/>
                <a:gd name="csY205" fmla="*/ 87072 h 144351"/>
                <a:gd name="csX206" fmla="*/ 948166 w 1668608"/>
                <a:gd name="csY206" fmla="*/ 65148 h 144351"/>
                <a:gd name="csX207" fmla="*/ 943301 w 1668608"/>
                <a:gd name="csY207" fmla="*/ 50869 h 144351"/>
                <a:gd name="csX208" fmla="*/ 932033 w 1668608"/>
                <a:gd name="csY208" fmla="*/ 45932 h 144351"/>
                <a:gd name="csX209" fmla="*/ 920299 w 1668608"/>
                <a:gd name="csY209" fmla="*/ 51099 h 144351"/>
                <a:gd name="csX210" fmla="*/ 915743 w 1668608"/>
                <a:gd name="csY210" fmla="*/ 65148 h 144351"/>
                <a:gd name="csX211" fmla="*/ 948166 w 1668608"/>
                <a:gd name="csY211" fmla="*/ 65148 h 144351"/>
                <a:gd name="csX212" fmla="*/ 979813 w 1668608"/>
                <a:gd name="csY212" fmla="*/ 89774 h 144351"/>
                <a:gd name="csX213" fmla="*/ 1001608 w 1668608"/>
                <a:gd name="csY213" fmla="*/ 86454 h 144351"/>
                <a:gd name="csX214" fmla="*/ 1007213 w 1668608"/>
                <a:gd name="csY214" fmla="*/ 96105 h 144351"/>
                <a:gd name="csX215" fmla="*/ 1019070 w 1668608"/>
                <a:gd name="csY215" fmla="*/ 99346 h 144351"/>
                <a:gd name="csX216" fmla="*/ 1031789 w 1668608"/>
                <a:gd name="csY216" fmla="*/ 96256 h 144351"/>
                <a:gd name="csX217" fmla="*/ 1034591 w 1668608"/>
                <a:gd name="csY217" fmla="*/ 90471 h 144351"/>
                <a:gd name="csX218" fmla="*/ 1033082 w 1668608"/>
                <a:gd name="csY218" fmla="*/ 86375 h 144351"/>
                <a:gd name="csX219" fmla="*/ 1025825 w 1668608"/>
                <a:gd name="csY219" fmla="*/ 83522 h 144351"/>
                <a:gd name="csX220" fmla="*/ 992554 w 1668608"/>
                <a:gd name="csY220" fmla="*/ 72945 h 144351"/>
                <a:gd name="csX221" fmla="*/ 982824 w 1668608"/>
                <a:gd name="csY221" fmla="*/ 54498 h 144351"/>
                <a:gd name="csX222" fmla="*/ 991260 w 1668608"/>
                <a:gd name="csY222" fmla="*/ 36591 h 144351"/>
                <a:gd name="csX223" fmla="*/ 1017345 w 1668608"/>
                <a:gd name="csY223" fmla="*/ 29333 h 144351"/>
                <a:gd name="csX224" fmla="*/ 1042352 w 1668608"/>
                <a:gd name="csY224" fmla="*/ 34816 h 144351"/>
                <a:gd name="csX225" fmla="*/ 1053634 w 1668608"/>
                <a:gd name="csY225" fmla="*/ 51028 h 144351"/>
                <a:gd name="csX226" fmla="*/ 1033154 w 1668608"/>
                <a:gd name="csY226" fmla="*/ 54807 h 144351"/>
                <a:gd name="csX227" fmla="*/ 1028124 w 1668608"/>
                <a:gd name="csY227" fmla="*/ 47470 h 144351"/>
                <a:gd name="csX228" fmla="*/ 1017704 w 1668608"/>
                <a:gd name="csY228" fmla="*/ 44927 h 144351"/>
                <a:gd name="csX229" fmla="*/ 1005416 w 1668608"/>
                <a:gd name="csY229" fmla="*/ 47319 h 144351"/>
                <a:gd name="csX230" fmla="*/ 1002973 w 1668608"/>
                <a:gd name="csY230" fmla="*/ 51717 h 144351"/>
                <a:gd name="csX231" fmla="*/ 1005129 w 1668608"/>
                <a:gd name="csY231" fmla="*/ 55655 h 144351"/>
                <a:gd name="csX232" fmla="*/ 1025322 w 1668608"/>
                <a:gd name="csY232" fmla="*/ 61756 h 144351"/>
                <a:gd name="csX233" fmla="*/ 1049610 w 1668608"/>
                <a:gd name="csY233" fmla="*/ 71400 h 144351"/>
                <a:gd name="csX234" fmla="*/ 1056365 w 1668608"/>
                <a:gd name="csY234" fmla="*/ 87539 h 144351"/>
                <a:gd name="csX235" fmla="*/ 1046951 w 1668608"/>
                <a:gd name="csY235" fmla="*/ 106913 h 144351"/>
                <a:gd name="csX236" fmla="*/ 1019070 w 1668608"/>
                <a:gd name="csY236" fmla="*/ 115018 h 144351"/>
                <a:gd name="csX237" fmla="*/ 992554 w 1668608"/>
                <a:gd name="csY237" fmla="*/ 108221 h 144351"/>
                <a:gd name="csX238" fmla="*/ 979813 w 1668608"/>
                <a:gd name="csY238" fmla="*/ 89774 h 144351"/>
                <a:gd name="csX239" fmla="*/ 1122907 w 1668608"/>
                <a:gd name="csY239" fmla="*/ 87072 h 144351"/>
                <a:gd name="csX240" fmla="*/ 1144536 w 1668608"/>
                <a:gd name="csY240" fmla="*/ 90701 h 144351"/>
                <a:gd name="csX241" fmla="*/ 1131315 w 1668608"/>
                <a:gd name="csY241" fmla="*/ 108839 h 144351"/>
                <a:gd name="csX242" fmla="*/ 1108894 w 1668608"/>
                <a:gd name="csY242" fmla="*/ 115018 h 144351"/>
                <a:gd name="csX243" fmla="*/ 1077204 w 1668608"/>
                <a:gd name="csY243" fmla="*/ 101042 h 144351"/>
                <a:gd name="csX244" fmla="*/ 1069156 w 1668608"/>
                <a:gd name="csY244" fmla="*/ 72794 h 144351"/>
                <a:gd name="csX245" fmla="*/ 1079791 w 1668608"/>
                <a:gd name="csY245" fmla="*/ 40910 h 144351"/>
                <a:gd name="csX246" fmla="*/ 1106738 w 1668608"/>
                <a:gd name="csY246" fmla="*/ 29333 h 144351"/>
                <a:gd name="csX247" fmla="*/ 1135554 w 1668608"/>
                <a:gd name="csY247" fmla="*/ 41456 h 144351"/>
                <a:gd name="csX248" fmla="*/ 1145686 w 1668608"/>
                <a:gd name="csY248" fmla="*/ 78428 h 144351"/>
                <a:gd name="csX249" fmla="*/ 1091361 w 1668608"/>
                <a:gd name="csY249" fmla="*/ 78428 h 144351"/>
                <a:gd name="csX250" fmla="*/ 1096606 w 1668608"/>
                <a:gd name="csY250" fmla="*/ 93482 h 144351"/>
                <a:gd name="csX251" fmla="*/ 1109110 w 1668608"/>
                <a:gd name="csY251" fmla="*/ 98807 h 144351"/>
                <a:gd name="csX252" fmla="*/ 1117661 w 1668608"/>
                <a:gd name="csY252" fmla="*/ 96026 h 144351"/>
                <a:gd name="csX253" fmla="*/ 1122907 w 1668608"/>
                <a:gd name="csY253" fmla="*/ 87072 h 144351"/>
                <a:gd name="csX254" fmla="*/ 1124129 w 1668608"/>
                <a:gd name="csY254" fmla="*/ 65148 h 144351"/>
                <a:gd name="csX255" fmla="*/ 1119314 w 1668608"/>
                <a:gd name="csY255" fmla="*/ 50869 h 144351"/>
                <a:gd name="csX256" fmla="*/ 1108032 w 1668608"/>
                <a:gd name="csY256" fmla="*/ 45932 h 144351"/>
                <a:gd name="csX257" fmla="*/ 1096319 w 1668608"/>
                <a:gd name="csY257" fmla="*/ 51099 h 144351"/>
                <a:gd name="csX258" fmla="*/ 1091720 w 1668608"/>
                <a:gd name="csY258" fmla="*/ 65148 h 144351"/>
                <a:gd name="csX259" fmla="*/ 1124129 w 1668608"/>
                <a:gd name="csY259" fmla="*/ 65148 h 144351"/>
                <a:gd name="csX260" fmla="*/ 1238026 w 1668608"/>
                <a:gd name="csY260" fmla="*/ 113164 h 144351"/>
                <a:gd name="csX261" fmla="*/ 1216325 w 1668608"/>
                <a:gd name="csY261" fmla="*/ 113164 h 144351"/>
                <a:gd name="csX262" fmla="*/ 1216325 w 1668608"/>
                <a:gd name="csY262" fmla="*/ 71328 h 144351"/>
                <a:gd name="csX263" fmla="*/ 1214959 w 1668608"/>
                <a:gd name="csY263" fmla="*/ 54189 h 144351"/>
                <a:gd name="csX264" fmla="*/ 1210360 w 1668608"/>
                <a:gd name="csY264" fmla="*/ 48088 h 144351"/>
                <a:gd name="csX265" fmla="*/ 1202887 w 1668608"/>
                <a:gd name="csY265" fmla="*/ 45932 h 144351"/>
                <a:gd name="csX266" fmla="*/ 1192754 w 1668608"/>
                <a:gd name="csY266" fmla="*/ 49015 h 144351"/>
                <a:gd name="csX267" fmla="*/ 1186646 w 1668608"/>
                <a:gd name="csY267" fmla="*/ 57200 h 144351"/>
                <a:gd name="csX268" fmla="*/ 1184994 w 1668608"/>
                <a:gd name="csY268" fmla="*/ 76035 h 144351"/>
                <a:gd name="csX269" fmla="*/ 1184994 w 1668608"/>
                <a:gd name="csY269" fmla="*/ 113164 h 144351"/>
                <a:gd name="csX270" fmla="*/ 1163292 w 1668608"/>
                <a:gd name="csY270" fmla="*/ 113164 h 144351"/>
                <a:gd name="csX271" fmla="*/ 1163292 w 1668608"/>
                <a:gd name="csY271" fmla="*/ 31187 h 144351"/>
                <a:gd name="csX272" fmla="*/ 1183412 w 1668608"/>
                <a:gd name="csY272" fmla="*/ 31187 h 144351"/>
                <a:gd name="csX273" fmla="*/ 1183412 w 1668608"/>
                <a:gd name="csY273" fmla="*/ 43231 h 144351"/>
                <a:gd name="csX274" fmla="*/ 1210432 w 1668608"/>
                <a:gd name="csY274" fmla="*/ 29333 h 144351"/>
                <a:gd name="csX275" fmla="*/ 1223582 w 1668608"/>
                <a:gd name="csY275" fmla="*/ 31956 h 144351"/>
                <a:gd name="csX276" fmla="*/ 1232565 w 1668608"/>
                <a:gd name="csY276" fmla="*/ 38517 h 144351"/>
                <a:gd name="csX277" fmla="*/ 1236804 w 1668608"/>
                <a:gd name="csY277" fmla="*/ 47628 h 144351"/>
                <a:gd name="csX278" fmla="*/ 1238026 w 1668608"/>
                <a:gd name="csY278" fmla="*/ 62216 h 144351"/>
                <a:gd name="csX279" fmla="*/ 1238026 w 1668608"/>
                <a:gd name="csY279" fmla="*/ 113164 h 144351"/>
                <a:gd name="csX280" fmla="*/ 1297669 w 1668608"/>
                <a:gd name="csY280" fmla="*/ 31187 h 144351"/>
                <a:gd name="csX281" fmla="*/ 1297669 w 1668608"/>
                <a:gd name="csY281" fmla="*/ 48476 h 144351"/>
                <a:gd name="csX282" fmla="*/ 1282867 w 1668608"/>
                <a:gd name="csY282" fmla="*/ 48476 h 144351"/>
                <a:gd name="csX283" fmla="*/ 1282867 w 1668608"/>
                <a:gd name="csY283" fmla="*/ 81517 h 144351"/>
                <a:gd name="csX284" fmla="*/ 1283225 w 1668608"/>
                <a:gd name="csY284" fmla="*/ 93252 h 144351"/>
                <a:gd name="csX285" fmla="*/ 1285166 w 1668608"/>
                <a:gd name="csY285" fmla="*/ 95947 h 144351"/>
                <a:gd name="csX286" fmla="*/ 1288903 w 1668608"/>
                <a:gd name="csY286" fmla="*/ 97032 h 144351"/>
                <a:gd name="csX287" fmla="*/ 1297597 w 1668608"/>
                <a:gd name="csY287" fmla="*/ 94948 h 144351"/>
                <a:gd name="csX288" fmla="*/ 1299466 w 1668608"/>
                <a:gd name="csY288" fmla="*/ 111778 h 144351"/>
                <a:gd name="csX289" fmla="*/ 1282363 w 1668608"/>
                <a:gd name="csY289" fmla="*/ 115018 h 144351"/>
                <a:gd name="csX290" fmla="*/ 1271728 w 1668608"/>
                <a:gd name="csY290" fmla="*/ 113085 h 144351"/>
                <a:gd name="csX291" fmla="*/ 1264830 w 1668608"/>
                <a:gd name="csY291" fmla="*/ 107991 h 144351"/>
                <a:gd name="csX292" fmla="*/ 1261811 w 1668608"/>
                <a:gd name="csY292" fmla="*/ 99504 h 144351"/>
                <a:gd name="csX293" fmla="*/ 1261093 w 1668608"/>
                <a:gd name="csY293" fmla="*/ 84219 h 144351"/>
                <a:gd name="csX294" fmla="*/ 1261093 w 1668608"/>
                <a:gd name="csY294" fmla="*/ 48476 h 144351"/>
                <a:gd name="csX295" fmla="*/ 1251176 w 1668608"/>
                <a:gd name="csY295" fmla="*/ 48476 h 144351"/>
                <a:gd name="csX296" fmla="*/ 1251176 w 1668608"/>
                <a:gd name="csY296" fmla="*/ 31187 h 144351"/>
                <a:gd name="csX297" fmla="*/ 1261093 w 1668608"/>
                <a:gd name="csY297" fmla="*/ 31187 h 144351"/>
                <a:gd name="csX298" fmla="*/ 1261093 w 1668608"/>
                <a:gd name="csY298" fmla="*/ 14896 h 144351"/>
                <a:gd name="csX299" fmla="*/ 1282867 w 1668608"/>
                <a:gd name="csY299" fmla="*/ 2235 h 144351"/>
                <a:gd name="csX300" fmla="*/ 1282867 w 1668608"/>
                <a:gd name="csY300" fmla="*/ 31187 h 144351"/>
                <a:gd name="csX301" fmla="*/ 1297669 w 1668608"/>
                <a:gd name="csY301" fmla="*/ 31187 h 144351"/>
                <a:gd name="csX302" fmla="*/ 1328928 w 1668608"/>
                <a:gd name="csY302" fmla="*/ 56194 h 144351"/>
                <a:gd name="csX303" fmla="*/ 1309238 w 1668608"/>
                <a:gd name="csY303" fmla="*/ 52644 h 144351"/>
                <a:gd name="csX304" fmla="*/ 1320665 w 1668608"/>
                <a:gd name="csY304" fmla="*/ 35046 h 144351"/>
                <a:gd name="csX305" fmla="*/ 1344810 w 1668608"/>
                <a:gd name="csY305" fmla="*/ 29333 h 144351"/>
                <a:gd name="csX306" fmla="*/ 1366367 w 1668608"/>
                <a:gd name="csY306" fmla="*/ 32804 h 144351"/>
                <a:gd name="csX307" fmla="*/ 1376356 w 1668608"/>
                <a:gd name="csY307" fmla="*/ 41528 h 144351"/>
                <a:gd name="csX308" fmla="*/ 1379302 w 1668608"/>
                <a:gd name="csY308" fmla="*/ 60908 h 144351"/>
                <a:gd name="csX309" fmla="*/ 1379087 w 1668608"/>
                <a:gd name="csY309" fmla="*/ 86224 h 144351"/>
                <a:gd name="csX310" fmla="*/ 1380092 w 1668608"/>
                <a:gd name="csY310" fmla="*/ 102206 h 144351"/>
                <a:gd name="csX311" fmla="*/ 1383973 w 1668608"/>
                <a:gd name="csY311" fmla="*/ 113164 h 144351"/>
                <a:gd name="csX312" fmla="*/ 1362559 w 1668608"/>
                <a:gd name="csY312" fmla="*/ 113164 h 144351"/>
                <a:gd name="csX313" fmla="*/ 1360474 w 1668608"/>
                <a:gd name="csY313" fmla="*/ 106754 h 144351"/>
                <a:gd name="csX314" fmla="*/ 1359684 w 1668608"/>
                <a:gd name="csY314" fmla="*/ 104211 h 144351"/>
                <a:gd name="csX315" fmla="*/ 1347827 w 1668608"/>
                <a:gd name="csY315" fmla="*/ 112317 h 144351"/>
                <a:gd name="csX316" fmla="*/ 1334317 w 1668608"/>
                <a:gd name="csY316" fmla="*/ 115018 h 144351"/>
                <a:gd name="csX317" fmla="*/ 1314269 w 1668608"/>
                <a:gd name="csY317" fmla="*/ 108149 h 144351"/>
                <a:gd name="csX318" fmla="*/ 1307011 w 1668608"/>
                <a:gd name="csY318" fmla="*/ 90780 h 144351"/>
                <a:gd name="csX319" fmla="*/ 1310388 w 1668608"/>
                <a:gd name="csY319" fmla="*/ 78428 h 144351"/>
                <a:gd name="csX320" fmla="*/ 1319587 w 1668608"/>
                <a:gd name="csY320" fmla="*/ 70092 h 144351"/>
                <a:gd name="csX321" fmla="*/ 1336904 w 1668608"/>
                <a:gd name="csY321" fmla="*/ 64997 h 144351"/>
                <a:gd name="csX322" fmla="*/ 1357960 w 1668608"/>
                <a:gd name="csY322" fmla="*/ 59672 h 144351"/>
                <a:gd name="csX323" fmla="*/ 1357960 w 1668608"/>
                <a:gd name="csY323" fmla="*/ 57509 h 144351"/>
                <a:gd name="csX324" fmla="*/ 1354869 w 1668608"/>
                <a:gd name="csY324" fmla="*/ 48635 h 144351"/>
                <a:gd name="csX325" fmla="*/ 1343228 w 1668608"/>
                <a:gd name="csY325" fmla="*/ 45932 h 144351"/>
                <a:gd name="csX326" fmla="*/ 1334174 w 1668608"/>
                <a:gd name="csY326" fmla="*/ 48246 h 144351"/>
                <a:gd name="csX327" fmla="*/ 1328928 w 1668608"/>
                <a:gd name="csY327" fmla="*/ 56194 h 144351"/>
                <a:gd name="csX328" fmla="*/ 1357960 w 1668608"/>
                <a:gd name="csY328" fmla="*/ 73792 h 144351"/>
                <a:gd name="csX329" fmla="*/ 1344810 w 1668608"/>
                <a:gd name="csY329" fmla="*/ 77112 h 144351"/>
                <a:gd name="csX330" fmla="*/ 1332953 w 1668608"/>
                <a:gd name="csY330" fmla="*/ 80900 h 144351"/>
                <a:gd name="csX331" fmla="*/ 1328713 w 1668608"/>
                <a:gd name="csY331" fmla="*/ 88538 h 144351"/>
                <a:gd name="csX332" fmla="*/ 1332090 w 1668608"/>
                <a:gd name="csY332" fmla="*/ 96414 h 144351"/>
                <a:gd name="csX333" fmla="*/ 1340785 w 1668608"/>
                <a:gd name="csY333" fmla="*/ 99734 h 144351"/>
                <a:gd name="csX334" fmla="*/ 1351995 w 1668608"/>
                <a:gd name="csY334" fmla="*/ 95875 h 144351"/>
                <a:gd name="csX335" fmla="*/ 1357097 w 1668608"/>
                <a:gd name="csY335" fmla="*/ 88696 h 144351"/>
                <a:gd name="csX336" fmla="*/ 1357960 w 1668608"/>
                <a:gd name="csY336" fmla="*/ 78118 h 144351"/>
                <a:gd name="csX337" fmla="*/ 1357960 w 1668608"/>
                <a:gd name="csY337" fmla="*/ 73792 h 144351"/>
                <a:gd name="csX338" fmla="*/ 1438371 w 1668608"/>
                <a:gd name="csY338" fmla="*/ 31187 h 144351"/>
                <a:gd name="csX339" fmla="*/ 1438371 w 1668608"/>
                <a:gd name="csY339" fmla="*/ 48476 h 144351"/>
                <a:gd name="csX340" fmla="*/ 1423495 w 1668608"/>
                <a:gd name="csY340" fmla="*/ 48476 h 144351"/>
                <a:gd name="csX341" fmla="*/ 1423495 w 1668608"/>
                <a:gd name="csY341" fmla="*/ 81517 h 144351"/>
                <a:gd name="csX342" fmla="*/ 1423927 w 1668608"/>
                <a:gd name="csY342" fmla="*/ 93252 h 144351"/>
                <a:gd name="csX343" fmla="*/ 1425866 w 1668608"/>
                <a:gd name="csY343" fmla="*/ 95947 h 144351"/>
                <a:gd name="csX344" fmla="*/ 1429531 w 1668608"/>
                <a:gd name="csY344" fmla="*/ 97032 h 144351"/>
                <a:gd name="csX345" fmla="*/ 1438227 w 1668608"/>
                <a:gd name="csY345" fmla="*/ 94948 h 144351"/>
                <a:gd name="csX346" fmla="*/ 1440095 w 1668608"/>
                <a:gd name="csY346" fmla="*/ 111778 h 144351"/>
                <a:gd name="csX347" fmla="*/ 1422993 w 1668608"/>
                <a:gd name="csY347" fmla="*/ 115018 h 144351"/>
                <a:gd name="csX348" fmla="*/ 1412429 w 1668608"/>
                <a:gd name="csY348" fmla="*/ 113085 h 144351"/>
                <a:gd name="csX349" fmla="*/ 1405459 w 1668608"/>
                <a:gd name="csY349" fmla="*/ 107991 h 144351"/>
                <a:gd name="csX350" fmla="*/ 1402441 w 1668608"/>
                <a:gd name="csY350" fmla="*/ 99504 h 144351"/>
                <a:gd name="csX351" fmla="*/ 1401722 w 1668608"/>
                <a:gd name="csY351" fmla="*/ 84219 h 144351"/>
                <a:gd name="csX352" fmla="*/ 1401722 w 1668608"/>
                <a:gd name="csY352" fmla="*/ 48476 h 144351"/>
                <a:gd name="csX353" fmla="*/ 1391805 w 1668608"/>
                <a:gd name="csY353" fmla="*/ 48476 h 144351"/>
                <a:gd name="csX354" fmla="*/ 1391805 w 1668608"/>
                <a:gd name="csY354" fmla="*/ 31187 h 144351"/>
                <a:gd name="csX355" fmla="*/ 1401722 w 1668608"/>
                <a:gd name="csY355" fmla="*/ 31187 h 144351"/>
                <a:gd name="csX356" fmla="*/ 1401722 w 1668608"/>
                <a:gd name="csY356" fmla="*/ 14896 h 144351"/>
                <a:gd name="csX357" fmla="*/ 1423495 w 1668608"/>
                <a:gd name="csY357" fmla="*/ 2235 h 144351"/>
                <a:gd name="csX358" fmla="*/ 1423495 w 1668608"/>
                <a:gd name="csY358" fmla="*/ 31187 h 144351"/>
                <a:gd name="csX359" fmla="*/ 1438371 w 1668608"/>
                <a:gd name="csY359" fmla="*/ 31187 h 144351"/>
                <a:gd name="csX360" fmla="*/ 1453389 w 1668608"/>
                <a:gd name="csY360" fmla="*/ 20070 h 144351"/>
                <a:gd name="csX361" fmla="*/ 1453389 w 1668608"/>
                <a:gd name="csY361" fmla="*/ 0 h 144351"/>
                <a:gd name="csX362" fmla="*/ 1475091 w 1668608"/>
                <a:gd name="csY362" fmla="*/ 0 h 144351"/>
                <a:gd name="csX363" fmla="*/ 1475091 w 1668608"/>
                <a:gd name="csY363" fmla="*/ 20070 h 144351"/>
                <a:gd name="csX364" fmla="*/ 1453389 w 1668608"/>
                <a:gd name="csY364" fmla="*/ 20070 h 144351"/>
                <a:gd name="csX365" fmla="*/ 1453389 w 1668608"/>
                <a:gd name="csY365" fmla="*/ 113164 h 144351"/>
                <a:gd name="csX366" fmla="*/ 1453389 w 1668608"/>
                <a:gd name="csY366" fmla="*/ 31187 h 144351"/>
                <a:gd name="csX367" fmla="*/ 1475091 w 1668608"/>
                <a:gd name="csY367" fmla="*/ 31187 h 144351"/>
                <a:gd name="csX368" fmla="*/ 1475091 w 1668608"/>
                <a:gd name="csY368" fmla="*/ 113164 h 144351"/>
                <a:gd name="csX369" fmla="*/ 1453389 w 1668608"/>
                <a:gd name="csY369" fmla="*/ 113164 h 144351"/>
                <a:gd name="csX370" fmla="*/ 1492409 w 1668608"/>
                <a:gd name="csY370" fmla="*/ 71019 h 144351"/>
                <a:gd name="csX371" fmla="*/ 1497726 w 1668608"/>
                <a:gd name="csY371" fmla="*/ 50100 h 144351"/>
                <a:gd name="csX372" fmla="*/ 1512745 w 1668608"/>
                <a:gd name="csY372" fmla="*/ 34658 h 144351"/>
                <a:gd name="csX373" fmla="*/ 1534590 w 1668608"/>
                <a:gd name="csY373" fmla="*/ 29333 h 144351"/>
                <a:gd name="csX374" fmla="*/ 1565058 w 1668608"/>
                <a:gd name="csY374" fmla="*/ 41456 h 144351"/>
                <a:gd name="csX375" fmla="*/ 1576987 w 1668608"/>
                <a:gd name="csY375" fmla="*/ 71946 h 144351"/>
                <a:gd name="csX376" fmla="*/ 1564915 w 1668608"/>
                <a:gd name="csY376" fmla="*/ 102824 h 144351"/>
                <a:gd name="csX377" fmla="*/ 1534734 w 1668608"/>
                <a:gd name="csY377" fmla="*/ 115018 h 144351"/>
                <a:gd name="csX378" fmla="*/ 1513248 w 1668608"/>
                <a:gd name="csY378" fmla="*/ 109924 h 144351"/>
                <a:gd name="csX379" fmla="*/ 1497726 w 1668608"/>
                <a:gd name="csY379" fmla="*/ 95027 h 144351"/>
                <a:gd name="csX380" fmla="*/ 1492409 w 1668608"/>
                <a:gd name="csY380" fmla="*/ 71019 h 144351"/>
                <a:gd name="csX381" fmla="*/ 1514614 w 1668608"/>
                <a:gd name="csY381" fmla="*/ 72176 h 144351"/>
                <a:gd name="csX382" fmla="*/ 1520362 w 1668608"/>
                <a:gd name="csY382" fmla="*/ 90859 h 144351"/>
                <a:gd name="csX383" fmla="*/ 1534662 w 1668608"/>
                <a:gd name="csY383" fmla="*/ 97341 h 144351"/>
                <a:gd name="csX384" fmla="*/ 1548890 w 1668608"/>
                <a:gd name="csY384" fmla="*/ 90859 h 144351"/>
                <a:gd name="csX385" fmla="*/ 1554639 w 1668608"/>
                <a:gd name="csY385" fmla="*/ 72017 h 144351"/>
                <a:gd name="csX386" fmla="*/ 1548890 w 1668608"/>
                <a:gd name="csY386" fmla="*/ 53492 h 144351"/>
                <a:gd name="csX387" fmla="*/ 1534662 w 1668608"/>
                <a:gd name="csY387" fmla="*/ 47010 h 144351"/>
                <a:gd name="csX388" fmla="*/ 1520362 w 1668608"/>
                <a:gd name="csY388" fmla="*/ 53492 h 144351"/>
                <a:gd name="csX389" fmla="*/ 1514614 w 1668608"/>
                <a:gd name="csY389" fmla="*/ 72176 h 144351"/>
                <a:gd name="csX390" fmla="*/ 1668608 w 1668608"/>
                <a:gd name="csY390" fmla="*/ 113164 h 144351"/>
                <a:gd name="csX391" fmla="*/ 1646907 w 1668608"/>
                <a:gd name="csY391" fmla="*/ 113164 h 144351"/>
                <a:gd name="csX392" fmla="*/ 1646907 w 1668608"/>
                <a:gd name="csY392" fmla="*/ 71328 h 144351"/>
                <a:gd name="csX393" fmla="*/ 1645542 w 1668608"/>
                <a:gd name="csY393" fmla="*/ 54189 h 144351"/>
                <a:gd name="csX394" fmla="*/ 1640943 w 1668608"/>
                <a:gd name="csY394" fmla="*/ 48088 h 144351"/>
                <a:gd name="csX395" fmla="*/ 1633469 w 1668608"/>
                <a:gd name="csY395" fmla="*/ 45932 h 144351"/>
                <a:gd name="csX396" fmla="*/ 1623337 w 1668608"/>
                <a:gd name="csY396" fmla="*/ 49015 h 144351"/>
                <a:gd name="csX397" fmla="*/ 1617229 w 1668608"/>
                <a:gd name="csY397" fmla="*/ 57200 h 144351"/>
                <a:gd name="csX398" fmla="*/ 1615576 w 1668608"/>
                <a:gd name="csY398" fmla="*/ 76035 h 144351"/>
                <a:gd name="csX399" fmla="*/ 1615576 w 1668608"/>
                <a:gd name="csY399" fmla="*/ 113164 h 144351"/>
                <a:gd name="csX400" fmla="*/ 1593874 w 1668608"/>
                <a:gd name="csY400" fmla="*/ 113164 h 144351"/>
                <a:gd name="csX401" fmla="*/ 1593874 w 1668608"/>
                <a:gd name="csY401" fmla="*/ 31187 h 144351"/>
                <a:gd name="csX402" fmla="*/ 1613995 w 1668608"/>
                <a:gd name="csY402" fmla="*/ 31187 h 144351"/>
                <a:gd name="csX403" fmla="*/ 1613995 w 1668608"/>
                <a:gd name="csY403" fmla="*/ 43231 h 144351"/>
                <a:gd name="csX404" fmla="*/ 1641015 w 1668608"/>
                <a:gd name="csY404" fmla="*/ 29333 h 144351"/>
                <a:gd name="csX405" fmla="*/ 1654165 w 1668608"/>
                <a:gd name="csY405" fmla="*/ 31956 h 144351"/>
                <a:gd name="csX406" fmla="*/ 1663147 w 1668608"/>
                <a:gd name="csY406" fmla="*/ 38517 h 144351"/>
                <a:gd name="csX407" fmla="*/ 1667387 w 1668608"/>
                <a:gd name="csY407" fmla="*/ 47628 h 144351"/>
                <a:gd name="csX408" fmla="*/ 1668608 w 1668608"/>
                <a:gd name="csY408" fmla="*/ 62216 h 144351"/>
                <a:gd name="csX409" fmla="*/ 1668608 w 1668608"/>
                <a:gd name="csY409" fmla="*/ 113164 h 144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</a:cxnLst>
              <a:rect l="l" t="t" r="r" b="b"/>
              <a:pathLst>
                <a:path w="1668608" h="144351">
                  <a:moveTo>
                    <a:pt x="40450" y="113164"/>
                  </a:moveTo>
                  <a:lnTo>
                    <a:pt x="0" y="0"/>
                  </a:lnTo>
                  <a:lnTo>
                    <a:pt x="24784" y="0"/>
                  </a:lnTo>
                  <a:lnTo>
                    <a:pt x="53421" y="83752"/>
                  </a:lnTo>
                  <a:lnTo>
                    <a:pt x="81137" y="0"/>
                  </a:lnTo>
                  <a:lnTo>
                    <a:pt x="105375" y="0"/>
                  </a:lnTo>
                  <a:lnTo>
                    <a:pt x="64846" y="113164"/>
                  </a:lnTo>
                  <a:lnTo>
                    <a:pt x="40450" y="113164"/>
                  </a:lnTo>
                  <a:close/>
                  <a:moveTo>
                    <a:pt x="155547" y="87072"/>
                  </a:moveTo>
                  <a:lnTo>
                    <a:pt x="177163" y="90701"/>
                  </a:lnTo>
                  <a:cubicBezTo>
                    <a:pt x="174382" y="98627"/>
                    <a:pt x="169984" y="104671"/>
                    <a:pt x="163962" y="108839"/>
                  </a:cubicBezTo>
                  <a:cubicBezTo>
                    <a:pt x="157991" y="112956"/>
                    <a:pt x="150503" y="115018"/>
                    <a:pt x="141499" y="115018"/>
                  </a:cubicBezTo>
                  <a:cubicBezTo>
                    <a:pt x="127242" y="115018"/>
                    <a:pt x="116693" y="110362"/>
                    <a:pt x="109852" y="101042"/>
                  </a:cubicBezTo>
                  <a:cubicBezTo>
                    <a:pt x="104448" y="93583"/>
                    <a:pt x="101746" y="84169"/>
                    <a:pt x="101746" y="72794"/>
                  </a:cubicBezTo>
                  <a:cubicBezTo>
                    <a:pt x="101746" y="59205"/>
                    <a:pt x="105296" y="48577"/>
                    <a:pt x="112396" y="40910"/>
                  </a:cubicBezTo>
                  <a:cubicBezTo>
                    <a:pt x="119496" y="33192"/>
                    <a:pt x="128478" y="29333"/>
                    <a:pt x="139336" y="29333"/>
                  </a:cubicBezTo>
                  <a:cubicBezTo>
                    <a:pt x="151530" y="29333"/>
                    <a:pt x="161160" y="33371"/>
                    <a:pt x="168209" y="41456"/>
                  </a:cubicBezTo>
                  <a:cubicBezTo>
                    <a:pt x="175258" y="49482"/>
                    <a:pt x="178629" y="61807"/>
                    <a:pt x="178320" y="78428"/>
                  </a:cubicBezTo>
                  <a:lnTo>
                    <a:pt x="123972" y="78428"/>
                  </a:lnTo>
                  <a:cubicBezTo>
                    <a:pt x="124130" y="84859"/>
                    <a:pt x="125877" y="89875"/>
                    <a:pt x="129225" y="93482"/>
                  </a:cubicBezTo>
                  <a:cubicBezTo>
                    <a:pt x="132567" y="97032"/>
                    <a:pt x="136735" y="98807"/>
                    <a:pt x="141729" y="98807"/>
                  </a:cubicBezTo>
                  <a:cubicBezTo>
                    <a:pt x="145128" y="98807"/>
                    <a:pt x="147981" y="97880"/>
                    <a:pt x="150302" y="96026"/>
                  </a:cubicBezTo>
                  <a:cubicBezTo>
                    <a:pt x="152615" y="94172"/>
                    <a:pt x="154362" y="91190"/>
                    <a:pt x="155547" y="87072"/>
                  </a:cubicBezTo>
                  <a:close/>
                  <a:moveTo>
                    <a:pt x="156783" y="65148"/>
                  </a:moveTo>
                  <a:cubicBezTo>
                    <a:pt x="156625" y="58875"/>
                    <a:pt x="155008" y="54110"/>
                    <a:pt x="151918" y="50869"/>
                  </a:cubicBezTo>
                  <a:cubicBezTo>
                    <a:pt x="148828" y="47578"/>
                    <a:pt x="145078" y="45932"/>
                    <a:pt x="140651" y="45932"/>
                  </a:cubicBezTo>
                  <a:cubicBezTo>
                    <a:pt x="135915" y="45932"/>
                    <a:pt x="132006" y="47650"/>
                    <a:pt x="128916" y="51099"/>
                  </a:cubicBezTo>
                  <a:cubicBezTo>
                    <a:pt x="125826" y="54549"/>
                    <a:pt x="124310" y="59234"/>
                    <a:pt x="124360" y="65148"/>
                  </a:cubicBezTo>
                  <a:lnTo>
                    <a:pt x="156783" y="65148"/>
                  </a:lnTo>
                  <a:close/>
                  <a:moveTo>
                    <a:pt x="267555" y="55425"/>
                  </a:moveTo>
                  <a:lnTo>
                    <a:pt x="246170" y="59284"/>
                  </a:lnTo>
                  <a:cubicBezTo>
                    <a:pt x="245451" y="55016"/>
                    <a:pt x="243805" y="51796"/>
                    <a:pt x="241233" y="49633"/>
                  </a:cubicBezTo>
                  <a:cubicBezTo>
                    <a:pt x="238710" y="47470"/>
                    <a:pt x="235419" y="46393"/>
                    <a:pt x="231352" y="46393"/>
                  </a:cubicBezTo>
                  <a:cubicBezTo>
                    <a:pt x="225948" y="46393"/>
                    <a:pt x="221622" y="48268"/>
                    <a:pt x="218381" y="52026"/>
                  </a:cubicBezTo>
                  <a:cubicBezTo>
                    <a:pt x="215191" y="55734"/>
                    <a:pt x="213595" y="61957"/>
                    <a:pt x="213595" y="70710"/>
                  </a:cubicBezTo>
                  <a:cubicBezTo>
                    <a:pt x="213595" y="80432"/>
                    <a:pt x="215220" y="87302"/>
                    <a:pt x="218460" y="91319"/>
                  </a:cubicBezTo>
                  <a:cubicBezTo>
                    <a:pt x="221752" y="95336"/>
                    <a:pt x="226156" y="97341"/>
                    <a:pt x="231661" y="97341"/>
                  </a:cubicBezTo>
                  <a:cubicBezTo>
                    <a:pt x="235778" y="97341"/>
                    <a:pt x="239149" y="96184"/>
                    <a:pt x="241772" y="93863"/>
                  </a:cubicBezTo>
                  <a:cubicBezTo>
                    <a:pt x="244395" y="91499"/>
                    <a:pt x="246248" y="87460"/>
                    <a:pt x="247327" y="81747"/>
                  </a:cubicBezTo>
                  <a:lnTo>
                    <a:pt x="268633" y="85376"/>
                  </a:lnTo>
                  <a:cubicBezTo>
                    <a:pt x="266420" y="95149"/>
                    <a:pt x="262180" y="102536"/>
                    <a:pt x="255899" y="107531"/>
                  </a:cubicBezTo>
                  <a:cubicBezTo>
                    <a:pt x="249619" y="112517"/>
                    <a:pt x="241204" y="115018"/>
                    <a:pt x="230655" y="115018"/>
                  </a:cubicBezTo>
                  <a:cubicBezTo>
                    <a:pt x="218669" y="115018"/>
                    <a:pt x="209090" y="111232"/>
                    <a:pt x="201940" y="103672"/>
                  </a:cubicBezTo>
                  <a:cubicBezTo>
                    <a:pt x="194840" y="96105"/>
                    <a:pt x="191290" y="85635"/>
                    <a:pt x="191290" y="72255"/>
                  </a:cubicBezTo>
                  <a:cubicBezTo>
                    <a:pt x="191290" y="58716"/>
                    <a:pt x="194862" y="48196"/>
                    <a:pt x="202019" y="40680"/>
                  </a:cubicBezTo>
                  <a:cubicBezTo>
                    <a:pt x="209169" y="33113"/>
                    <a:pt x="218849" y="29333"/>
                    <a:pt x="231043" y="29333"/>
                  </a:cubicBezTo>
                  <a:cubicBezTo>
                    <a:pt x="241024" y="29333"/>
                    <a:pt x="248950" y="31496"/>
                    <a:pt x="254814" y="35815"/>
                  </a:cubicBezTo>
                  <a:cubicBezTo>
                    <a:pt x="260735" y="40090"/>
                    <a:pt x="264982" y="46622"/>
                    <a:pt x="267555" y="55425"/>
                  </a:cubicBezTo>
                  <a:close/>
                  <a:moveTo>
                    <a:pt x="321665" y="31187"/>
                  </a:moveTo>
                  <a:lnTo>
                    <a:pt x="321665" y="48476"/>
                  </a:lnTo>
                  <a:lnTo>
                    <a:pt x="306848" y="48476"/>
                  </a:lnTo>
                  <a:lnTo>
                    <a:pt x="306848" y="81517"/>
                  </a:lnTo>
                  <a:cubicBezTo>
                    <a:pt x="306848" y="88207"/>
                    <a:pt x="306977" y="92117"/>
                    <a:pt x="307229" y="93252"/>
                  </a:cubicBezTo>
                  <a:cubicBezTo>
                    <a:pt x="307537" y="94330"/>
                    <a:pt x="308184" y="95228"/>
                    <a:pt x="309162" y="95947"/>
                  </a:cubicBezTo>
                  <a:cubicBezTo>
                    <a:pt x="310189" y="96673"/>
                    <a:pt x="311425" y="97032"/>
                    <a:pt x="312870" y="97032"/>
                  </a:cubicBezTo>
                  <a:cubicBezTo>
                    <a:pt x="314874" y="97032"/>
                    <a:pt x="317777" y="96335"/>
                    <a:pt x="321586" y="94948"/>
                  </a:cubicBezTo>
                  <a:lnTo>
                    <a:pt x="323440" y="111778"/>
                  </a:lnTo>
                  <a:cubicBezTo>
                    <a:pt x="318395" y="113933"/>
                    <a:pt x="312690" y="115018"/>
                    <a:pt x="306302" y="115018"/>
                  </a:cubicBezTo>
                  <a:cubicBezTo>
                    <a:pt x="302392" y="115018"/>
                    <a:pt x="298871" y="114372"/>
                    <a:pt x="295731" y="113085"/>
                  </a:cubicBezTo>
                  <a:cubicBezTo>
                    <a:pt x="292591" y="111749"/>
                    <a:pt x="290277" y="110053"/>
                    <a:pt x="288782" y="107991"/>
                  </a:cubicBezTo>
                  <a:cubicBezTo>
                    <a:pt x="287338" y="105885"/>
                    <a:pt x="286339" y="103054"/>
                    <a:pt x="285771" y="99504"/>
                  </a:cubicBezTo>
                  <a:cubicBezTo>
                    <a:pt x="285311" y="96982"/>
                    <a:pt x="285074" y="91887"/>
                    <a:pt x="285074" y="84219"/>
                  </a:cubicBezTo>
                  <a:lnTo>
                    <a:pt x="285074" y="48476"/>
                  </a:lnTo>
                  <a:lnTo>
                    <a:pt x="275122" y="48476"/>
                  </a:lnTo>
                  <a:lnTo>
                    <a:pt x="275122" y="31187"/>
                  </a:lnTo>
                  <a:lnTo>
                    <a:pt x="285074" y="31187"/>
                  </a:lnTo>
                  <a:lnTo>
                    <a:pt x="285074" y="14896"/>
                  </a:lnTo>
                  <a:lnTo>
                    <a:pt x="306848" y="2235"/>
                  </a:lnTo>
                  <a:lnTo>
                    <a:pt x="306848" y="31187"/>
                  </a:lnTo>
                  <a:lnTo>
                    <a:pt x="321665" y="31187"/>
                  </a:lnTo>
                  <a:close/>
                  <a:moveTo>
                    <a:pt x="331704" y="71019"/>
                  </a:moveTo>
                  <a:cubicBezTo>
                    <a:pt x="331704" y="63811"/>
                    <a:pt x="333479" y="56841"/>
                    <a:pt x="337029" y="50100"/>
                  </a:cubicBezTo>
                  <a:cubicBezTo>
                    <a:pt x="340579" y="43353"/>
                    <a:pt x="345594" y="38207"/>
                    <a:pt x="352084" y="34658"/>
                  </a:cubicBezTo>
                  <a:cubicBezTo>
                    <a:pt x="358616" y="31108"/>
                    <a:pt x="365895" y="29333"/>
                    <a:pt x="373929" y="29333"/>
                  </a:cubicBezTo>
                  <a:cubicBezTo>
                    <a:pt x="386332" y="29333"/>
                    <a:pt x="396493" y="33371"/>
                    <a:pt x="404419" y="41456"/>
                  </a:cubicBezTo>
                  <a:cubicBezTo>
                    <a:pt x="412345" y="49482"/>
                    <a:pt x="416304" y="59643"/>
                    <a:pt x="416304" y="71946"/>
                  </a:cubicBezTo>
                  <a:cubicBezTo>
                    <a:pt x="416304" y="84349"/>
                    <a:pt x="412294" y="94639"/>
                    <a:pt x="404261" y="102824"/>
                  </a:cubicBezTo>
                  <a:cubicBezTo>
                    <a:pt x="396284" y="110951"/>
                    <a:pt x="386224" y="115018"/>
                    <a:pt x="374080" y="115018"/>
                  </a:cubicBezTo>
                  <a:cubicBezTo>
                    <a:pt x="366570" y="115018"/>
                    <a:pt x="359391" y="113315"/>
                    <a:pt x="352543" y="109924"/>
                  </a:cubicBezTo>
                  <a:cubicBezTo>
                    <a:pt x="345752" y="106524"/>
                    <a:pt x="340579" y="101559"/>
                    <a:pt x="337029" y="95027"/>
                  </a:cubicBezTo>
                  <a:cubicBezTo>
                    <a:pt x="333479" y="88438"/>
                    <a:pt x="331704" y="80432"/>
                    <a:pt x="331704" y="71019"/>
                  </a:cubicBezTo>
                  <a:close/>
                  <a:moveTo>
                    <a:pt x="353930" y="72176"/>
                  </a:moveTo>
                  <a:cubicBezTo>
                    <a:pt x="353930" y="80303"/>
                    <a:pt x="355863" y="86533"/>
                    <a:pt x="359722" y="90859"/>
                  </a:cubicBezTo>
                  <a:cubicBezTo>
                    <a:pt x="363581" y="95178"/>
                    <a:pt x="368345" y="97341"/>
                    <a:pt x="374001" y="97341"/>
                  </a:cubicBezTo>
                  <a:cubicBezTo>
                    <a:pt x="379663" y="97341"/>
                    <a:pt x="384398" y="95178"/>
                    <a:pt x="388207" y="90859"/>
                  </a:cubicBezTo>
                  <a:cubicBezTo>
                    <a:pt x="392066" y="86533"/>
                    <a:pt x="393999" y="80253"/>
                    <a:pt x="393999" y="72017"/>
                  </a:cubicBezTo>
                  <a:cubicBezTo>
                    <a:pt x="393999" y="63991"/>
                    <a:pt x="392066" y="57818"/>
                    <a:pt x="388207" y="53492"/>
                  </a:cubicBezTo>
                  <a:cubicBezTo>
                    <a:pt x="384398" y="49173"/>
                    <a:pt x="379663" y="47010"/>
                    <a:pt x="374001" y="47010"/>
                  </a:cubicBezTo>
                  <a:cubicBezTo>
                    <a:pt x="368345" y="47010"/>
                    <a:pt x="363581" y="49173"/>
                    <a:pt x="359722" y="53492"/>
                  </a:cubicBezTo>
                  <a:cubicBezTo>
                    <a:pt x="355863" y="57818"/>
                    <a:pt x="353930" y="64041"/>
                    <a:pt x="353930" y="72176"/>
                  </a:cubicBezTo>
                  <a:close/>
                  <a:moveTo>
                    <a:pt x="454131" y="113164"/>
                  </a:moveTo>
                  <a:lnTo>
                    <a:pt x="432437" y="113164"/>
                  </a:lnTo>
                  <a:lnTo>
                    <a:pt x="432437" y="31187"/>
                  </a:lnTo>
                  <a:lnTo>
                    <a:pt x="452586" y="31187"/>
                  </a:lnTo>
                  <a:lnTo>
                    <a:pt x="452586" y="42843"/>
                  </a:lnTo>
                  <a:cubicBezTo>
                    <a:pt x="456035" y="37338"/>
                    <a:pt x="459118" y="33709"/>
                    <a:pt x="461849" y="31956"/>
                  </a:cubicBezTo>
                  <a:cubicBezTo>
                    <a:pt x="464630" y="30210"/>
                    <a:pt x="467770" y="29333"/>
                    <a:pt x="471270" y="29333"/>
                  </a:cubicBezTo>
                  <a:cubicBezTo>
                    <a:pt x="476206" y="29333"/>
                    <a:pt x="480964" y="30698"/>
                    <a:pt x="485548" y="33422"/>
                  </a:cubicBezTo>
                  <a:lnTo>
                    <a:pt x="478829" y="52335"/>
                  </a:lnTo>
                  <a:cubicBezTo>
                    <a:pt x="475179" y="49971"/>
                    <a:pt x="471780" y="48785"/>
                    <a:pt x="468640" y="48785"/>
                  </a:cubicBezTo>
                  <a:cubicBezTo>
                    <a:pt x="465607" y="48785"/>
                    <a:pt x="463034" y="49633"/>
                    <a:pt x="460922" y="51336"/>
                  </a:cubicBezTo>
                  <a:cubicBezTo>
                    <a:pt x="458809" y="52982"/>
                    <a:pt x="457142" y="55993"/>
                    <a:pt x="455906" y="60362"/>
                  </a:cubicBezTo>
                  <a:cubicBezTo>
                    <a:pt x="454720" y="64738"/>
                    <a:pt x="454131" y="73900"/>
                    <a:pt x="454131" y="87848"/>
                  </a:cubicBezTo>
                  <a:lnTo>
                    <a:pt x="454131" y="113164"/>
                  </a:lnTo>
                  <a:close/>
                  <a:moveTo>
                    <a:pt x="539199" y="113164"/>
                  </a:moveTo>
                  <a:lnTo>
                    <a:pt x="539199" y="0"/>
                  </a:lnTo>
                  <a:lnTo>
                    <a:pt x="587287" y="0"/>
                  </a:lnTo>
                  <a:cubicBezTo>
                    <a:pt x="599381" y="0"/>
                    <a:pt x="608155" y="1028"/>
                    <a:pt x="613609" y="3090"/>
                  </a:cubicBezTo>
                  <a:cubicBezTo>
                    <a:pt x="619114" y="5095"/>
                    <a:pt x="623518" y="8695"/>
                    <a:pt x="626810" y="13897"/>
                  </a:cubicBezTo>
                  <a:cubicBezTo>
                    <a:pt x="630101" y="19093"/>
                    <a:pt x="631753" y="25036"/>
                    <a:pt x="631753" y="31726"/>
                  </a:cubicBezTo>
                  <a:cubicBezTo>
                    <a:pt x="631753" y="40220"/>
                    <a:pt x="629253" y="47240"/>
                    <a:pt x="624266" y="52802"/>
                  </a:cubicBezTo>
                  <a:cubicBezTo>
                    <a:pt x="619271" y="58307"/>
                    <a:pt x="611805" y="61778"/>
                    <a:pt x="601875" y="63222"/>
                  </a:cubicBezTo>
                  <a:cubicBezTo>
                    <a:pt x="606818" y="66103"/>
                    <a:pt x="610886" y="69265"/>
                    <a:pt x="614076" y="72714"/>
                  </a:cubicBezTo>
                  <a:cubicBezTo>
                    <a:pt x="617317" y="76164"/>
                    <a:pt x="621664" y="82286"/>
                    <a:pt x="627119" y="91089"/>
                  </a:cubicBezTo>
                  <a:lnTo>
                    <a:pt x="640937" y="113164"/>
                  </a:lnTo>
                  <a:lnTo>
                    <a:pt x="613609" y="113164"/>
                  </a:lnTo>
                  <a:lnTo>
                    <a:pt x="597089" y="88538"/>
                  </a:lnTo>
                  <a:cubicBezTo>
                    <a:pt x="591225" y="79742"/>
                    <a:pt x="587208" y="74209"/>
                    <a:pt x="585052" y="71946"/>
                  </a:cubicBezTo>
                  <a:cubicBezTo>
                    <a:pt x="582889" y="69625"/>
                    <a:pt x="580597" y="68058"/>
                    <a:pt x="578175" y="67232"/>
                  </a:cubicBezTo>
                  <a:cubicBezTo>
                    <a:pt x="575761" y="66362"/>
                    <a:pt x="571923" y="65924"/>
                    <a:pt x="566678" y="65924"/>
                  </a:cubicBezTo>
                  <a:lnTo>
                    <a:pt x="562043" y="65924"/>
                  </a:lnTo>
                  <a:lnTo>
                    <a:pt x="562043" y="113164"/>
                  </a:lnTo>
                  <a:lnTo>
                    <a:pt x="539199" y="113164"/>
                  </a:lnTo>
                  <a:close/>
                  <a:moveTo>
                    <a:pt x="562043" y="47858"/>
                  </a:moveTo>
                  <a:lnTo>
                    <a:pt x="578951" y="47858"/>
                  </a:lnTo>
                  <a:cubicBezTo>
                    <a:pt x="589910" y="47858"/>
                    <a:pt x="596758" y="47399"/>
                    <a:pt x="599482" y="46471"/>
                  </a:cubicBezTo>
                  <a:cubicBezTo>
                    <a:pt x="602212" y="45545"/>
                    <a:pt x="604346" y="43949"/>
                    <a:pt x="605891" y="41685"/>
                  </a:cubicBezTo>
                  <a:cubicBezTo>
                    <a:pt x="607436" y="39422"/>
                    <a:pt x="608205" y="36591"/>
                    <a:pt x="608205" y="33192"/>
                  </a:cubicBezTo>
                  <a:cubicBezTo>
                    <a:pt x="608205" y="29383"/>
                    <a:pt x="607178" y="26322"/>
                    <a:pt x="605115" y="24008"/>
                  </a:cubicBezTo>
                  <a:cubicBezTo>
                    <a:pt x="603111" y="21637"/>
                    <a:pt x="600257" y="20150"/>
                    <a:pt x="596550" y="19531"/>
                  </a:cubicBezTo>
                  <a:cubicBezTo>
                    <a:pt x="594696" y="19273"/>
                    <a:pt x="589141" y="19143"/>
                    <a:pt x="579878" y="19143"/>
                  </a:cubicBezTo>
                  <a:lnTo>
                    <a:pt x="562043" y="19143"/>
                  </a:lnTo>
                  <a:lnTo>
                    <a:pt x="562043" y="47858"/>
                  </a:lnTo>
                  <a:close/>
                  <a:moveTo>
                    <a:pt x="700681" y="87072"/>
                  </a:moveTo>
                  <a:lnTo>
                    <a:pt x="722297" y="90701"/>
                  </a:lnTo>
                  <a:cubicBezTo>
                    <a:pt x="719516" y="98627"/>
                    <a:pt x="715118" y="104671"/>
                    <a:pt x="709096" y="108839"/>
                  </a:cubicBezTo>
                  <a:cubicBezTo>
                    <a:pt x="703124" y="112956"/>
                    <a:pt x="695637" y="115018"/>
                    <a:pt x="686633" y="115018"/>
                  </a:cubicBezTo>
                  <a:cubicBezTo>
                    <a:pt x="672383" y="115018"/>
                    <a:pt x="661827" y="110362"/>
                    <a:pt x="654986" y="101042"/>
                  </a:cubicBezTo>
                  <a:cubicBezTo>
                    <a:pt x="649582" y="93583"/>
                    <a:pt x="646880" y="84169"/>
                    <a:pt x="646880" y="72794"/>
                  </a:cubicBezTo>
                  <a:cubicBezTo>
                    <a:pt x="646880" y="59205"/>
                    <a:pt x="650430" y="48577"/>
                    <a:pt x="657530" y="40910"/>
                  </a:cubicBezTo>
                  <a:cubicBezTo>
                    <a:pt x="664637" y="33192"/>
                    <a:pt x="673612" y="29333"/>
                    <a:pt x="684470" y="29333"/>
                  </a:cubicBezTo>
                  <a:cubicBezTo>
                    <a:pt x="696671" y="29333"/>
                    <a:pt x="706294" y="33371"/>
                    <a:pt x="713343" y="41456"/>
                  </a:cubicBezTo>
                  <a:cubicBezTo>
                    <a:pt x="720392" y="49482"/>
                    <a:pt x="723763" y="61807"/>
                    <a:pt x="723454" y="78428"/>
                  </a:cubicBezTo>
                  <a:lnTo>
                    <a:pt x="669114" y="78428"/>
                  </a:lnTo>
                  <a:cubicBezTo>
                    <a:pt x="669264" y="84859"/>
                    <a:pt x="671018" y="89875"/>
                    <a:pt x="674359" y="93482"/>
                  </a:cubicBezTo>
                  <a:cubicBezTo>
                    <a:pt x="677708" y="97032"/>
                    <a:pt x="681876" y="98807"/>
                    <a:pt x="686863" y="98807"/>
                  </a:cubicBezTo>
                  <a:cubicBezTo>
                    <a:pt x="690262" y="98807"/>
                    <a:pt x="693122" y="97880"/>
                    <a:pt x="695435" y="96026"/>
                  </a:cubicBezTo>
                  <a:cubicBezTo>
                    <a:pt x="697749" y="94172"/>
                    <a:pt x="699503" y="91190"/>
                    <a:pt x="700681" y="87072"/>
                  </a:cubicBezTo>
                  <a:close/>
                  <a:moveTo>
                    <a:pt x="701917" y="65148"/>
                  </a:moveTo>
                  <a:cubicBezTo>
                    <a:pt x="701767" y="58875"/>
                    <a:pt x="700142" y="54110"/>
                    <a:pt x="697053" y="50869"/>
                  </a:cubicBezTo>
                  <a:cubicBezTo>
                    <a:pt x="693970" y="47578"/>
                    <a:pt x="690211" y="45932"/>
                    <a:pt x="685785" y="45932"/>
                  </a:cubicBezTo>
                  <a:cubicBezTo>
                    <a:pt x="681049" y="45932"/>
                    <a:pt x="677140" y="47650"/>
                    <a:pt x="674050" y="51099"/>
                  </a:cubicBezTo>
                  <a:cubicBezTo>
                    <a:pt x="670967" y="54549"/>
                    <a:pt x="669444" y="59234"/>
                    <a:pt x="669494" y="65148"/>
                  </a:cubicBezTo>
                  <a:lnTo>
                    <a:pt x="701917" y="65148"/>
                  </a:lnTo>
                  <a:close/>
                  <a:moveTo>
                    <a:pt x="740592" y="31187"/>
                  </a:moveTo>
                  <a:lnTo>
                    <a:pt x="760813" y="31187"/>
                  </a:lnTo>
                  <a:lnTo>
                    <a:pt x="760813" y="43231"/>
                  </a:lnTo>
                  <a:cubicBezTo>
                    <a:pt x="763444" y="39113"/>
                    <a:pt x="766993" y="35764"/>
                    <a:pt x="771470" y="33192"/>
                  </a:cubicBezTo>
                  <a:cubicBezTo>
                    <a:pt x="775947" y="30619"/>
                    <a:pt x="780913" y="29333"/>
                    <a:pt x="786367" y="29333"/>
                  </a:cubicBezTo>
                  <a:cubicBezTo>
                    <a:pt x="795888" y="29333"/>
                    <a:pt x="803965" y="33063"/>
                    <a:pt x="810605" y="40529"/>
                  </a:cubicBezTo>
                  <a:cubicBezTo>
                    <a:pt x="817245" y="47988"/>
                    <a:pt x="820565" y="58386"/>
                    <a:pt x="820565" y="71709"/>
                  </a:cubicBezTo>
                  <a:cubicBezTo>
                    <a:pt x="820565" y="85398"/>
                    <a:pt x="817216" y="96055"/>
                    <a:pt x="810526" y="103672"/>
                  </a:cubicBezTo>
                  <a:cubicBezTo>
                    <a:pt x="803836" y="111232"/>
                    <a:pt x="795737" y="115018"/>
                    <a:pt x="786216" y="115018"/>
                  </a:cubicBezTo>
                  <a:cubicBezTo>
                    <a:pt x="781681" y="115018"/>
                    <a:pt x="777571" y="114113"/>
                    <a:pt x="773863" y="112317"/>
                  </a:cubicBezTo>
                  <a:cubicBezTo>
                    <a:pt x="770206" y="110513"/>
                    <a:pt x="766347" y="107423"/>
                    <a:pt x="762287" y="103054"/>
                  </a:cubicBezTo>
                  <a:lnTo>
                    <a:pt x="762287" y="144352"/>
                  </a:lnTo>
                  <a:lnTo>
                    <a:pt x="740592" y="144352"/>
                  </a:lnTo>
                  <a:lnTo>
                    <a:pt x="740592" y="31187"/>
                  </a:lnTo>
                  <a:close/>
                  <a:moveTo>
                    <a:pt x="762049" y="70789"/>
                  </a:moveTo>
                  <a:cubicBezTo>
                    <a:pt x="762049" y="79994"/>
                    <a:pt x="763882" y="86814"/>
                    <a:pt x="767532" y="91240"/>
                  </a:cubicBezTo>
                  <a:cubicBezTo>
                    <a:pt x="771190" y="95616"/>
                    <a:pt x="775638" y="97801"/>
                    <a:pt x="780884" y="97801"/>
                  </a:cubicBezTo>
                  <a:cubicBezTo>
                    <a:pt x="785928" y="97801"/>
                    <a:pt x="790125" y="95796"/>
                    <a:pt x="793467" y="91779"/>
                  </a:cubicBezTo>
                  <a:cubicBezTo>
                    <a:pt x="796815" y="87719"/>
                    <a:pt x="798489" y="81079"/>
                    <a:pt x="798489" y="71867"/>
                  </a:cubicBezTo>
                  <a:cubicBezTo>
                    <a:pt x="798489" y="63272"/>
                    <a:pt x="796765" y="56891"/>
                    <a:pt x="793316" y="52723"/>
                  </a:cubicBezTo>
                  <a:cubicBezTo>
                    <a:pt x="789867" y="48555"/>
                    <a:pt x="785598" y="46471"/>
                    <a:pt x="780503" y="46471"/>
                  </a:cubicBezTo>
                  <a:cubicBezTo>
                    <a:pt x="775200" y="46471"/>
                    <a:pt x="770802" y="48527"/>
                    <a:pt x="767302" y="52644"/>
                  </a:cubicBezTo>
                  <a:cubicBezTo>
                    <a:pt x="763803" y="56711"/>
                    <a:pt x="762049" y="62755"/>
                    <a:pt x="762049" y="70789"/>
                  </a:cubicBezTo>
                  <a:close/>
                  <a:moveTo>
                    <a:pt x="858622" y="113164"/>
                  </a:moveTo>
                  <a:lnTo>
                    <a:pt x="836927" y="113164"/>
                  </a:lnTo>
                  <a:lnTo>
                    <a:pt x="836927" y="31187"/>
                  </a:lnTo>
                  <a:lnTo>
                    <a:pt x="857077" y="31187"/>
                  </a:lnTo>
                  <a:lnTo>
                    <a:pt x="857077" y="42843"/>
                  </a:lnTo>
                  <a:cubicBezTo>
                    <a:pt x="860526" y="37338"/>
                    <a:pt x="863609" y="33709"/>
                    <a:pt x="866339" y="31956"/>
                  </a:cubicBezTo>
                  <a:cubicBezTo>
                    <a:pt x="869120" y="30210"/>
                    <a:pt x="872261" y="29333"/>
                    <a:pt x="875760" y="29333"/>
                  </a:cubicBezTo>
                  <a:cubicBezTo>
                    <a:pt x="880697" y="29333"/>
                    <a:pt x="885461" y="30698"/>
                    <a:pt x="890039" y="33422"/>
                  </a:cubicBezTo>
                  <a:lnTo>
                    <a:pt x="883320" y="52335"/>
                  </a:lnTo>
                  <a:cubicBezTo>
                    <a:pt x="879669" y="49971"/>
                    <a:pt x="876270" y="48785"/>
                    <a:pt x="873130" y="48785"/>
                  </a:cubicBezTo>
                  <a:cubicBezTo>
                    <a:pt x="870098" y="48785"/>
                    <a:pt x="867525" y="49633"/>
                    <a:pt x="865412" y="51336"/>
                  </a:cubicBezTo>
                  <a:cubicBezTo>
                    <a:pt x="863307" y="52982"/>
                    <a:pt x="861633" y="55993"/>
                    <a:pt x="860397" y="60362"/>
                  </a:cubicBezTo>
                  <a:cubicBezTo>
                    <a:pt x="859211" y="64738"/>
                    <a:pt x="858622" y="73900"/>
                    <a:pt x="858622" y="87848"/>
                  </a:cubicBezTo>
                  <a:lnTo>
                    <a:pt x="858622" y="113164"/>
                  </a:lnTo>
                  <a:close/>
                  <a:moveTo>
                    <a:pt x="946930" y="87072"/>
                  </a:moveTo>
                  <a:lnTo>
                    <a:pt x="968545" y="90701"/>
                  </a:lnTo>
                  <a:cubicBezTo>
                    <a:pt x="965764" y="98627"/>
                    <a:pt x="961366" y="104671"/>
                    <a:pt x="955344" y="108839"/>
                  </a:cubicBezTo>
                  <a:cubicBezTo>
                    <a:pt x="949373" y="112956"/>
                    <a:pt x="941885" y="115018"/>
                    <a:pt x="932881" y="115018"/>
                  </a:cubicBezTo>
                  <a:cubicBezTo>
                    <a:pt x="918624" y="115018"/>
                    <a:pt x="908075" y="110362"/>
                    <a:pt x="901234" y="101042"/>
                  </a:cubicBezTo>
                  <a:cubicBezTo>
                    <a:pt x="895830" y="93583"/>
                    <a:pt x="893129" y="84169"/>
                    <a:pt x="893129" y="72794"/>
                  </a:cubicBezTo>
                  <a:cubicBezTo>
                    <a:pt x="893129" y="59205"/>
                    <a:pt x="896678" y="48577"/>
                    <a:pt x="903778" y="40910"/>
                  </a:cubicBezTo>
                  <a:cubicBezTo>
                    <a:pt x="910878" y="33192"/>
                    <a:pt x="919860" y="29333"/>
                    <a:pt x="930718" y="29333"/>
                  </a:cubicBezTo>
                  <a:cubicBezTo>
                    <a:pt x="942913" y="29333"/>
                    <a:pt x="952535" y="33371"/>
                    <a:pt x="959591" y="41456"/>
                  </a:cubicBezTo>
                  <a:cubicBezTo>
                    <a:pt x="966641" y="49482"/>
                    <a:pt x="970011" y="61807"/>
                    <a:pt x="969702" y="78428"/>
                  </a:cubicBezTo>
                  <a:lnTo>
                    <a:pt x="915355" y="78428"/>
                  </a:lnTo>
                  <a:cubicBezTo>
                    <a:pt x="915513" y="84859"/>
                    <a:pt x="917259" y="89875"/>
                    <a:pt x="920608" y="93482"/>
                  </a:cubicBezTo>
                  <a:cubicBezTo>
                    <a:pt x="923949" y="97032"/>
                    <a:pt x="928117" y="98807"/>
                    <a:pt x="933111" y="98807"/>
                  </a:cubicBezTo>
                  <a:cubicBezTo>
                    <a:pt x="936510" y="98807"/>
                    <a:pt x="939363" y="97880"/>
                    <a:pt x="941677" y="96026"/>
                  </a:cubicBezTo>
                  <a:cubicBezTo>
                    <a:pt x="943998" y="94172"/>
                    <a:pt x="945744" y="91190"/>
                    <a:pt x="946930" y="87072"/>
                  </a:cubicBezTo>
                  <a:close/>
                  <a:moveTo>
                    <a:pt x="948166" y="65148"/>
                  </a:moveTo>
                  <a:cubicBezTo>
                    <a:pt x="948008" y="58875"/>
                    <a:pt x="946391" y="54110"/>
                    <a:pt x="943301" y="50869"/>
                  </a:cubicBezTo>
                  <a:cubicBezTo>
                    <a:pt x="940211" y="47578"/>
                    <a:pt x="936460" y="45932"/>
                    <a:pt x="932033" y="45932"/>
                  </a:cubicBezTo>
                  <a:cubicBezTo>
                    <a:pt x="927298" y="45932"/>
                    <a:pt x="923389" y="47650"/>
                    <a:pt x="920299" y="51099"/>
                  </a:cubicBezTo>
                  <a:cubicBezTo>
                    <a:pt x="917209" y="54549"/>
                    <a:pt x="915692" y="59234"/>
                    <a:pt x="915743" y="65148"/>
                  </a:cubicBezTo>
                  <a:lnTo>
                    <a:pt x="948166" y="65148"/>
                  </a:lnTo>
                  <a:close/>
                  <a:moveTo>
                    <a:pt x="979813" y="89774"/>
                  </a:moveTo>
                  <a:lnTo>
                    <a:pt x="1001608" y="86454"/>
                  </a:lnTo>
                  <a:cubicBezTo>
                    <a:pt x="1002542" y="90672"/>
                    <a:pt x="1004410" y="93892"/>
                    <a:pt x="1007213" y="96105"/>
                  </a:cubicBezTo>
                  <a:cubicBezTo>
                    <a:pt x="1010015" y="98268"/>
                    <a:pt x="1014040" y="99346"/>
                    <a:pt x="1019070" y="99346"/>
                  </a:cubicBezTo>
                  <a:cubicBezTo>
                    <a:pt x="1024747" y="99346"/>
                    <a:pt x="1028915" y="98318"/>
                    <a:pt x="1031789" y="96256"/>
                  </a:cubicBezTo>
                  <a:cubicBezTo>
                    <a:pt x="1033657" y="94819"/>
                    <a:pt x="1034591" y="92885"/>
                    <a:pt x="1034591" y="90471"/>
                  </a:cubicBezTo>
                  <a:cubicBezTo>
                    <a:pt x="1034591" y="88825"/>
                    <a:pt x="1034088" y="87460"/>
                    <a:pt x="1033082" y="86375"/>
                  </a:cubicBezTo>
                  <a:cubicBezTo>
                    <a:pt x="1032004" y="85348"/>
                    <a:pt x="1029561" y="84399"/>
                    <a:pt x="1025825" y="83522"/>
                  </a:cubicBezTo>
                  <a:cubicBezTo>
                    <a:pt x="1008291" y="79664"/>
                    <a:pt x="997224" y="76135"/>
                    <a:pt x="992554" y="72945"/>
                  </a:cubicBezTo>
                  <a:cubicBezTo>
                    <a:pt x="986086" y="68518"/>
                    <a:pt x="982824" y="62374"/>
                    <a:pt x="982824" y="54498"/>
                  </a:cubicBezTo>
                  <a:cubicBezTo>
                    <a:pt x="982824" y="47399"/>
                    <a:pt x="985655" y="41427"/>
                    <a:pt x="991260" y="36591"/>
                  </a:cubicBezTo>
                  <a:cubicBezTo>
                    <a:pt x="996865" y="31755"/>
                    <a:pt x="1005560" y="29333"/>
                    <a:pt x="1017345" y="29333"/>
                  </a:cubicBezTo>
                  <a:cubicBezTo>
                    <a:pt x="1028555" y="29333"/>
                    <a:pt x="1036891" y="31158"/>
                    <a:pt x="1042352" y="34816"/>
                  </a:cubicBezTo>
                  <a:cubicBezTo>
                    <a:pt x="1047814" y="38466"/>
                    <a:pt x="1051550" y="43870"/>
                    <a:pt x="1053634" y="51028"/>
                  </a:cubicBezTo>
                  <a:lnTo>
                    <a:pt x="1033154" y="54807"/>
                  </a:lnTo>
                  <a:cubicBezTo>
                    <a:pt x="1032292" y="51617"/>
                    <a:pt x="1030639" y="49173"/>
                    <a:pt x="1028124" y="47470"/>
                  </a:cubicBezTo>
                  <a:cubicBezTo>
                    <a:pt x="1025753" y="45775"/>
                    <a:pt x="1022232" y="44927"/>
                    <a:pt x="1017704" y="44927"/>
                  </a:cubicBezTo>
                  <a:cubicBezTo>
                    <a:pt x="1012027" y="44927"/>
                    <a:pt x="1007931" y="45724"/>
                    <a:pt x="1005416" y="47319"/>
                  </a:cubicBezTo>
                  <a:cubicBezTo>
                    <a:pt x="1003764" y="48448"/>
                    <a:pt x="1002973" y="49921"/>
                    <a:pt x="1002973" y="51717"/>
                  </a:cubicBezTo>
                  <a:cubicBezTo>
                    <a:pt x="1002973" y="53262"/>
                    <a:pt x="1003692" y="54577"/>
                    <a:pt x="1005129" y="55655"/>
                  </a:cubicBezTo>
                  <a:cubicBezTo>
                    <a:pt x="1007069" y="57100"/>
                    <a:pt x="1013824" y="59126"/>
                    <a:pt x="1025322" y="61756"/>
                  </a:cubicBezTo>
                  <a:cubicBezTo>
                    <a:pt x="1036963" y="64379"/>
                    <a:pt x="1045011" y="67598"/>
                    <a:pt x="1049610" y="71400"/>
                  </a:cubicBezTo>
                  <a:cubicBezTo>
                    <a:pt x="1054137" y="75266"/>
                    <a:pt x="1056365" y="80641"/>
                    <a:pt x="1056365" y="87539"/>
                  </a:cubicBezTo>
                  <a:cubicBezTo>
                    <a:pt x="1056365" y="95049"/>
                    <a:pt x="1053275" y="101509"/>
                    <a:pt x="1046951" y="106913"/>
                  </a:cubicBezTo>
                  <a:cubicBezTo>
                    <a:pt x="1040699" y="112317"/>
                    <a:pt x="1031429" y="115018"/>
                    <a:pt x="1019070" y="115018"/>
                  </a:cubicBezTo>
                  <a:cubicBezTo>
                    <a:pt x="1007931" y="115018"/>
                    <a:pt x="999093" y="112755"/>
                    <a:pt x="992554" y="108221"/>
                  </a:cubicBezTo>
                  <a:cubicBezTo>
                    <a:pt x="986086" y="103693"/>
                    <a:pt x="981818" y="97542"/>
                    <a:pt x="979813" y="89774"/>
                  </a:cubicBezTo>
                  <a:close/>
                  <a:moveTo>
                    <a:pt x="1122907" y="87072"/>
                  </a:moveTo>
                  <a:lnTo>
                    <a:pt x="1144536" y="90701"/>
                  </a:lnTo>
                  <a:cubicBezTo>
                    <a:pt x="1141734" y="98627"/>
                    <a:pt x="1137350" y="104671"/>
                    <a:pt x="1131315" y="108839"/>
                  </a:cubicBezTo>
                  <a:cubicBezTo>
                    <a:pt x="1125350" y="112956"/>
                    <a:pt x="1117877" y="115018"/>
                    <a:pt x="1108894" y="115018"/>
                  </a:cubicBezTo>
                  <a:cubicBezTo>
                    <a:pt x="1094594" y="115018"/>
                    <a:pt x="1084103" y="110362"/>
                    <a:pt x="1077204" y="101042"/>
                  </a:cubicBezTo>
                  <a:cubicBezTo>
                    <a:pt x="1071815" y="93583"/>
                    <a:pt x="1069156" y="84169"/>
                    <a:pt x="1069156" y="72794"/>
                  </a:cubicBezTo>
                  <a:cubicBezTo>
                    <a:pt x="1069156" y="59205"/>
                    <a:pt x="1072677" y="48577"/>
                    <a:pt x="1079791" y="40910"/>
                  </a:cubicBezTo>
                  <a:cubicBezTo>
                    <a:pt x="1086905" y="33192"/>
                    <a:pt x="1095888" y="29333"/>
                    <a:pt x="1106738" y="29333"/>
                  </a:cubicBezTo>
                  <a:cubicBezTo>
                    <a:pt x="1118883" y="29333"/>
                    <a:pt x="1128512" y="33371"/>
                    <a:pt x="1135554" y="41456"/>
                  </a:cubicBezTo>
                  <a:cubicBezTo>
                    <a:pt x="1142668" y="49482"/>
                    <a:pt x="1145974" y="61807"/>
                    <a:pt x="1145686" y="78428"/>
                  </a:cubicBezTo>
                  <a:lnTo>
                    <a:pt x="1091361" y="78428"/>
                  </a:lnTo>
                  <a:cubicBezTo>
                    <a:pt x="1091504" y="84859"/>
                    <a:pt x="1093229" y="89875"/>
                    <a:pt x="1096606" y="93482"/>
                  </a:cubicBezTo>
                  <a:cubicBezTo>
                    <a:pt x="1099983" y="97032"/>
                    <a:pt x="1104151" y="98807"/>
                    <a:pt x="1109110" y="98807"/>
                  </a:cubicBezTo>
                  <a:cubicBezTo>
                    <a:pt x="1112487" y="98807"/>
                    <a:pt x="1115361" y="97880"/>
                    <a:pt x="1117661" y="96026"/>
                  </a:cubicBezTo>
                  <a:cubicBezTo>
                    <a:pt x="1119961" y="94172"/>
                    <a:pt x="1121757" y="91190"/>
                    <a:pt x="1122907" y="87072"/>
                  </a:cubicBezTo>
                  <a:close/>
                  <a:moveTo>
                    <a:pt x="1124129" y="65148"/>
                  </a:moveTo>
                  <a:cubicBezTo>
                    <a:pt x="1123985" y="58875"/>
                    <a:pt x="1122404" y="54110"/>
                    <a:pt x="1119314" y="50869"/>
                  </a:cubicBezTo>
                  <a:cubicBezTo>
                    <a:pt x="1116224" y="47578"/>
                    <a:pt x="1112487" y="45932"/>
                    <a:pt x="1108032" y="45932"/>
                  </a:cubicBezTo>
                  <a:cubicBezTo>
                    <a:pt x="1103289" y="45932"/>
                    <a:pt x="1099409" y="47650"/>
                    <a:pt x="1096319" y="51099"/>
                  </a:cubicBezTo>
                  <a:cubicBezTo>
                    <a:pt x="1093229" y="54549"/>
                    <a:pt x="1091720" y="59234"/>
                    <a:pt x="1091720" y="65148"/>
                  </a:cubicBezTo>
                  <a:lnTo>
                    <a:pt x="1124129" y="65148"/>
                  </a:lnTo>
                  <a:close/>
                  <a:moveTo>
                    <a:pt x="1238026" y="113164"/>
                  </a:moveTo>
                  <a:lnTo>
                    <a:pt x="1216325" y="113164"/>
                  </a:lnTo>
                  <a:lnTo>
                    <a:pt x="1216325" y="71328"/>
                  </a:lnTo>
                  <a:cubicBezTo>
                    <a:pt x="1216325" y="62475"/>
                    <a:pt x="1215893" y="56762"/>
                    <a:pt x="1214959" y="54189"/>
                  </a:cubicBezTo>
                  <a:cubicBezTo>
                    <a:pt x="1214025" y="51566"/>
                    <a:pt x="1212516" y="49533"/>
                    <a:pt x="1210360" y="48088"/>
                  </a:cubicBezTo>
                  <a:cubicBezTo>
                    <a:pt x="1208348" y="46651"/>
                    <a:pt x="1205832" y="45932"/>
                    <a:pt x="1202887" y="45932"/>
                  </a:cubicBezTo>
                  <a:cubicBezTo>
                    <a:pt x="1199150" y="45932"/>
                    <a:pt x="1195773" y="46960"/>
                    <a:pt x="1192754" y="49015"/>
                  </a:cubicBezTo>
                  <a:cubicBezTo>
                    <a:pt x="1189808" y="51078"/>
                    <a:pt x="1187725" y="53801"/>
                    <a:pt x="1186646" y="57200"/>
                  </a:cubicBezTo>
                  <a:cubicBezTo>
                    <a:pt x="1185496" y="60599"/>
                    <a:pt x="1184994" y="66872"/>
                    <a:pt x="1184994" y="76035"/>
                  </a:cubicBezTo>
                  <a:lnTo>
                    <a:pt x="1184994" y="113164"/>
                  </a:lnTo>
                  <a:lnTo>
                    <a:pt x="1163292" y="113164"/>
                  </a:lnTo>
                  <a:lnTo>
                    <a:pt x="1163292" y="31187"/>
                  </a:lnTo>
                  <a:lnTo>
                    <a:pt x="1183412" y="31187"/>
                  </a:lnTo>
                  <a:lnTo>
                    <a:pt x="1183412" y="43231"/>
                  </a:lnTo>
                  <a:cubicBezTo>
                    <a:pt x="1190598" y="33968"/>
                    <a:pt x="1199581" y="29333"/>
                    <a:pt x="1210432" y="29333"/>
                  </a:cubicBezTo>
                  <a:cubicBezTo>
                    <a:pt x="1215246" y="29333"/>
                    <a:pt x="1219630" y="30210"/>
                    <a:pt x="1223582" y="31956"/>
                  </a:cubicBezTo>
                  <a:cubicBezTo>
                    <a:pt x="1227534" y="33659"/>
                    <a:pt x="1230553" y="35843"/>
                    <a:pt x="1232565" y="38517"/>
                  </a:cubicBezTo>
                  <a:cubicBezTo>
                    <a:pt x="1234576" y="41197"/>
                    <a:pt x="1236014" y="44229"/>
                    <a:pt x="1236804" y="47628"/>
                  </a:cubicBezTo>
                  <a:cubicBezTo>
                    <a:pt x="1237595" y="51028"/>
                    <a:pt x="1238026" y="55885"/>
                    <a:pt x="1238026" y="62216"/>
                  </a:cubicBezTo>
                  <a:lnTo>
                    <a:pt x="1238026" y="113164"/>
                  </a:lnTo>
                  <a:close/>
                  <a:moveTo>
                    <a:pt x="1297669" y="31187"/>
                  </a:moveTo>
                  <a:lnTo>
                    <a:pt x="1297669" y="48476"/>
                  </a:lnTo>
                  <a:lnTo>
                    <a:pt x="1282867" y="48476"/>
                  </a:lnTo>
                  <a:lnTo>
                    <a:pt x="1282867" y="81517"/>
                  </a:lnTo>
                  <a:cubicBezTo>
                    <a:pt x="1282867" y="88207"/>
                    <a:pt x="1283010" y="92117"/>
                    <a:pt x="1283225" y="93252"/>
                  </a:cubicBezTo>
                  <a:cubicBezTo>
                    <a:pt x="1283585" y="94330"/>
                    <a:pt x="1284231" y="95228"/>
                    <a:pt x="1285166" y="95947"/>
                  </a:cubicBezTo>
                  <a:cubicBezTo>
                    <a:pt x="1286244" y="96673"/>
                    <a:pt x="1287466" y="97032"/>
                    <a:pt x="1288903" y="97032"/>
                  </a:cubicBezTo>
                  <a:cubicBezTo>
                    <a:pt x="1290915" y="97032"/>
                    <a:pt x="1293789" y="96335"/>
                    <a:pt x="1297597" y="94948"/>
                  </a:cubicBezTo>
                  <a:lnTo>
                    <a:pt x="1299466" y="111778"/>
                  </a:lnTo>
                  <a:cubicBezTo>
                    <a:pt x="1294436" y="113933"/>
                    <a:pt x="1288687" y="115018"/>
                    <a:pt x="1282363" y="115018"/>
                  </a:cubicBezTo>
                  <a:cubicBezTo>
                    <a:pt x="1278411" y="115018"/>
                    <a:pt x="1274890" y="114372"/>
                    <a:pt x="1271728" y="113085"/>
                  </a:cubicBezTo>
                  <a:cubicBezTo>
                    <a:pt x="1268638" y="111749"/>
                    <a:pt x="1266267" y="110053"/>
                    <a:pt x="1264830" y="107991"/>
                  </a:cubicBezTo>
                  <a:cubicBezTo>
                    <a:pt x="1263392" y="105885"/>
                    <a:pt x="1262386" y="103054"/>
                    <a:pt x="1261811" y="99504"/>
                  </a:cubicBezTo>
                  <a:cubicBezTo>
                    <a:pt x="1261309" y="96982"/>
                    <a:pt x="1261093" y="91887"/>
                    <a:pt x="1261093" y="84219"/>
                  </a:cubicBezTo>
                  <a:lnTo>
                    <a:pt x="1261093" y="48476"/>
                  </a:lnTo>
                  <a:lnTo>
                    <a:pt x="1251176" y="48476"/>
                  </a:lnTo>
                  <a:lnTo>
                    <a:pt x="1251176" y="31187"/>
                  </a:lnTo>
                  <a:lnTo>
                    <a:pt x="1261093" y="31187"/>
                  </a:lnTo>
                  <a:lnTo>
                    <a:pt x="1261093" y="14896"/>
                  </a:lnTo>
                  <a:lnTo>
                    <a:pt x="1282867" y="2235"/>
                  </a:lnTo>
                  <a:lnTo>
                    <a:pt x="1282867" y="31187"/>
                  </a:lnTo>
                  <a:lnTo>
                    <a:pt x="1297669" y="31187"/>
                  </a:lnTo>
                  <a:close/>
                  <a:moveTo>
                    <a:pt x="1328928" y="56194"/>
                  </a:moveTo>
                  <a:lnTo>
                    <a:pt x="1309238" y="52644"/>
                  </a:lnTo>
                  <a:cubicBezTo>
                    <a:pt x="1311467" y="44718"/>
                    <a:pt x="1315275" y="38854"/>
                    <a:pt x="1320665" y="35046"/>
                  </a:cubicBezTo>
                  <a:cubicBezTo>
                    <a:pt x="1326125" y="31237"/>
                    <a:pt x="1334103" y="29333"/>
                    <a:pt x="1344810" y="29333"/>
                  </a:cubicBezTo>
                  <a:cubicBezTo>
                    <a:pt x="1354438" y="29333"/>
                    <a:pt x="1361696" y="30490"/>
                    <a:pt x="1366367" y="32804"/>
                  </a:cubicBezTo>
                  <a:cubicBezTo>
                    <a:pt x="1371109" y="35068"/>
                    <a:pt x="1374416" y="37978"/>
                    <a:pt x="1376356" y="41528"/>
                  </a:cubicBezTo>
                  <a:cubicBezTo>
                    <a:pt x="1378295" y="45027"/>
                    <a:pt x="1379302" y="51487"/>
                    <a:pt x="1379302" y="60908"/>
                  </a:cubicBezTo>
                  <a:lnTo>
                    <a:pt x="1379087" y="86224"/>
                  </a:lnTo>
                  <a:cubicBezTo>
                    <a:pt x="1379087" y="93432"/>
                    <a:pt x="1379374" y="98757"/>
                    <a:pt x="1380092" y="102206"/>
                  </a:cubicBezTo>
                  <a:cubicBezTo>
                    <a:pt x="1380811" y="105598"/>
                    <a:pt x="1382104" y="109255"/>
                    <a:pt x="1383973" y="113164"/>
                  </a:cubicBezTo>
                  <a:lnTo>
                    <a:pt x="1362559" y="113164"/>
                  </a:lnTo>
                  <a:cubicBezTo>
                    <a:pt x="1361984" y="111720"/>
                    <a:pt x="1361265" y="109586"/>
                    <a:pt x="1360474" y="106754"/>
                  </a:cubicBezTo>
                  <a:cubicBezTo>
                    <a:pt x="1360116" y="105468"/>
                    <a:pt x="1359828" y="104620"/>
                    <a:pt x="1359684" y="104211"/>
                  </a:cubicBezTo>
                  <a:cubicBezTo>
                    <a:pt x="1355947" y="107811"/>
                    <a:pt x="1351995" y="110513"/>
                    <a:pt x="1347827" y="112317"/>
                  </a:cubicBezTo>
                  <a:cubicBezTo>
                    <a:pt x="1343588" y="114113"/>
                    <a:pt x="1339060" y="115018"/>
                    <a:pt x="1334317" y="115018"/>
                  </a:cubicBezTo>
                  <a:cubicBezTo>
                    <a:pt x="1325838" y="115018"/>
                    <a:pt x="1319155" y="112726"/>
                    <a:pt x="1314269" y="108149"/>
                  </a:cubicBezTo>
                  <a:cubicBezTo>
                    <a:pt x="1309454" y="103564"/>
                    <a:pt x="1307011" y="97779"/>
                    <a:pt x="1307011" y="90780"/>
                  </a:cubicBezTo>
                  <a:cubicBezTo>
                    <a:pt x="1307011" y="86145"/>
                    <a:pt x="1308160" y="82028"/>
                    <a:pt x="1310388" y="78428"/>
                  </a:cubicBezTo>
                  <a:cubicBezTo>
                    <a:pt x="1312545" y="74777"/>
                    <a:pt x="1315634" y="71996"/>
                    <a:pt x="1319587" y="70092"/>
                  </a:cubicBezTo>
                  <a:cubicBezTo>
                    <a:pt x="1323610" y="68137"/>
                    <a:pt x="1329360" y="66434"/>
                    <a:pt x="1336904" y="64997"/>
                  </a:cubicBezTo>
                  <a:cubicBezTo>
                    <a:pt x="1347037" y="63093"/>
                    <a:pt x="1354079" y="61318"/>
                    <a:pt x="1357960" y="59672"/>
                  </a:cubicBezTo>
                  <a:lnTo>
                    <a:pt x="1357960" y="57509"/>
                  </a:lnTo>
                  <a:cubicBezTo>
                    <a:pt x="1357960" y="53341"/>
                    <a:pt x="1356953" y="50381"/>
                    <a:pt x="1354869" y="48635"/>
                  </a:cubicBezTo>
                  <a:cubicBezTo>
                    <a:pt x="1352858" y="46831"/>
                    <a:pt x="1348977" y="45932"/>
                    <a:pt x="1343228" y="45932"/>
                  </a:cubicBezTo>
                  <a:cubicBezTo>
                    <a:pt x="1339348" y="45932"/>
                    <a:pt x="1336402" y="46701"/>
                    <a:pt x="1334174" y="48246"/>
                  </a:cubicBezTo>
                  <a:cubicBezTo>
                    <a:pt x="1332018" y="49741"/>
                    <a:pt x="1330294" y="52385"/>
                    <a:pt x="1328928" y="56194"/>
                  </a:cubicBezTo>
                  <a:close/>
                  <a:moveTo>
                    <a:pt x="1357960" y="73792"/>
                  </a:moveTo>
                  <a:cubicBezTo>
                    <a:pt x="1355229" y="74720"/>
                    <a:pt x="1350774" y="75826"/>
                    <a:pt x="1344810" y="77112"/>
                  </a:cubicBezTo>
                  <a:cubicBezTo>
                    <a:pt x="1338773" y="78399"/>
                    <a:pt x="1334821" y="79664"/>
                    <a:pt x="1332953" y="80900"/>
                  </a:cubicBezTo>
                  <a:cubicBezTo>
                    <a:pt x="1330150" y="82904"/>
                    <a:pt x="1328713" y="85455"/>
                    <a:pt x="1328713" y="88538"/>
                  </a:cubicBezTo>
                  <a:cubicBezTo>
                    <a:pt x="1328713" y="91578"/>
                    <a:pt x="1329862" y="94201"/>
                    <a:pt x="1332090" y="96414"/>
                  </a:cubicBezTo>
                  <a:cubicBezTo>
                    <a:pt x="1334389" y="98627"/>
                    <a:pt x="1337264" y="99734"/>
                    <a:pt x="1340785" y="99734"/>
                  </a:cubicBezTo>
                  <a:cubicBezTo>
                    <a:pt x="1344666" y="99734"/>
                    <a:pt x="1348402" y="98448"/>
                    <a:pt x="1351995" y="95875"/>
                  </a:cubicBezTo>
                  <a:cubicBezTo>
                    <a:pt x="1354582" y="93921"/>
                    <a:pt x="1356307" y="91528"/>
                    <a:pt x="1357097" y="88696"/>
                  </a:cubicBezTo>
                  <a:cubicBezTo>
                    <a:pt x="1357672" y="86842"/>
                    <a:pt x="1357960" y="83314"/>
                    <a:pt x="1357960" y="78118"/>
                  </a:cubicBezTo>
                  <a:lnTo>
                    <a:pt x="1357960" y="73792"/>
                  </a:lnTo>
                  <a:close/>
                  <a:moveTo>
                    <a:pt x="1438371" y="31187"/>
                  </a:moveTo>
                  <a:lnTo>
                    <a:pt x="1438371" y="48476"/>
                  </a:lnTo>
                  <a:lnTo>
                    <a:pt x="1423495" y="48476"/>
                  </a:lnTo>
                  <a:lnTo>
                    <a:pt x="1423495" y="81517"/>
                  </a:lnTo>
                  <a:cubicBezTo>
                    <a:pt x="1423495" y="88207"/>
                    <a:pt x="1423639" y="92117"/>
                    <a:pt x="1423927" y="93252"/>
                  </a:cubicBezTo>
                  <a:cubicBezTo>
                    <a:pt x="1424214" y="94330"/>
                    <a:pt x="1424861" y="95228"/>
                    <a:pt x="1425866" y="95947"/>
                  </a:cubicBezTo>
                  <a:cubicBezTo>
                    <a:pt x="1426873" y="96673"/>
                    <a:pt x="1428095" y="97032"/>
                    <a:pt x="1429531" y="97032"/>
                  </a:cubicBezTo>
                  <a:cubicBezTo>
                    <a:pt x="1431544" y="97032"/>
                    <a:pt x="1434418" y="96335"/>
                    <a:pt x="1438227" y="94948"/>
                  </a:cubicBezTo>
                  <a:lnTo>
                    <a:pt x="1440095" y="111778"/>
                  </a:lnTo>
                  <a:cubicBezTo>
                    <a:pt x="1435065" y="113933"/>
                    <a:pt x="1429388" y="115018"/>
                    <a:pt x="1422993" y="115018"/>
                  </a:cubicBezTo>
                  <a:cubicBezTo>
                    <a:pt x="1419040" y="115018"/>
                    <a:pt x="1415519" y="114372"/>
                    <a:pt x="1412429" y="113085"/>
                  </a:cubicBezTo>
                  <a:cubicBezTo>
                    <a:pt x="1409267" y="111749"/>
                    <a:pt x="1406967" y="110053"/>
                    <a:pt x="1405459" y="107991"/>
                  </a:cubicBezTo>
                  <a:cubicBezTo>
                    <a:pt x="1404022" y="105885"/>
                    <a:pt x="1403016" y="103054"/>
                    <a:pt x="1402441" y="99504"/>
                  </a:cubicBezTo>
                  <a:cubicBezTo>
                    <a:pt x="1402009" y="96982"/>
                    <a:pt x="1401722" y="91887"/>
                    <a:pt x="1401722" y="84219"/>
                  </a:cubicBezTo>
                  <a:lnTo>
                    <a:pt x="1401722" y="48476"/>
                  </a:lnTo>
                  <a:lnTo>
                    <a:pt x="1391805" y="48476"/>
                  </a:lnTo>
                  <a:lnTo>
                    <a:pt x="1391805" y="31187"/>
                  </a:lnTo>
                  <a:lnTo>
                    <a:pt x="1401722" y="31187"/>
                  </a:lnTo>
                  <a:lnTo>
                    <a:pt x="1401722" y="14896"/>
                  </a:lnTo>
                  <a:lnTo>
                    <a:pt x="1423495" y="2235"/>
                  </a:lnTo>
                  <a:lnTo>
                    <a:pt x="1423495" y="31187"/>
                  </a:lnTo>
                  <a:lnTo>
                    <a:pt x="1438371" y="31187"/>
                  </a:lnTo>
                  <a:close/>
                  <a:moveTo>
                    <a:pt x="1453389" y="20070"/>
                  </a:moveTo>
                  <a:lnTo>
                    <a:pt x="1453389" y="0"/>
                  </a:lnTo>
                  <a:lnTo>
                    <a:pt x="1475091" y="0"/>
                  </a:lnTo>
                  <a:lnTo>
                    <a:pt x="1475091" y="20070"/>
                  </a:lnTo>
                  <a:lnTo>
                    <a:pt x="1453389" y="20070"/>
                  </a:lnTo>
                  <a:close/>
                  <a:moveTo>
                    <a:pt x="1453389" y="113164"/>
                  </a:moveTo>
                  <a:lnTo>
                    <a:pt x="1453389" y="31187"/>
                  </a:lnTo>
                  <a:lnTo>
                    <a:pt x="1475091" y="31187"/>
                  </a:lnTo>
                  <a:lnTo>
                    <a:pt x="1475091" y="113164"/>
                  </a:lnTo>
                  <a:lnTo>
                    <a:pt x="1453389" y="113164"/>
                  </a:lnTo>
                  <a:close/>
                  <a:moveTo>
                    <a:pt x="1492409" y="71019"/>
                  </a:moveTo>
                  <a:cubicBezTo>
                    <a:pt x="1492409" y="63811"/>
                    <a:pt x="1494133" y="56841"/>
                    <a:pt x="1497726" y="50100"/>
                  </a:cubicBezTo>
                  <a:cubicBezTo>
                    <a:pt x="1501248" y="43353"/>
                    <a:pt x="1506278" y="38207"/>
                    <a:pt x="1512745" y="34658"/>
                  </a:cubicBezTo>
                  <a:cubicBezTo>
                    <a:pt x="1519284" y="31108"/>
                    <a:pt x="1526542" y="29333"/>
                    <a:pt x="1534590" y="29333"/>
                  </a:cubicBezTo>
                  <a:cubicBezTo>
                    <a:pt x="1547023" y="29333"/>
                    <a:pt x="1557154" y="33371"/>
                    <a:pt x="1565058" y="41456"/>
                  </a:cubicBezTo>
                  <a:cubicBezTo>
                    <a:pt x="1573036" y="49482"/>
                    <a:pt x="1576987" y="59643"/>
                    <a:pt x="1576987" y="71946"/>
                  </a:cubicBezTo>
                  <a:cubicBezTo>
                    <a:pt x="1576987" y="84349"/>
                    <a:pt x="1572964" y="94639"/>
                    <a:pt x="1564915" y="102824"/>
                  </a:cubicBezTo>
                  <a:cubicBezTo>
                    <a:pt x="1556939" y="110951"/>
                    <a:pt x="1546879" y="115018"/>
                    <a:pt x="1534734" y="115018"/>
                  </a:cubicBezTo>
                  <a:cubicBezTo>
                    <a:pt x="1527261" y="115018"/>
                    <a:pt x="1520075" y="113315"/>
                    <a:pt x="1513248" y="109924"/>
                  </a:cubicBezTo>
                  <a:cubicBezTo>
                    <a:pt x="1506422" y="106524"/>
                    <a:pt x="1501248" y="101559"/>
                    <a:pt x="1497726" y="95027"/>
                  </a:cubicBezTo>
                  <a:cubicBezTo>
                    <a:pt x="1494133" y="88438"/>
                    <a:pt x="1492409" y="80432"/>
                    <a:pt x="1492409" y="71019"/>
                  </a:cubicBezTo>
                  <a:close/>
                  <a:moveTo>
                    <a:pt x="1514614" y="72176"/>
                  </a:moveTo>
                  <a:cubicBezTo>
                    <a:pt x="1514614" y="80303"/>
                    <a:pt x="1516553" y="86533"/>
                    <a:pt x="1520362" y="90859"/>
                  </a:cubicBezTo>
                  <a:cubicBezTo>
                    <a:pt x="1524243" y="95178"/>
                    <a:pt x="1528986" y="97341"/>
                    <a:pt x="1534662" y="97341"/>
                  </a:cubicBezTo>
                  <a:cubicBezTo>
                    <a:pt x="1540339" y="97341"/>
                    <a:pt x="1545082" y="95178"/>
                    <a:pt x="1548890" y="90859"/>
                  </a:cubicBezTo>
                  <a:cubicBezTo>
                    <a:pt x="1552771" y="86533"/>
                    <a:pt x="1554639" y="80253"/>
                    <a:pt x="1554639" y="72017"/>
                  </a:cubicBezTo>
                  <a:cubicBezTo>
                    <a:pt x="1554639" y="63991"/>
                    <a:pt x="1552771" y="57818"/>
                    <a:pt x="1548890" y="53492"/>
                  </a:cubicBezTo>
                  <a:cubicBezTo>
                    <a:pt x="1545082" y="49173"/>
                    <a:pt x="1540339" y="47010"/>
                    <a:pt x="1534662" y="47010"/>
                  </a:cubicBezTo>
                  <a:cubicBezTo>
                    <a:pt x="1528986" y="47010"/>
                    <a:pt x="1524243" y="49173"/>
                    <a:pt x="1520362" y="53492"/>
                  </a:cubicBezTo>
                  <a:cubicBezTo>
                    <a:pt x="1516553" y="57818"/>
                    <a:pt x="1514614" y="64041"/>
                    <a:pt x="1514614" y="72176"/>
                  </a:cubicBezTo>
                  <a:close/>
                  <a:moveTo>
                    <a:pt x="1668608" y="113164"/>
                  </a:moveTo>
                  <a:lnTo>
                    <a:pt x="1646907" y="113164"/>
                  </a:lnTo>
                  <a:lnTo>
                    <a:pt x="1646907" y="71328"/>
                  </a:lnTo>
                  <a:cubicBezTo>
                    <a:pt x="1646907" y="62475"/>
                    <a:pt x="1646476" y="56762"/>
                    <a:pt x="1645542" y="54189"/>
                  </a:cubicBezTo>
                  <a:cubicBezTo>
                    <a:pt x="1644608" y="51566"/>
                    <a:pt x="1643099" y="49533"/>
                    <a:pt x="1640943" y="48088"/>
                  </a:cubicBezTo>
                  <a:cubicBezTo>
                    <a:pt x="1638930" y="46651"/>
                    <a:pt x="1636415" y="45932"/>
                    <a:pt x="1633469" y="45932"/>
                  </a:cubicBezTo>
                  <a:cubicBezTo>
                    <a:pt x="1629732" y="45932"/>
                    <a:pt x="1626355" y="46960"/>
                    <a:pt x="1623337" y="49015"/>
                  </a:cubicBezTo>
                  <a:cubicBezTo>
                    <a:pt x="1620391" y="51078"/>
                    <a:pt x="1618307" y="53801"/>
                    <a:pt x="1617229" y="57200"/>
                  </a:cubicBezTo>
                  <a:cubicBezTo>
                    <a:pt x="1616079" y="60599"/>
                    <a:pt x="1615576" y="66872"/>
                    <a:pt x="1615576" y="76035"/>
                  </a:cubicBezTo>
                  <a:lnTo>
                    <a:pt x="1615576" y="113164"/>
                  </a:lnTo>
                  <a:lnTo>
                    <a:pt x="1593874" y="113164"/>
                  </a:lnTo>
                  <a:lnTo>
                    <a:pt x="1593874" y="31187"/>
                  </a:lnTo>
                  <a:lnTo>
                    <a:pt x="1613995" y="31187"/>
                  </a:lnTo>
                  <a:lnTo>
                    <a:pt x="1613995" y="43231"/>
                  </a:lnTo>
                  <a:cubicBezTo>
                    <a:pt x="1621181" y="33968"/>
                    <a:pt x="1630164" y="29333"/>
                    <a:pt x="1641015" y="29333"/>
                  </a:cubicBezTo>
                  <a:cubicBezTo>
                    <a:pt x="1645829" y="29333"/>
                    <a:pt x="1650213" y="30210"/>
                    <a:pt x="1654165" y="31956"/>
                  </a:cubicBezTo>
                  <a:cubicBezTo>
                    <a:pt x="1658117" y="33659"/>
                    <a:pt x="1661136" y="35843"/>
                    <a:pt x="1663147" y="38517"/>
                  </a:cubicBezTo>
                  <a:cubicBezTo>
                    <a:pt x="1665159" y="41197"/>
                    <a:pt x="1666596" y="44229"/>
                    <a:pt x="1667387" y="47628"/>
                  </a:cubicBezTo>
                  <a:cubicBezTo>
                    <a:pt x="1668178" y="51028"/>
                    <a:pt x="1668608" y="55885"/>
                    <a:pt x="1668608" y="62216"/>
                  </a:cubicBezTo>
                  <a:lnTo>
                    <a:pt x="1668608" y="113164"/>
                  </a:lnTo>
                  <a:close/>
                </a:path>
              </a:pathLst>
            </a:custGeom>
            <a:solidFill>
              <a:srgbClr val="D64545"/>
            </a:solidFill>
            <a:ln w="7183" cap="flat">
              <a:noFill/>
              <a:prstDash val="solid"/>
              <a:miter/>
            </a:ln>
          </p:spPr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D8A26F8-0E08-7292-EC3A-5D7494B1EAC3}"/>
              </a:ext>
            </a:extLst>
          </p:cNvPr>
          <p:cNvGrpSpPr/>
          <p:nvPr/>
        </p:nvGrpSpPr>
        <p:grpSpPr>
          <a:xfrm>
            <a:off x="2121195" y="1852409"/>
            <a:ext cx="2215330" cy="977793"/>
            <a:chOff x="2121195" y="1852409"/>
            <a:chExt cx="2215330" cy="9777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B03F5A1-272A-8CFE-27EE-4A2EA8E6154D}"/>
                </a:ext>
              </a:extLst>
            </p:cNvPr>
            <p:cNvSpPr/>
            <p:nvPr/>
          </p:nvSpPr>
          <p:spPr>
            <a:xfrm>
              <a:off x="2121195" y="2276371"/>
              <a:ext cx="2215330" cy="553831"/>
            </a:xfrm>
            <a:custGeom>
              <a:avLst/>
              <a:gdLst>
                <a:gd name="csX0" fmla="*/ 1517675 w 1580911"/>
                <a:gd name="csY0" fmla="*/ 0 h 395227"/>
                <a:gd name="csX1" fmla="*/ 63236 w 1580911"/>
                <a:gd name="csY1" fmla="*/ 0 h 395227"/>
                <a:gd name="csX2" fmla="*/ 0 w 1580911"/>
                <a:gd name="csY2" fmla="*/ 63236 h 395227"/>
                <a:gd name="csX3" fmla="*/ 0 w 1580911"/>
                <a:gd name="csY3" fmla="*/ 331991 h 395227"/>
                <a:gd name="csX4" fmla="*/ 63236 w 1580911"/>
                <a:gd name="csY4" fmla="*/ 395228 h 395227"/>
                <a:gd name="csX5" fmla="*/ 1517675 w 1580911"/>
                <a:gd name="csY5" fmla="*/ 395228 h 395227"/>
                <a:gd name="csX6" fmla="*/ 1580911 w 1580911"/>
                <a:gd name="csY6" fmla="*/ 331991 h 395227"/>
                <a:gd name="csX7" fmla="*/ 1580911 w 1580911"/>
                <a:gd name="csY7" fmla="*/ 63236 h 395227"/>
                <a:gd name="csX8" fmla="*/ 1517675 w 1580911"/>
                <a:gd name="csY8" fmla="*/ 0 h 395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80911" h="395227">
                  <a:moveTo>
                    <a:pt x="1517675" y="0"/>
                  </a:moveTo>
                  <a:lnTo>
                    <a:pt x="63236" y="0"/>
                  </a:lnTo>
                  <a:cubicBezTo>
                    <a:pt x="28313" y="0"/>
                    <a:pt x="0" y="28313"/>
                    <a:pt x="0" y="63236"/>
                  </a:cubicBezTo>
                  <a:lnTo>
                    <a:pt x="0" y="331991"/>
                  </a:lnTo>
                  <a:cubicBezTo>
                    <a:pt x="0" y="366915"/>
                    <a:pt x="28313" y="395228"/>
                    <a:pt x="63236" y="395228"/>
                  </a:cubicBezTo>
                  <a:lnTo>
                    <a:pt x="1517675" y="395228"/>
                  </a:lnTo>
                  <a:cubicBezTo>
                    <a:pt x="1552598" y="395228"/>
                    <a:pt x="1580911" y="366915"/>
                    <a:pt x="1580911" y="331991"/>
                  </a:cubicBezTo>
                  <a:lnTo>
                    <a:pt x="1580911" y="63236"/>
                  </a:lnTo>
                  <a:cubicBezTo>
                    <a:pt x="1580911" y="28313"/>
                    <a:pt x="1552598" y="0"/>
                    <a:pt x="1517675" y="0"/>
                  </a:cubicBezTo>
                  <a:close/>
                </a:path>
              </a:pathLst>
            </a:custGeom>
            <a:solidFill>
              <a:srgbClr val="FFFFFF"/>
            </a:solidFill>
            <a:ln w="21550" cap="flat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6482E7B-6C20-E852-336D-3B74165921DF}"/>
                </a:ext>
              </a:extLst>
            </p:cNvPr>
            <p:cNvSpPr/>
            <p:nvPr/>
          </p:nvSpPr>
          <p:spPr>
            <a:xfrm>
              <a:off x="2311270" y="2470232"/>
              <a:ext cx="1865941" cy="205199"/>
            </a:xfrm>
            <a:custGeom>
              <a:avLst/>
              <a:gdLst>
                <a:gd name="csX0" fmla="*/ 33580 w 1331579"/>
                <a:gd name="csY0" fmla="*/ 113165 h 146435"/>
                <a:gd name="csX1" fmla="*/ 33580 w 1331579"/>
                <a:gd name="csY1" fmla="*/ 19143 h 146435"/>
                <a:gd name="csX2" fmla="*/ 0 w 1331579"/>
                <a:gd name="csY2" fmla="*/ 19143 h 146435"/>
                <a:gd name="csX3" fmla="*/ 0 w 1331579"/>
                <a:gd name="csY3" fmla="*/ 0 h 146435"/>
                <a:gd name="csX4" fmla="*/ 89932 w 1331579"/>
                <a:gd name="csY4" fmla="*/ 0 h 146435"/>
                <a:gd name="csX5" fmla="*/ 89932 w 1331579"/>
                <a:gd name="csY5" fmla="*/ 19143 h 146435"/>
                <a:gd name="csX6" fmla="*/ 56431 w 1331579"/>
                <a:gd name="csY6" fmla="*/ 19143 h 146435"/>
                <a:gd name="csX7" fmla="*/ 56431 w 1331579"/>
                <a:gd name="csY7" fmla="*/ 113165 h 146435"/>
                <a:gd name="csX8" fmla="*/ 33580 w 1331579"/>
                <a:gd name="csY8" fmla="*/ 113165 h 146435"/>
                <a:gd name="csX9" fmla="*/ 126207 w 1331579"/>
                <a:gd name="csY9" fmla="*/ 0 h 146435"/>
                <a:gd name="csX10" fmla="*/ 126207 w 1331579"/>
                <a:gd name="csY10" fmla="*/ 41607 h 146435"/>
                <a:gd name="csX11" fmla="*/ 151300 w 1331579"/>
                <a:gd name="csY11" fmla="*/ 29333 h 146435"/>
                <a:gd name="csX12" fmla="*/ 164810 w 1331579"/>
                <a:gd name="csY12" fmla="*/ 32114 h 146435"/>
                <a:gd name="csX13" fmla="*/ 173836 w 1331579"/>
                <a:gd name="csY13" fmla="*/ 39214 h 146435"/>
                <a:gd name="csX14" fmla="*/ 178003 w 1331579"/>
                <a:gd name="csY14" fmla="*/ 48785 h 146435"/>
                <a:gd name="csX15" fmla="*/ 179168 w 1331579"/>
                <a:gd name="csY15" fmla="*/ 65076 h 146435"/>
                <a:gd name="csX16" fmla="*/ 179168 w 1331579"/>
                <a:gd name="csY16" fmla="*/ 113165 h 146435"/>
                <a:gd name="csX17" fmla="*/ 157473 w 1331579"/>
                <a:gd name="csY17" fmla="*/ 113165 h 146435"/>
                <a:gd name="csX18" fmla="*/ 157473 w 1331579"/>
                <a:gd name="csY18" fmla="*/ 69862 h 146435"/>
                <a:gd name="csX19" fmla="*/ 156237 w 1331579"/>
                <a:gd name="csY19" fmla="*/ 53492 h 146435"/>
                <a:gd name="csX20" fmla="*/ 151839 w 1331579"/>
                <a:gd name="csY20" fmla="*/ 48017 h 146435"/>
                <a:gd name="csX21" fmla="*/ 144043 w 1331579"/>
                <a:gd name="csY21" fmla="*/ 45933 h 146435"/>
                <a:gd name="csX22" fmla="*/ 134392 w 1331579"/>
                <a:gd name="csY22" fmla="*/ 48556 h 146435"/>
                <a:gd name="csX23" fmla="*/ 128140 w 1331579"/>
                <a:gd name="csY23" fmla="*/ 56503 h 146435"/>
                <a:gd name="csX24" fmla="*/ 126207 w 1331579"/>
                <a:gd name="csY24" fmla="*/ 72097 h 146435"/>
                <a:gd name="csX25" fmla="*/ 126207 w 1331579"/>
                <a:gd name="csY25" fmla="*/ 113165 h 146435"/>
                <a:gd name="csX26" fmla="*/ 104520 w 1331579"/>
                <a:gd name="csY26" fmla="*/ 113165 h 146435"/>
                <a:gd name="csX27" fmla="*/ 104520 w 1331579"/>
                <a:gd name="csY27" fmla="*/ 0 h 146435"/>
                <a:gd name="csX28" fmla="*/ 126207 w 1331579"/>
                <a:gd name="csY28" fmla="*/ 0 h 146435"/>
                <a:gd name="csX29" fmla="*/ 217454 w 1331579"/>
                <a:gd name="csY29" fmla="*/ 56194 h 146435"/>
                <a:gd name="csX30" fmla="*/ 197765 w 1331579"/>
                <a:gd name="csY30" fmla="*/ 52644 h 146435"/>
                <a:gd name="csX31" fmla="*/ 209190 w 1331579"/>
                <a:gd name="csY31" fmla="*/ 35046 h 146435"/>
                <a:gd name="csX32" fmla="*/ 233278 w 1331579"/>
                <a:gd name="csY32" fmla="*/ 29333 h 146435"/>
                <a:gd name="csX33" fmla="*/ 254893 w 1331579"/>
                <a:gd name="csY33" fmla="*/ 32804 h 146435"/>
                <a:gd name="csX34" fmla="*/ 264846 w 1331579"/>
                <a:gd name="csY34" fmla="*/ 41528 h 146435"/>
                <a:gd name="csX35" fmla="*/ 267785 w 1331579"/>
                <a:gd name="csY35" fmla="*/ 60908 h 146435"/>
                <a:gd name="csX36" fmla="*/ 267548 w 1331579"/>
                <a:gd name="csY36" fmla="*/ 86224 h 146435"/>
                <a:gd name="csX37" fmla="*/ 268554 w 1331579"/>
                <a:gd name="csY37" fmla="*/ 102206 h 146435"/>
                <a:gd name="csX38" fmla="*/ 272492 w 1331579"/>
                <a:gd name="csY38" fmla="*/ 113165 h 146435"/>
                <a:gd name="csX39" fmla="*/ 251034 w 1331579"/>
                <a:gd name="csY39" fmla="*/ 113165 h 146435"/>
                <a:gd name="csX40" fmla="*/ 248950 w 1331579"/>
                <a:gd name="csY40" fmla="*/ 106755 h 146435"/>
                <a:gd name="csX41" fmla="*/ 248174 w 1331579"/>
                <a:gd name="csY41" fmla="*/ 104211 h 146435"/>
                <a:gd name="csX42" fmla="*/ 236289 w 1331579"/>
                <a:gd name="csY42" fmla="*/ 112317 h 146435"/>
                <a:gd name="csX43" fmla="*/ 222779 w 1331579"/>
                <a:gd name="csY43" fmla="*/ 115018 h 146435"/>
                <a:gd name="csX44" fmla="*/ 202788 w 1331579"/>
                <a:gd name="csY44" fmla="*/ 108149 h 146435"/>
                <a:gd name="csX45" fmla="*/ 195530 w 1331579"/>
                <a:gd name="csY45" fmla="*/ 90780 h 146435"/>
                <a:gd name="csX46" fmla="*/ 198850 w 1331579"/>
                <a:gd name="csY46" fmla="*/ 78428 h 146435"/>
                <a:gd name="csX47" fmla="*/ 208113 w 1331579"/>
                <a:gd name="csY47" fmla="*/ 70092 h 146435"/>
                <a:gd name="csX48" fmla="*/ 225402 w 1331579"/>
                <a:gd name="csY48" fmla="*/ 64997 h 146435"/>
                <a:gd name="csX49" fmla="*/ 246478 w 1331579"/>
                <a:gd name="csY49" fmla="*/ 59672 h 146435"/>
                <a:gd name="csX50" fmla="*/ 246478 w 1331579"/>
                <a:gd name="csY50" fmla="*/ 57509 h 146435"/>
                <a:gd name="csX51" fmla="*/ 243388 w 1331579"/>
                <a:gd name="csY51" fmla="*/ 48635 h 146435"/>
                <a:gd name="csX52" fmla="*/ 231733 w 1331579"/>
                <a:gd name="csY52" fmla="*/ 45933 h 146435"/>
                <a:gd name="csX53" fmla="*/ 222700 w 1331579"/>
                <a:gd name="csY53" fmla="*/ 48247 h 146435"/>
                <a:gd name="csX54" fmla="*/ 217454 w 1331579"/>
                <a:gd name="csY54" fmla="*/ 56194 h 146435"/>
                <a:gd name="csX55" fmla="*/ 246478 w 1331579"/>
                <a:gd name="csY55" fmla="*/ 73793 h 146435"/>
                <a:gd name="csX56" fmla="*/ 233278 w 1331579"/>
                <a:gd name="csY56" fmla="*/ 77113 h 146435"/>
                <a:gd name="csX57" fmla="*/ 221464 w 1331579"/>
                <a:gd name="csY57" fmla="*/ 80900 h 146435"/>
                <a:gd name="csX58" fmla="*/ 217217 w 1331579"/>
                <a:gd name="csY58" fmla="*/ 88538 h 146435"/>
                <a:gd name="csX59" fmla="*/ 220616 w 1331579"/>
                <a:gd name="csY59" fmla="*/ 96414 h 146435"/>
                <a:gd name="csX60" fmla="*/ 229261 w 1331579"/>
                <a:gd name="csY60" fmla="*/ 99734 h 146435"/>
                <a:gd name="csX61" fmla="*/ 240457 w 1331579"/>
                <a:gd name="csY61" fmla="*/ 95875 h 146435"/>
                <a:gd name="csX62" fmla="*/ 245630 w 1331579"/>
                <a:gd name="csY62" fmla="*/ 88696 h 146435"/>
                <a:gd name="csX63" fmla="*/ 246478 w 1331579"/>
                <a:gd name="csY63" fmla="*/ 78119 h 146435"/>
                <a:gd name="csX64" fmla="*/ 246478 w 1331579"/>
                <a:gd name="csY64" fmla="*/ 73793 h 146435"/>
                <a:gd name="csX65" fmla="*/ 326832 w 1331579"/>
                <a:gd name="csY65" fmla="*/ 31187 h 146435"/>
                <a:gd name="csX66" fmla="*/ 326832 w 1331579"/>
                <a:gd name="csY66" fmla="*/ 48477 h 146435"/>
                <a:gd name="csX67" fmla="*/ 312014 w 1331579"/>
                <a:gd name="csY67" fmla="*/ 48477 h 146435"/>
                <a:gd name="csX68" fmla="*/ 312014 w 1331579"/>
                <a:gd name="csY68" fmla="*/ 81517 h 146435"/>
                <a:gd name="csX69" fmla="*/ 312402 w 1331579"/>
                <a:gd name="csY69" fmla="*/ 93252 h 146435"/>
                <a:gd name="csX70" fmla="*/ 314328 w 1331579"/>
                <a:gd name="csY70" fmla="*/ 95947 h 146435"/>
                <a:gd name="csX71" fmla="*/ 318036 w 1331579"/>
                <a:gd name="csY71" fmla="*/ 97032 h 146435"/>
                <a:gd name="csX72" fmla="*/ 326760 w 1331579"/>
                <a:gd name="csY72" fmla="*/ 94948 h 146435"/>
                <a:gd name="csX73" fmla="*/ 328607 w 1331579"/>
                <a:gd name="csY73" fmla="*/ 111778 h 146435"/>
                <a:gd name="csX74" fmla="*/ 311475 w 1331579"/>
                <a:gd name="csY74" fmla="*/ 115018 h 146435"/>
                <a:gd name="csX75" fmla="*/ 300898 w 1331579"/>
                <a:gd name="csY75" fmla="*/ 113085 h 146435"/>
                <a:gd name="csX76" fmla="*/ 293949 w 1331579"/>
                <a:gd name="csY76" fmla="*/ 107991 h 146435"/>
                <a:gd name="csX77" fmla="*/ 290938 w 1331579"/>
                <a:gd name="csY77" fmla="*/ 99504 h 146435"/>
                <a:gd name="csX78" fmla="*/ 290248 w 1331579"/>
                <a:gd name="csY78" fmla="*/ 84219 h 146435"/>
                <a:gd name="csX79" fmla="*/ 290248 w 1331579"/>
                <a:gd name="csY79" fmla="*/ 48477 h 146435"/>
                <a:gd name="csX80" fmla="*/ 280288 w 1331579"/>
                <a:gd name="csY80" fmla="*/ 48477 h 146435"/>
                <a:gd name="csX81" fmla="*/ 280288 w 1331579"/>
                <a:gd name="csY81" fmla="*/ 31187 h 146435"/>
                <a:gd name="csX82" fmla="*/ 290248 w 1331579"/>
                <a:gd name="csY82" fmla="*/ 31187 h 146435"/>
                <a:gd name="csX83" fmla="*/ 290248 w 1331579"/>
                <a:gd name="csY83" fmla="*/ 14896 h 146435"/>
                <a:gd name="csX84" fmla="*/ 312014 w 1331579"/>
                <a:gd name="csY84" fmla="*/ 2235 h 146435"/>
                <a:gd name="csX85" fmla="*/ 312014 w 1331579"/>
                <a:gd name="csY85" fmla="*/ 31187 h 146435"/>
                <a:gd name="csX86" fmla="*/ 326832 w 1331579"/>
                <a:gd name="csY86" fmla="*/ 31187 h 146435"/>
                <a:gd name="csX87" fmla="*/ 385886 w 1331579"/>
                <a:gd name="csY87" fmla="*/ 20070 h 146435"/>
                <a:gd name="csX88" fmla="*/ 385886 w 1331579"/>
                <a:gd name="csY88" fmla="*/ 0 h 146435"/>
                <a:gd name="csX89" fmla="*/ 407580 w 1331579"/>
                <a:gd name="csY89" fmla="*/ 0 h 146435"/>
                <a:gd name="csX90" fmla="*/ 407580 w 1331579"/>
                <a:gd name="csY90" fmla="*/ 20070 h 146435"/>
                <a:gd name="csX91" fmla="*/ 385886 w 1331579"/>
                <a:gd name="csY91" fmla="*/ 20070 h 146435"/>
                <a:gd name="csX92" fmla="*/ 385886 w 1331579"/>
                <a:gd name="csY92" fmla="*/ 113165 h 146435"/>
                <a:gd name="csX93" fmla="*/ 385886 w 1331579"/>
                <a:gd name="csY93" fmla="*/ 31187 h 146435"/>
                <a:gd name="csX94" fmla="*/ 407580 w 1331579"/>
                <a:gd name="csY94" fmla="*/ 31187 h 146435"/>
                <a:gd name="csX95" fmla="*/ 407580 w 1331579"/>
                <a:gd name="csY95" fmla="*/ 113165 h 146435"/>
                <a:gd name="csX96" fmla="*/ 385886 w 1331579"/>
                <a:gd name="csY96" fmla="*/ 113165 h 146435"/>
                <a:gd name="csX97" fmla="*/ 422247 w 1331579"/>
                <a:gd name="csY97" fmla="*/ 89774 h 146435"/>
                <a:gd name="csX98" fmla="*/ 444013 w 1331579"/>
                <a:gd name="csY98" fmla="*/ 86454 h 146435"/>
                <a:gd name="csX99" fmla="*/ 449647 w 1331579"/>
                <a:gd name="csY99" fmla="*/ 96105 h 146435"/>
                <a:gd name="csX100" fmla="*/ 461540 w 1331579"/>
                <a:gd name="csY100" fmla="*/ 99346 h 146435"/>
                <a:gd name="csX101" fmla="*/ 474194 w 1331579"/>
                <a:gd name="csY101" fmla="*/ 96256 h 146435"/>
                <a:gd name="csX102" fmla="*/ 477054 w 1331579"/>
                <a:gd name="csY102" fmla="*/ 90471 h 146435"/>
                <a:gd name="csX103" fmla="*/ 475509 w 1331579"/>
                <a:gd name="csY103" fmla="*/ 86375 h 146435"/>
                <a:gd name="csX104" fmla="*/ 468251 w 1331579"/>
                <a:gd name="csY104" fmla="*/ 83522 h 146435"/>
                <a:gd name="csX105" fmla="*/ 434980 w 1331579"/>
                <a:gd name="csY105" fmla="*/ 72945 h 146435"/>
                <a:gd name="csX106" fmla="*/ 425258 w 1331579"/>
                <a:gd name="csY106" fmla="*/ 54498 h 146435"/>
                <a:gd name="csX107" fmla="*/ 433673 w 1331579"/>
                <a:gd name="csY107" fmla="*/ 36591 h 146435"/>
                <a:gd name="csX108" fmla="*/ 459758 w 1331579"/>
                <a:gd name="csY108" fmla="*/ 29333 h 146435"/>
                <a:gd name="csX109" fmla="*/ 484772 w 1331579"/>
                <a:gd name="csY109" fmla="*/ 34816 h 146435"/>
                <a:gd name="csX110" fmla="*/ 496040 w 1331579"/>
                <a:gd name="csY110" fmla="*/ 51027 h 146435"/>
                <a:gd name="csX111" fmla="*/ 475588 w 1331579"/>
                <a:gd name="csY111" fmla="*/ 54807 h 146435"/>
                <a:gd name="csX112" fmla="*/ 470565 w 1331579"/>
                <a:gd name="csY112" fmla="*/ 47470 h 146435"/>
                <a:gd name="csX113" fmla="*/ 460146 w 1331579"/>
                <a:gd name="csY113" fmla="*/ 44927 h 146435"/>
                <a:gd name="csX114" fmla="*/ 447872 w 1331579"/>
                <a:gd name="csY114" fmla="*/ 47320 h 146435"/>
                <a:gd name="csX115" fmla="*/ 445400 w 1331579"/>
                <a:gd name="csY115" fmla="*/ 51717 h 146435"/>
                <a:gd name="csX116" fmla="*/ 447563 w 1331579"/>
                <a:gd name="csY116" fmla="*/ 55655 h 146435"/>
                <a:gd name="csX117" fmla="*/ 467792 w 1331579"/>
                <a:gd name="csY117" fmla="*/ 61756 h 146435"/>
                <a:gd name="csX118" fmla="*/ 492030 w 1331579"/>
                <a:gd name="csY118" fmla="*/ 71400 h 146435"/>
                <a:gd name="csX119" fmla="*/ 498820 w 1331579"/>
                <a:gd name="csY119" fmla="*/ 87539 h 146435"/>
                <a:gd name="csX120" fmla="*/ 489400 w 1331579"/>
                <a:gd name="csY120" fmla="*/ 106913 h 146435"/>
                <a:gd name="csX121" fmla="*/ 461540 w 1331579"/>
                <a:gd name="csY121" fmla="*/ 115018 h 146435"/>
                <a:gd name="csX122" fmla="*/ 434980 w 1331579"/>
                <a:gd name="csY122" fmla="*/ 108221 h 146435"/>
                <a:gd name="csX123" fmla="*/ 422247 w 1331579"/>
                <a:gd name="csY123" fmla="*/ 89774 h 146435"/>
                <a:gd name="csX124" fmla="*/ 578096 w 1331579"/>
                <a:gd name="csY124" fmla="*/ 56194 h 146435"/>
                <a:gd name="csX125" fmla="*/ 558414 w 1331579"/>
                <a:gd name="csY125" fmla="*/ 52644 h 146435"/>
                <a:gd name="csX126" fmla="*/ 569839 w 1331579"/>
                <a:gd name="csY126" fmla="*/ 35046 h 146435"/>
                <a:gd name="csX127" fmla="*/ 593920 w 1331579"/>
                <a:gd name="csY127" fmla="*/ 29333 h 146435"/>
                <a:gd name="csX128" fmla="*/ 615535 w 1331579"/>
                <a:gd name="csY128" fmla="*/ 32804 h 146435"/>
                <a:gd name="csX129" fmla="*/ 625495 w 1331579"/>
                <a:gd name="csY129" fmla="*/ 41528 h 146435"/>
                <a:gd name="csX130" fmla="*/ 628427 w 1331579"/>
                <a:gd name="csY130" fmla="*/ 60908 h 146435"/>
                <a:gd name="csX131" fmla="*/ 628196 w 1331579"/>
                <a:gd name="csY131" fmla="*/ 86224 h 146435"/>
                <a:gd name="csX132" fmla="*/ 629203 w 1331579"/>
                <a:gd name="csY132" fmla="*/ 102206 h 146435"/>
                <a:gd name="csX133" fmla="*/ 633133 w 1331579"/>
                <a:gd name="csY133" fmla="*/ 113165 h 146435"/>
                <a:gd name="csX134" fmla="*/ 611676 w 1331579"/>
                <a:gd name="csY134" fmla="*/ 113165 h 146435"/>
                <a:gd name="csX135" fmla="*/ 609592 w 1331579"/>
                <a:gd name="csY135" fmla="*/ 106755 h 146435"/>
                <a:gd name="csX136" fmla="*/ 608823 w 1331579"/>
                <a:gd name="csY136" fmla="*/ 104211 h 146435"/>
                <a:gd name="csX137" fmla="*/ 596930 w 1331579"/>
                <a:gd name="csY137" fmla="*/ 112317 h 146435"/>
                <a:gd name="csX138" fmla="*/ 583421 w 1331579"/>
                <a:gd name="csY138" fmla="*/ 115018 h 146435"/>
                <a:gd name="csX139" fmla="*/ 563429 w 1331579"/>
                <a:gd name="csY139" fmla="*/ 108149 h 146435"/>
                <a:gd name="csX140" fmla="*/ 556172 w 1331579"/>
                <a:gd name="csY140" fmla="*/ 90780 h 146435"/>
                <a:gd name="csX141" fmla="*/ 559491 w 1331579"/>
                <a:gd name="csY141" fmla="*/ 78428 h 146435"/>
                <a:gd name="csX142" fmla="*/ 568754 w 1331579"/>
                <a:gd name="csY142" fmla="*/ 70092 h 146435"/>
                <a:gd name="csX143" fmla="*/ 586051 w 1331579"/>
                <a:gd name="csY143" fmla="*/ 64997 h 146435"/>
                <a:gd name="csX144" fmla="*/ 607120 w 1331579"/>
                <a:gd name="csY144" fmla="*/ 59672 h 146435"/>
                <a:gd name="csX145" fmla="*/ 607120 w 1331579"/>
                <a:gd name="csY145" fmla="*/ 57509 h 146435"/>
                <a:gd name="csX146" fmla="*/ 604037 w 1331579"/>
                <a:gd name="csY146" fmla="*/ 48635 h 146435"/>
                <a:gd name="csX147" fmla="*/ 592382 w 1331579"/>
                <a:gd name="csY147" fmla="*/ 45933 h 146435"/>
                <a:gd name="csX148" fmla="*/ 583349 w 1331579"/>
                <a:gd name="csY148" fmla="*/ 48247 h 146435"/>
                <a:gd name="csX149" fmla="*/ 578096 w 1331579"/>
                <a:gd name="csY149" fmla="*/ 56194 h 146435"/>
                <a:gd name="csX150" fmla="*/ 607120 w 1331579"/>
                <a:gd name="csY150" fmla="*/ 73793 h 146435"/>
                <a:gd name="csX151" fmla="*/ 593920 w 1331579"/>
                <a:gd name="csY151" fmla="*/ 77113 h 146435"/>
                <a:gd name="csX152" fmla="*/ 582113 w 1331579"/>
                <a:gd name="csY152" fmla="*/ 80900 h 146435"/>
                <a:gd name="csX153" fmla="*/ 577866 w 1331579"/>
                <a:gd name="csY153" fmla="*/ 88538 h 146435"/>
                <a:gd name="csX154" fmla="*/ 581265 w 1331579"/>
                <a:gd name="csY154" fmla="*/ 96414 h 146435"/>
                <a:gd name="csX155" fmla="*/ 589910 w 1331579"/>
                <a:gd name="csY155" fmla="*/ 99734 h 146435"/>
                <a:gd name="csX156" fmla="*/ 601098 w 1331579"/>
                <a:gd name="csY156" fmla="*/ 95875 h 146435"/>
                <a:gd name="csX157" fmla="*/ 606272 w 1331579"/>
                <a:gd name="csY157" fmla="*/ 88696 h 146435"/>
                <a:gd name="csX158" fmla="*/ 607120 w 1331579"/>
                <a:gd name="csY158" fmla="*/ 78119 h 146435"/>
                <a:gd name="csX159" fmla="*/ 607120 w 1331579"/>
                <a:gd name="csY159" fmla="*/ 73793 h 146435"/>
                <a:gd name="csX160" fmla="*/ 765369 w 1331579"/>
                <a:gd name="csY160" fmla="*/ 55425 h 146435"/>
                <a:gd name="csX161" fmla="*/ 743984 w 1331579"/>
                <a:gd name="csY161" fmla="*/ 59284 h 146435"/>
                <a:gd name="csX162" fmla="*/ 739047 w 1331579"/>
                <a:gd name="csY162" fmla="*/ 49633 h 146435"/>
                <a:gd name="csX163" fmla="*/ 729166 w 1331579"/>
                <a:gd name="csY163" fmla="*/ 46393 h 146435"/>
                <a:gd name="csX164" fmla="*/ 716196 w 1331579"/>
                <a:gd name="csY164" fmla="*/ 52026 h 146435"/>
                <a:gd name="csX165" fmla="*/ 711410 w 1331579"/>
                <a:gd name="csY165" fmla="*/ 70710 h 146435"/>
                <a:gd name="csX166" fmla="*/ 716275 w 1331579"/>
                <a:gd name="csY166" fmla="*/ 91319 h 146435"/>
                <a:gd name="csX167" fmla="*/ 729476 w 1331579"/>
                <a:gd name="csY167" fmla="*/ 97341 h 146435"/>
                <a:gd name="csX168" fmla="*/ 739586 w 1331579"/>
                <a:gd name="csY168" fmla="*/ 93863 h 146435"/>
                <a:gd name="csX169" fmla="*/ 745141 w 1331579"/>
                <a:gd name="csY169" fmla="*/ 81748 h 146435"/>
                <a:gd name="csX170" fmla="*/ 766447 w 1331579"/>
                <a:gd name="csY170" fmla="*/ 85376 h 146435"/>
                <a:gd name="csX171" fmla="*/ 753714 w 1331579"/>
                <a:gd name="csY171" fmla="*/ 107531 h 146435"/>
                <a:gd name="csX172" fmla="*/ 728469 w 1331579"/>
                <a:gd name="csY172" fmla="*/ 115018 h 146435"/>
                <a:gd name="csX173" fmla="*/ 699754 w 1331579"/>
                <a:gd name="csY173" fmla="*/ 103672 h 146435"/>
                <a:gd name="csX174" fmla="*/ 689098 w 1331579"/>
                <a:gd name="csY174" fmla="*/ 72255 h 146435"/>
                <a:gd name="csX175" fmla="*/ 699833 w 1331579"/>
                <a:gd name="csY175" fmla="*/ 40680 h 146435"/>
                <a:gd name="csX176" fmla="*/ 728857 w 1331579"/>
                <a:gd name="csY176" fmla="*/ 29333 h 146435"/>
                <a:gd name="csX177" fmla="*/ 752629 w 1331579"/>
                <a:gd name="csY177" fmla="*/ 35815 h 146435"/>
                <a:gd name="csX178" fmla="*/ 765369 w 1331579"/>
                <a:gd name="csY178" fmla="*/ 55425 h 146435"/>
                <a:gd name="csX179" fmla="*/ 835842 w 1331579"/>
                <a:gd name="csY179" fmla="*/ 113165 h 146435"/>
                <a:gd name="csX180" fmla="*/ 835842 w 1331579"/>
                <a:gd name="csY180" fmla="*/ 100891 h 146435"/>
                <a:gd name="csX181" fmla="*/ 824036 w 1331579"/>
                <a:gd name="csY181" fmla="*/ 111232 h 146435"/>
                <a:gd name="csX182" fmla="*/ 808672 w 1331579"/>
                <a:gd name="csY182" fmla="*/ 115018 h 146435"/>
                <a:gd name="csX183" fmla="*/ 793854 w 1331579"/>
                <a:gd name="csY183" fmla="*/ 111390 h 146435"/>
                <a:gd name="csX184" fmla="*/ 784355 w 1331579"/>
                <a:gd name="csY184" fmla="*/ 101200 h 146435"/>
                <a:gd name="csX185" fmla="*/ 781423 w 1331579"/>
                <a:gd name="csY185" fmla="*/ 83063 h 146435"/>
                <a:gd name="csX186" fmla="*/ 781423 w 1331579"/>
                <a:gd name="csY186" fmla="*/ 31187 h 146435"/>
                <a:gd name="csX187" fmla="*/ 803117 w 1331579"/>
                <a:gd name="csY187" fmla="*/ 31187 h 146435"/>
                <a:gd name="csX188" fmla="*/ 803117 w 1331579"/>
                <a:gd name="csY188" fmla="*/ 68856 h 146435"/>
                <a:gd name="csX189" fmla="*/ 804274 w 1331579"/>
                <a:gd name="csY189" fmla="*/ 90083 h 146435"/>
                <a:gd name="csX190" fmla="*/ 808672 w 1331579"/>
                <a:gd name="csY190" fmla="*/ 96256 h 146435"/>
                <a:gd name="csX191" fmla="*/ 816699 w 1331579"/>
                <a:gd name="csY191" fmla="*/ 98498 h 146435"/>
                <a:gd name="csX192" fmla="*/ 826658 w 1331579"/>
                <a:gd name="csY192" fmla="*/ 95487 h 146435"/>
                <a:gd name="csX193" fmla="*/ 832680 w 1331579"/>
                <a:gd name="csY193" fmla="*/ 87920 h 146435"/>
                <a:gd name="csX194" fmla="*/ 834304 w 1331579"/>
                <a:gd name="csY194" fmla="*/ 65766 h 146435"/>
                <a:gd name="csX195" fmla="*/ 834304 w 1331579"/>
                <a:gd name="csY195" fmla="*/ 31187 h 146435"/>
                <a:gd name="csX196" fmla="*/ 855991 w 1331579"/>
                <a:gd name="csY196" fmla="*/ 31187 h 146435"/>
                <a:gd name="csX197" fmla="*/ 855991 w 1331579"/>
                <a:gd name="csY197" fmla="*/ 113165 h 146435"/>
                <a:gd name="csX198" fmla="*/ 835842 w 1331579"/>
                <a:gd name="csY198" fmla="*/ 113165 h 146435"/>
                <a:gd name="csX199" fmla="*/ 916124 w 1331579"/>
                <a:gd name="csY199" fmla="*/ 31187 h 146435"/>
                <a:gd name="csX200" fmla="*/ 916124 w 1331579"/>
                <a:gd name="csY200" fmla="*/ 48477 h 146435"/>
                <a:gd name="csX201" fmla="*/ 901306 w 1331579"/>
                <a:gd name="csY201" fmla="*/ 48477 h 146435"/>
                <a:gd name="csX202" fmla="*/ 901306 w 1331579"/>
                <a:gd name="csY202" fmla="*/ 81517 h 146435"/>
                <a:gd name="csX203" fmla="*/ 901687 w 1331579"/>
                <a:gd name="csY203" fmla="*/ 93252 h 146435"/>
                <a:gd name="csX204" fmla="*/ 903620 w 1331579"/>
                <a:gd name="csY204" fmla="*/ 95947 h 146435"/>
                <a:gd name="csX205" fmla="*/ 907328 w 1331579"/>
                <a:gd name="csY205" fmla="*/ 97032 h 146435"/>
                <a:gd name="csX206" fmla="*/ 916052 w 1331579"/>
                <a:gd name="csY206" fmla="*/ 94948 h 146435"/>
                <a:gd name="csX207" fmla="*/ 917898 w 1331579"/>
                <a:gd name="csY207" fmla="*/ 111778 h 146435"/>
                <a:gd name="csX208" fmla="*/ 900767 w 1331579"/>
                <a:gd name="csY208" fmla="*/ 115018 h 146435"/>
                <a:gd name="csX209" fmla="*/ 890189 w 1331579"/>
                <a:gd name="csY209" fmla="*/ 113085 h 146435"/>
                <a:gd name="csX210" fmla="*/ 883241 w 1331579"/>
                <a:gd name="csY210" fmla="*/ 107991 h 146435"/>
                <a:gd name="csX211" fmla="*/ 880230 w 1331579"/>
                <a:gd name="csY211" fmla="*/ 99504 h 146435"/>
                <a:gd name="csX212" fmla="*/ 879533 w 1331579"/>
                <a:gd name="csY212" fmla="*/ 84219 h 146435"/>
                <a:gd name="csX213" fmla="*/ 879533 w 1331579"/>
                <a:gd name="csY213" fmla="*/ 48477 h 146435"/>
                <a:gd name="csX214" fmla="*/ 869580 w 1331579"/>
                <a:gd name="csY214" fmla="*/ 48477 h 146435"/>
                <a:gd name="csX215" fmla="*/ 869580 w 1331579"/>
                <a:gd name="csY215" fmla="*/ 31187 h 146435"/>
                <a:gd name="csX216" fmla="*/ 879533 w 1331579"/>
                <a:gd name="csY216" fmla="*/ 31187 h 146435"/>
                <a:gd name="csX217" fmla="*/ 879533 w 1331579"/>
                <a:gd name="csY217" fmla="*/ 14896 h 146435"/>
                <a:gd name="csX218" fmla="*/ 901306 w 1331579"/>
                <a:gd name="csY218" fmla="*/ 2235 h 146435"/>
                <a:gd name="csX219" fmla="*/ 901306 w 1331579"/>
                <a:gd name="csY219" fmla="*/ 31187 h 146435"/>
                <a:gd name="csX220" fmla="*/ 916124 w 1331579"/>
                <a:gd name="csY220" fmla="*/ 31187 h 146435"/>
                <a:gd name="csX221" fmla="*/ 978649 w 1331579"/>
                <a:gd name="csY221" fmla="*/ 87072 h 146435"/>
                <a:gd name="csX222" fmla="*/ 1000264 w 1331579"/>
                <a:gd name="csY222" fmla="*/ 90701 h 146435"/>
                <a:gd name="csX223" fmla="*/ 987063 w 1331579"/>
                <a:gd name="csY223" fmla="*/ 108839 h 146435"/>
                <a:gd name="csX224" fmla="*/ 964600 w 1331579"/>
                <a:gd name="csY224" fmla="*/ 115018 h 146435"/>
                <a:gd name="csX225" fmla="*/ 932953 w 1331579"/>
                <a:gd name="csY225" fmla="*/ 101042 h 146435"/>
                <a:gd name="csX226" fmla="*/ 924847 w 1331579"/>
                <a:gd name="csY226" fmla="*/ 72794 h 146435"/>
                <a:gd name="csX227" fmla="*/ 935504 w 1331579"/>
                <a:gd name="csY227" fmla="*/ 40910 h 146435"/>
                <a:gd name="csX228" fmla="*/ 962444 w 1331579"/>
                <a:gd name="csY228" fmla="*/ 29333 h 146435"/>
                <a:gd name="csX229" fmla="*/ 991310 w 1331579"/>
                <a:gd name="csY229" fmla="*/ 41456 h 146435"/>
                <a:gd name="csX230" fmla="*/ 1001421 w 1331579"/>
                <a:gd name="csY230" fmla="*/ 78428 h 146435"/>
                <a:gd name="csX231" fmla="*/ 947081 w 1331579"/>
                <a:gd name="csY231" fmla="*/ 78428 h 146435"/>
                <a:gd name="csX232" fmla="*/ 952326 w 1331579"/>
                <a:gd name="csY232" fmla="*/ 93482 h 146435"/>
                <a:gd name="csX233" fmla="*/ 964837 w 1331579"/>
                <a:gd name="csY233" fmla="*/ 98807 h 146435"/>
                <a:gd name="csX234" fmla="*/ 973403 w 1331579"/>
                <a:gd name="csY234" fmla="*/ 96026 h 146435"/>
                <a:gd name="csX235" fmla="*/ 978649 w 1331579"/>
                <a:gd name="csY235" fmla="*/ 87072 h 146435"/>
                <a:gd name="csX236" fmla="*/ 979885 w 1331579"/>
                <a:gd name="csY236" fmla="*/ 65148 h 146435"/>
                <a:gd name="csX237" fmla="*/ 975027 w 1331579"/>
                <a:gd name="csY237" fmla="*/ 50869 h 146435"/>
                <a:gd name="csX238" fmla="*/ 963752 w 1331579"/>
                <a:gd name="csY238" fmla="*/ 45933 h 146435"/>
                <a:gd name="csX239" fmla="*/ 952017 w 1331579"/>
                <a:gd name="csY239" fmla="*/ 51099 h 146435"/>
                <a:gd name="csX240" fmla="*/ 947469 w 1331579"/>
                <a:gd name="csY240" fmla="*/ 65148 h 146435"/>
                <a:gd name="csX241" fmla="*/ 979885 w 1331579"/>
                <a:gd name="csY241" fmla="*/ 65148 h 146435"/>
                <a:gd name="csX242" fmla="*/ 1138364 w 1331579"/>
                <a:gd name="csY242" fmla="*/ 113165 h 146435"/>
                <a:gd name="csX243" fmla="*/ 1118214 w 1331579"/>
                <a:gd name="csY243" fmla="*/ 113165 h 146435"/>
                <a:gd name="csX244" fmla="*/ 1118214 w 1331579"/>
                <a:gd name="csY244" fmla="*/ 101121 h 146435"/>
                <a:gd name="csX245" fmla="*/ 1106329 w 1331579"/>
                <a:gd name="csY245" fmla="*/ 111620 h 146435"/>
                <a:gd name="csX246" fmla="*/ 1092589 w 1331579"/>
                <a:gd name="csY246" fmla="*/ 115018 h 146435"/>
                <a:gd name="csX247" fmla="*/ 1068351 w 1331579"/>
                <a:gd name="csY247" fmla="*/ 103672 h 146435"/>
                <a:gd name="csX248" fmla="*/ 1058312 w 1331579"/>
                <a:gd name="csY248" fmla="*/ 71867 h 146435"/>
                <a:gd name="csX249" fmla="*/ 1068121 w 1331579"/>
                <a:gd name="csY249" fmla="*/ 40220 h 146435"/>
                <a:gd name="csX250" fmla="*/ 1092898 w 1331579"/>
                <a:gd name="csY250" fmla="*/ 29333 h 146435"/>
                <a:gd name="csX251" fmla="*/ 1116669 w 1331579"/>
                <a:gd name="csY251" fmla="*/ 40759 h 146435"/>
                <a:gd name="csX252" fmla="*/ 1116669 w 1331579"/>
                <a:gd name="csY252" fmla="*/ 0 h 146435"/>
                <a:gd name="csX253" fmla="*/ 1138364 w 1331579"/>
                <a:gd name="csY253" fmla="*/ 0 h 146435"/>
                <a:gd name="csX254" fmla="*/ 1138364 w 1331579"/>
                <a:gd name="csY254" fmla="*/ 113165 h 146435"/>
                <a:gd name="csX255" fmla="*/ 1080467 w 1331579"/>
                <a:gd name="csY255" fmla="*/ 70401 h 146435"/>
                <a:gd name="csX256" fmla="*/ 1084095 w 1331579"/>
                <a:gd name="csY256" fmla="*/ 89386 h 146435"/>
                <a:gd name="csX257" fmla="*/ 1098762 w 1331579"/>
                <a:gd name="csY257" fmla="*/ 97880 h 146435"/>
                <a:gd name="csX258" fmla="*/ 1111503 w 1331579"/>
                <a:gd name="csY258" fmla="*/ 91549 h 146435"/>
                <a:gd name="csX259" fmla="*/ 1116748 w 1331579"/>
                <a:gd name="csY259" fmla="*/ 72485 h 146435"/>
                <a:gd name="csX260" fmla="*/ 1111654 w 1331579"/>
                <a:gd name="csY260" fmla="*/ 52185 h 146435"/>
                <a:gd name="csX261" fmla="*/ 1098611 w 1331579"/>
                <a:gd name="csY261" fmla="*/ 45933 h 146435"/>
                <a:gd name="csX262" fmla="*/ 1085640 w 1331579"/>
                <a:gd name="csY262" fmla="*/ 52105 h 146435"/>
                <a:gd name="csX263" fmla="*/ 1080467 w 1331579"/>
                <a:gd name="csY263" fmla="*/ 70401 h 146435"/>
                <a:gd name="csX264" fmla="*/ 1154805 w 1331579"/>
                <a:gd name="csY264" fmla="*/ 71019 h 146435"/>
                <a:gd name="csX265" fmla="*/ 1160130 w 1331579"/>
                <a:gd name="csY265" fmla="*/ 50101 h 146435"/>
                <a:gd name="csX266" fmla="*/ 1175185 w 1331579"/>
                <a:gd name="csY266" fmla="*/ 34658 h 146435"/>
                <a:gd name="csX267" fmla="*/ 1197030 w 1331579"/>
                <a:gd name="csY267" fmla="*/ 29333 h 146435"/>
                <a:gd name="csX268" fmla="*/ 1227520 w 1331579"/>
                <a:gd name="csY268" fmla="*/ 41456 h 146435"/>
                <a:gd name="csX269" fmla="*/ 1239413 w 1331579"/>
                <a:gd name="csY269" fmla="*/ 71946 h 146435"/>
                <a:gd name="csX270" fmla="*/ 1227369 w 1331579"/>
                <a:gd name="csY270" fmla="*/ 102824 h 146435"/>
                <a:gd name="csX271" fmla="*/ 1197188 w 1331579"/>
                <a:gd name="csY271" fmla="*/ 115018 h 146435"/>
                <a:gd name="csX272" fmla="*/ 1175645 w 1331579"/>
                <a:gd name="csY272" fmla="*/ 109924 h 146435"/>
                <a:gd name="csX273" fmla="*/ 1160130 w 1331579"/>
                <a:gd name="csY273" fmla="*/ 95027 h 146435"/>
                <a:gd name="csX274" fmla="*/ 1154805 w 1331579"/>
                <a:gd name="csY274" fmla="*/ 71019 h 146435"/>
                <a:gd name="csX275" fmla="*/ 1177039 w 1331579"/>
                <a:gd name="csY275" fmla="*/ 72176 h 146435"/>
                <a:gd name="csX276" fmla="*/ 1182830 w 1331579"/>
                <a:gd name="csY276" fmla="*/ 90859 h 146435"/>
                <a:gd name="csX277" fmla="*/ 1197109 w 1331579"/>
                <a:gd name="csY277" fmla="*/ 97341 h 146435"/>
                <a:gd name="csX278" fmla="*/ 1211308 w 1331579"/>
                <a:gd name="csY278" fmla="*/ 90859 h 146435"/>
                <a:gd name="csX279" fmla="*/ 1217100 w 1331579"/>
                <a:gd name="csY279" fmla="*/ 72018 h 146435"/>
                <a:gd name="csX280" fmla="*/ 1211308 w 1331579"/>
                <a:gd name="csY280" fmla="*/ 53492 h 146435"/>
                <a:gd name="csX281" fmla="*/ 1197109 w 1331579"/>
                <a:gd name="csY281" fmla="*/ 47011 h 146435"/>
                <a:gd name="csX282" fmla="*/ 1182830 w 1331579"/>
                <a:gd name="csY282" fmla="*/ 53492 h 146435"/>
                <a:gd name="csX283" fmla="*/ 1177039 w 1331579"/>
                <a:gd name="csY283" fmla="*/ 72176 h 146435"/>
                <a:gd name="csX284" fmla="*/ 1254460 w 1331579"/>
                <a:gd name="csY284" fmla="*/ 118568 h 146435"/>
                <a:gd name="csX285" fmla="*/ 1279244 w 1331579"/>
                <a:gd name="csY285" fmla="*/ 121579 h 146435"/>
                <a:gd name="csX286" fmla="*/ 1282097 w 1331579"/>
                <a:gd name="csY286" fmla="*/ 127522 h 146435"/>
                <a:gd name="csX287" fmla="*/ 1291820 w 1331579"/>
                <a:gd name="csY287" fmla="*/ 129836 h 146435"/>
                <a:gd name="csX288" fmla="*/ 1304561 w 1331579"/>
                <a:gd name="csY288" fmla="*/ 127292 h 146435"/>
                <a:gd name="csX289" fmla="*/ 1308887 w 1331579"/>
                <a:gd name="csY289" fmla="*/ 121809 h 146435"/>
                <a:gd name="csX290" fmla="*/ 1309885 w 1331579"/>
                <a:gd name="csY290" fmla="*/ 111849 h 146435"/>
                <a:gd name="csX291" fmla="*/ 1309885 w 1331579"/>
                <a:gd name="csY291" fmla="*/ 99885 h 146435"/>
                <a:gd name="csX292" fmla="*/ 1285338 w 1331579"/>
                <a:gd name="csY292" fmla="*/ 113165 h 146435"/>
                <a:gd name="csX293" fmla="*/ 1259174 w 1331579"/>
                <a:gd name="csY293" fmla="*/ 99195 h 146435"/>
                <a:gd name="csX294" fmla="*/ 1251607 w 1331579"/>
                <a:gd name="csY294" fmla="*/ 71709 h 146435"/>
                <a:gd name="csX295" fmla="*/ 1261488 w 1331579"/>
                <a:gd name="csY295" fmla="*/ 40220 h 146435"/>
                <a:gd name="csX296" fmla="*/ 1286186 w 1331579"/>
                <a:gd name="csY296" fmla="*/ 29333 h 146435"/>
                <a:gd name="csX297" fmla="*/ 1311279 w 1331579"/>
                <a:gd name="csY297" fmla="*/ 42685 h 146435"/>
                <a:gd name="csX298" fmla="*/ 1311279 w 1331579"/>
                <a:gd name="csY298" fmla="*/ 31187 h 146435"/>
                <a:gd name="csX299" fmla="*/ 1331580 w 1331579"/>
                <a:gd name="csY299" fmla="*/ 31187 h 146435"/>
                <a:gd name="csX300" fmla="*/ 1331580 w 1331579"/>
                <a:gd name="csY300" fmla="*/ 104750 h 146435"/>
                <a:gd name="csX301" fmla="*/ 1329187 w 1331579"/>
                <a:gd name="csY301" fmla="*/ 126444 h 146435"/>
                <a:gd name="csX302" fmla="*/ 1322468 w 1331579"/>
                <a:gd name="csY302" fmla="*/ 137712 h 146435"/>
                <a:gd name="csX303" fmla="*/ 1310891 w 1331579"/>
                <a:gd name="csY303" fmla="*/ 144122 h 146435"/>
                <a:gd name="csX304" fmla="*/ 1292675 w 1331579"/>
                <a:gd name="csY304" fmla="*/ 146436 h 146435"/>
                <a:gd name="csX305" fmla="*/ 1263105 w 1331579"/>
                <a:gd name="csY305" fmla="*/ 139257 h 146435"/>
                <a:gd name="csX306" fmla="*/ 1254388 w 1331579"/>
                <a:gd name="csY306" fmla="*/ 121191 h 146435"/>
                <a:gd name="csX307" fmla="*/ 1254460 w 1331579"/>
                <a:gd name="csY307" fmla="*/ 118568 h 146435"/>
                <a:gd name="csX308" fmla="*/ 1273841 w 1331579"/>
                <a:gd name="csY308" fmla="*/ 70480 h 146435"/>
                <a:gd name="csX309" fmla="*/ 1278856 w 1331579"/>
                <a:gd name="csY309" fmla="*/ 89623 h 146435"/>
                <a:gd name="csX310" fmla="*/ 1291360 w 1331579"/>
                <a:gd name="csY310" fmla="*/ 95645 h 146435"/>
                <a:gd name="csX311" fmla="*/ 1304790 w 1331579"/>
                <a:gd name="csY311" fmla="*/ 89465 h 146435"/>
                <a:gd name="csX312" fmla="*/ 1310273 w 1331579"/>
                <a:gd name="csY312" fmla="*/ 71019 h 146435"/>
                <a:gd name="csX313" fmla="*/ 1305021 w 1331579"/>
                <a:gd name="csY313" fmla="*/ 52105 h 146435"/>
                <a:gd name="csX314" fmla="*/ 1291748 w 1331579"/>
                <a:gd name="csY314" fmla="*/ 45933 h 146435"/>
                <a:gd name="csX315" fmla="*/ 1278856 w 1331579"/>
                <a:gd name="csY315" fmla="*/ 52026 h 146435"/>
                <a:gd name="csX316" fmla="*/ 1273841 w 1331579"/>
                <a:gd name="csY316" fmla="*/ 70480 h 146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</a:cxnLst>
              <a:rect l="l" t="t" r="r" b="b"/>
              <a:pathLst>
                <a:path w="1331579" h="146435">
                  <a:moveTo>
                    <a:pt x="33580" y="113165"/>
                  </a:moveTo>
                  <a:lnTo>
                    <a:pt x="33580" y="19143"/>
                  </a:lnTo>
                  <a:lnTo>
                    <a:pt x="0" y="19143"/>
                  </a:lnTo>
                  <a:lnTo>
                    <a:pt x="0" y="0"/>
                  </a:lnTo>
                  <a:lnTo>
                    <a:pt x="89932" y="0"/>
                  </a:lnTo>
                  <a:lnTo>
                    <a:pt x="89932" y="19143"/>
                  </a:lnTo>
                  <a:lnTo>
                    <a:pt x="56431" y="19143"/>
                  </a:lnTo>
                  <a:lnTo>
                    <a:pt x="56431" y="113165"/>
                  </a:lnTo>
                  <a:lnTo>
                    <a:pt x="33580" y="113165"/>
                  </a:lnTo>
                  <a:close/>
                  <a:moveTo>
                    <a:pt x="126207" y="0"/>
                  </a:moveTo>
                  <a:lnTo>
                    <a:pt x="126207" y="41607"/>
                  </a:lnTo>
                  <a:cubicBezTo>
                    <a:pt x="133206" y="33422"/>
                    <a:pt x="141571" y="29333"/>
                    <a:pt x="151300" y="29333"/>
                  </a:cubicBezTo>
                  <a:cubicBezTo>
                    <a:pt x="156287" y="29333"/>
                    <a:pt x="160793" y="30260"/>
                    <a:pt x="164810" y="32114"/>
                  </a:cubicBezTo>
                  <a:cubicBezTo>
                    <a:pt x="168820" y="33968"/>
                    <a:pt x="171831" y="36332"/>
                    <a:pt x="173836" y="39214"/>
                  </a:cubicBezTo>
                  <a:cubicBezTo>
                    <a:pt x="175898" y="42095"/>
                    <a:pt x="177285" y="45286"/>
                    <a:pt x="178003" y="48785"/>
                  </a:cubicBezTo>
                  <a:cubicBezTo>
                    <a:pt x="178779" y="52285"/>
                    <a:pt x="179168" y="57718"/>
                    <a:pt x="179168" y="65076"/>
                  </a:cubicBezTo>
                  <a:lnTo>
                    <a:pt x="179168" y="113165"/>
                  </a:lnTo>
                  <a:lnTo>
                    <a:pt x="157473" y="113165"/>
                  </a:lnTo>
                  <a:lnTo>
                    <a:pt x="157473" y="69862"/>
                  </a:lnTo>
                  <a:cubicBezTo>
                    <a:pt x="157473" y="61268"/>
                    <a:pt x="157063" y="55813"/>
                    <a:pt x="156237" y="53492"/>
                  </a:cubicBezTo>
                  <a:cubicBezTo>
                    <a:pt x="155418" y="51178"/>
                    <a:pt x="153945" y="49353"/>
                    <a:pt x="151839" y="48017"/>
                  </a:cubicBezTo>
                  <a:cubicBezTo>
                    <a:pt x="149777" y="46623"/>
                    <a:pt x="147183" y="45933"/>
                    <a:pt x="144043" y="45933"/>
                  </a:cubicBezTo>
                  <a:cubicBezTo>
                    <a:pt x="140442" y="45933"/>
                    <a:pt x="137223" y="46802"/>
                    <a:pt x="134392" y="48556"/>
                  </a:cubicBezTo>
                  <a:cubicBezTo>
                    <a:pt x="131561" y="50302"/>
                    <a:pt x="129477" y="52953"/>
                    <a:pt x="128140" y="56503"/>
                  </a:cubicBezTo>
                  <a:cubicBezTo>
                    <a:pt x="126854" y="60003"/>
                    <a:pt x="126207" y="65205"/>
                    <a:pt x="126207" y="72097"/>
                  </a:cubicBezTo>
                  <a:lnTo>
                    <a:pt x="126207" y="113165"/>
                  </a:lnTo>
                  <a:lnTo>
                    <a:pt x="104520" y="113165"/>
                  </a:lnTo>
                  <a:lnTo>
                    <a:pt x="104520" y="0"/>
                  </a:lnTo>
                  <a:lnTo>
                    <a:pt x="126207" y="0"/>
                  </a:lnTo>
                  <a:close/>
                  <a:moveTo>
                    <a:pt x="217454" y="56194"/>
                  </a:moveTo>
                  <a:lnTo>
                    <a:pt x="197765" y="52644"/>
                  </a:lnTo>
                  <a:cubicBezTo>
                    <a:pt x="199978" y="44718"/>
                    <a:pt x="203787" y="38854"/>
                    <a:pt x="209190" y="35046"/>
                  </a:cubicBezTo>
                  <a:cubicBezTo>
                    <a:pt x="214594" y="31237"/>
                    <a:pt x="222621" y="29333"/>
                    <a:pt x="233278" y="29333"/>
                  </a:cubicBezTo>
                  <a:cubicBezTo>
                    <a:pt x="242950" y="29333"/>
                    <a:pt x="250158" y="30490"/>
                    <a:pt x="254893" y="32804"/>
                  </a:cubicBezTo>
                  <a:cubicBezTo>
                    <a:pt x="259629" y="35068"/>
                    <a:pt x="262941" y="37978"/>
                    <a:pt x="264846" y="41528"/>
                  </a:cubicBezTo>
                  <a:cubicBezTo>
                    <a:pt x="266807" y="45027"/>
                    <a:pt x="267785" y="51487"/>
                    <a:pt x="267785" y="60908"/>
                  </a:cubicBezTo>
                  <a:lnTo>
                    <a:pt x="267548" y="86224"/>
                  </a:lnTo>
                  <a:cubicBezTo>
                    <a:pt x="267548" y="93432"/>
                    <a:pt x="267885" y="98757"/>
                    <a:pt x="268554" y="102206"/>
                  </a:cubicBezTo>
                  <a:cubicBezTo>
                    <a:pt x="269272" y="105598"/>
                    <a:pt x="270587" y="109255"/>
                    <a:pt x="272492" y="113165"/>
                  </a:cubicBezTo>
                  <a:lnTo>
                    <a:pt x="251034" y="113165"/>
                  </a:lnTo>
                  <a:cubicBezTo>
                    <a:pt x="250467" y="111720"/>
                    <a:pt x="249770" y="109586"/>
                    <a:pt x="248950" y="106755"/>
                  </a:cubicBezTo>
                  <a:cubicBezTo>
                    <a:pt x="248584" y="105468"/>
                    <a:pt x="248332" y="104620"/>
                    <a:pt x="248174" y="104211"/>
                  </a:cubicBezTo>
                  <a:cubicBezTo>
                    <a:pt x="244466" y="107811"/>
                    <a:pt x="240507" y="110513"/>
                    <a:pt x="236289" y="112317"/>
                  </a:cubicBezTo>
                  <a:cubicBezTo>
                    <a:pt x="232071" y="114113"/>
                    <a:pt x="227565" y="115018"/>
                    <a:pt x="222779" y="115018"/>
                  </a:cubicBezTo>
                  <a:cubicBezTo>
                    <a:pt x="214336" y="115018"/>
                    <a:pt x="207674" y="112726"/>
                    <a:pt x="202788" y="108149"/>
                  </a:cubicBezTo>
                  <a:cubicBezTo>
                    <a:pt x="197952" y="103564"/>
                    <a:pt x="195530" y="97779"/>
                    <a:pt x="195530" y="90780"/>
                  </a:cubicBezTo>
                  <a:cubicBezTo>
                    <a:pt x="195530" y="86145"/>
                    <a:pt x="196637" y="82028"/>
                    <a:pt x="198850" y="78428"/>
                  </a:cubicBezTo>
                  <a:cubicBezTo>
                    <a:pt x="201063" y="74777"/>
                    <a:pt x="204146" y="71996"/>
                    <a:pt x="208113" y="70092"/>
                  </a:cubicBezTo>
                  <a:cubicBezTo>
                    <a:pt x="212129" y="68137"/>
                    <a:pt x="217893" y="66434"/>
                    <a:pt x="225402" y="64997"/>
                  </a:cubicBezTo>
                  <a:cubicBezTo>
                    <a:pt x="235541" y="63093"/>
                    <a:pt x="242569" y="61318"/>
                    <a:pt x="246478" y="59672"/>
                  </a:cubicBezTo>
                  <a:lnTo>
                    <a:pt x="246478" y="57509"/>
                  </a:lnTo>
                  <a:cubicBezTo>
                    <a:pt x="246478" y="53341"/>
                    <a:pt x="245451" y="50381"/>
                    <a:pt x="243388" y="48635"/>
                  </a:cubicBezTo>
                  <a:cubicBezTo>
                    <a:pt x="241333" y="46831"/>
                    <a:pt x="237446" y="45933"/>
                    <a:pt x="231733" y="45933"/>
                  </a:cubicBezTo>
                  <a:cubicBezTo>
                    <a:pt x="227874" y="45933"/>
                    <a:pt x="224863" y="46702"/>
                    <a:pt x="222700" y="48247"/>
                  </a:cubicBezTo>
                  <a:cubicBezTo>
                    <a:pt x="220537" y="49741"/>
                    <a:pt x="218791" y="52386"/>
                    <a:pt x="217454" y="56194"/>
                  </a:cubicBezTo>
                  <a:close/>
                  <a:moveTo>
                    <a:pt x="246478" y="73793"/>
                  </a:moveTo>
                  <a:cubicBezTo>
                    <a:pt x="243697" y="74720"/>
                    <a:pt x="239300" y="75826"/>
                    <a:pt x="233278" y="77113"/>
                  </a:cubicBezTo>
                  <a:cubicBezTo>
                    <a:pt x="227256" y="78399"/>
                    <a:pt x="223318" y="79664"/>
                    <a:pt x="221464" y="80900"/>
                  </a:cubicBezTo>
                  <a:cubicBezTo>
                    <a:pt x="218633" y="82904"/>
                    <a:pt x="217217" y="85455"/>
                    <a:pt x="217217" y="88538"/>
                  </a:cubicBezTo>
                  <a:cubicBezTo>
                    <a:pt x="217217" y="91578"/>
                    <a:pt x="218352" y="94201"/>
                    <a:pt x="220616" y="96414"/>
                  </a:cubicBezTo>
                  <a:cubicBezTo>
                    <a:pt x="222880" y="98627"/>
                    <a:pt x="225761" y="99734"/>
                    <a:pt x="229261" y="99734"/>
                  </a:cubicBezTo>
                  <a:cubicBezTo>
                    <a:pt x="233177" y="99734"/>
                    <a:pt x="236907" y="98448"/>
                    <a:pt x="240457" y="95875"/>
                  </a:cubicBezTo>
                  <a:cubicBezTo>
                    <a:pt x="243079" y="93921"/>
                    <a:pt x="244804" y="91528"/>
                    <a:pt x="245630" y="88696"/>
                  </a:cubicBezTo>
                  <a:cubicBezTo>
                    <a:pt x="246191" y="86842"/>
                    <a:pt x="246478" y="83314"/>
                    <a:pt x="246478" y="78119"/>
                  </a:cubicBezTo>
                  <a:lnTo>
                    <a:pt x="246478" y="73793"/>
                  </a:lnTo>
                  <a:close/>
                  <a:moveTo>
                    <a:pt x="326832" y="31187"/>
                  </a:moveTo>
                  <a:lnTo>
                    <a:pt x="326832" y="48477"/>
                  </a:lnTo>
                  <a:lnTo>
                    <a:pt x="312014" y="48477"/>
                  </a:lnTo>
                  <a:lnTo>
                    <a:pt x="312014" y="81517"/>
                  </a:lnTo>
                  <a:cubicBezTo>
                    <a:pt x="312014" y="88208"/>
                    <a:pt x="312144" y="92117"/>
                    <a:pt x="312402" y="93252"/>
                  </a:cubicBezTo>
                  <a:cubicBezTo>
                    <a:pt x="312711" y="94330"/>
                    <a:pt x="313351" y="95228"/>
                    <a:pt x="314328" y="95947"/>
                  </a:cubicBezTo>
                  <a:cubicBezTo>
                    <a:pt x="315356" y="96673"/>
                    <a:pt x="316592" y="97032"/>
                    <a:pt x="318036" y="97032"/>
                  </a:cubicBezTo>
                  <a:cubicBezTo>
                    <a:pt x="320041" y="97032"/>
                    <a:pt x="322951" y="96335"/>
                    <a:pt x="326760" y="94948"/>
                  </a:cubicBezTo>
                  <a:lnTo>
                    <a:pt x="328607" y="111778"/>
                  </a:lnTo>
                  <a:cubicBezTo>
                    <a:pt x="323569" y="113933"/>
                    <a:pt x="317856" y="115018"/>
                    <a:pt x="311475" y="115018"/>
                  </a:cubicBezTo>
                  <a:cubicBezTo>
                    <a:pt x="307559" y="115018"/>
                    <a:pt x="304038" y="114372"/>
                    <a:pt x="300898" y="113085"/>
                  </a:cubicBezTo>
                  <a:cubicBezTo>
                    <a:pt x="297757" y="111749"/>
                    <a:pt x="295444" y="110053"/>
                    <a:pt x="293949" y="107991"/>
                  </a:cubicBezTo>
                  <a:cubicBezTo>
                    <a:pt x="292512" y="105885"/>
                    <a:pt x="291506" y="103054"/>
                    <a:pt x="290938" y="99504"/>
                  </a:cubicBezTo>
                  <a:cubicBezTo>
                    <a:pt x="290478" y="96982"/>
                    <a:pt x="290248" y="91887"/>
                    <a:pt x="290248" y="84219"/>
                  </a:cubicBezTo>
                  <a:lnTo>
                    <a:pt x="290248" y="48477"/>
                  </a:lnTo>
                  <a:lnTo>
                    <a:pt x="280288" y="48477"/>
                  </a:lnTo>
                  <a:lnTo>
                    <a:pt x="280288" y="31187"/>
                  </a:lnTo>
                  <a:lnTo>
                    <a:pt x="290248" y="31187"/>
                  </a:lnTo>
                  <a:lnTo>
                    <a:pt x="290248" y="14896"/>
                  </a:lnTo>
                  <a:lnTo>
                    <a:pt x="312014" y="2235"/>
                  </a:lnTo>
                  <a:lnTo>
                    <a:pt x="312014" y="31187"/>
                  </a:lnTo>
                  <a:lnTo>
                    <a:pt x="326832" y="31187"/>
                  </a:lnTo>
                  <a:close/>
                  <a:moveTo>
                    <a:pt x="385886" y="20070"/>
                  </a:moveTo>
                  <a:lnTo>
                    <a:pt x="385886" y="0"/>
                  </a:lnTo>
                  <a:lnTo>
                    <a:pt x="407580" y="0"/>
                  </a:lnTo>
                  <a:lnTo>
                    <a:pt x="407580" y="20070"/>
                  </a:lnTo>
                  <a:lnTo>
                    <a:pt x="385886" y="20070"/>
                  </a:lnTo>
                  <a:close/>
                  <a:moveTo>
                    <a:pt x="385886" y="113165"/>
                  </a:moveTo>
                  <a:lnTo>
                    <a:pt x="385886" y="31187"/>
                  </a:lnTo>
                  <a:lnTo>
                    <a:pt x="407580" y="31187"/>
                  </a:lnTo>
                  <a:lnTo>
                    <a:pt x="407580" y="113165"/>
                  </a:lnTo>
                  <a:lnTo>
                    <a:pt x="385886" y="113165"/>
                  </a:lnTo>
                  <a:close/>
                  <a:moveTo>
                    <a:pt x="422247" y="89774"/>
                  </a:moveTo>
                  <a:lnTo>
                    <a:pt x="444013" y="86454"/>
                  </a:lnTo>
                  <a:cubicBezTo>
                    <a:pt x="444940" y="90672"/>
                    <a:pt x="446816" y="93892"/>
                    <a:pt x="449647" y="96105"/>
                  </a:cubicBezTo>
                  <a:cubicBezTo>
                    <a:pt x="452478" y="98268"/>
                    <a:pt x="456445" y="99346"/>
                    <a:pt x="461540" y="99346"/>
                  </a:cubicBezTo>
                  <a:cubicBezTo>
                    <a:pt x="467145" y="99346"/>
                    <a:pt x="471363" y="98318"/>
                    <a:pt x="474194" y="96256"/>
                  </a:cubicBezTo>
                  <a:cubicBezTo>
                    <a:pt x="476099" y="94819"/>
                    <a:pt x="477054" y="92886"/>
                    <a:pt x="477054" y="90471"/>
                  </a:cubicBezTo>
                  <a:cubicBezTo>
                    <a:pt x="477054" y="88826"/>
                    <a:pt x="476537" y="87460"/>
                    <a:pt x="475509" y="86375"/>
                  </a:cubicBezTo>
                  <a:cubicBezTo>
                    <a:pt x="474424" y="85348"/>
                    <a:pt x="472010" y="84399"/>
                    <a:pt x="468251" y="83522"/>
                  </a:cubicBezTo>
                  <a:cubicBezTo>
                    <a:pt x="450754" y="79664"/>
                    <a:pt x="439666" y="76135"/>
                    <a:pt x="434980" y="72945"/>
                  </a:cubicBezTo>
                  <a:cubicBezTo>
                    <a:pt x="428499" y="68518"/>
                    <a:pt x="425258" y="62374"/>
                    <a:pt x="425258" y="54498"/>
                  </a:cubicBezTo>
                  <a:cubicBezTo>
                    <a:pt x="425258" y="47399"/>
                    <a:pt x="428060" y="41427"/>
                    <a:pt x="433673" y="36591"/>
                  </a:cubicBezTo>
                  <a:cubicBezTo>
                    <a:pt x="439278" y="31755"/>
                    <a:pt x="447973" y="29333"/>
                    <a:pt x="459758" y="29333"/>
                  </a:cubicBezTo>
                  <a:cubicBezTo>
                    <a:pt x="470982" y="29333"/>
                    <a:pt x="479318" y="31158"/>
                    <a:pt x="484772" y="34816"/>
                  </a:cubicBezTo>
                  <a:cubicBezTo>
                    <a:pt x="490226" y="38466"/>
                    <a:pt x="493984" y="43870"/>
                    <a:pt x="496040" y="51027"/>
                  </a:cubicBezTo>
                  <a:lnTo>
                    <a:pt x="475588" y="54807"/>
                  </a:lnTo>
                  <a:cubicBezTo>
                    <a:pt x="474712" y="51617"/>
                    <a:pt x="473037" y="49174"/>
                    <a:pt x="470565" y="47470"/>
                  </a:cubicBezTo>
                  <a:cubicBezTo>
                    <a:pt x="468151" y="45775"/>
                    <a:pt x="464673" y="44927"/>
                    <a:pt x="460146" y="44927"/>
                  </a:cubicBezTo>
                  <a:cubicBezTo>
                    <a:pt x="454433" y="44927"/>
                    <a:pt x="450344" y="45724"/>
                    <a:pt x="447872" y="47320"/>
                  </a:cubicBezTo>
                  <a:cubicBezTo>
                    <a:pt x="446226" y="48448"/>
                    <a:pt x="445400" y="49921"/>
                    <a:pt x="445400" y="51717"/>
                  </a:cubicBezTo>
                  <a:cubicBezTo>
                    <a:pt x="445400" y="53262"/>
                    <a:pt x="446126" y="54577"/>
                    <a:pt x="447563" y="55655"/>
                  </a:cubicBezTo>
                  <a:cubicBezTo>
                    <a:pt x="449518" y="57100"/>
                    <a:pt x="456258" y="59126"/>
                    <a:pt x="467792" y="61756"/>
                  </a:cubicBezTo>
                  <a:cubicBezTo>
                    <a:pt x="479368" y="64379"/>
                    <a:pt x="487445" y="67598"/>
                    <a:pt x="492030" y="71400"/>
                  </a:cubicBezTo>
                  <a:cubicBezTo>
                    <a:pt x="496557" y="75266"/>
                    <a:pt x="498820" y="80641"/>
                    <a:pt x="498820" y="87539"/>
                  </a:cubicBezTo>
                  <a:cubicBezTo>
                    <a:pt x="498820" y="95049"/>
                    <a:pt x="495680" y="101509"/>
                    <a:pt x="489400" y="106913"/>
                  </a:cubicBezTo>
                  <a:cubicBezTo>
                    <a:pt x="483126" y="112317"/>
                    <a:pt x="473835" y="115018"/>
                    <a:pt x="461540" y="115018"/>
                  </a:cubicBezTo>
                  <a:cubicBezTo>
                    <a:pt x="450366" y="115018"/>
                    <a:pt x="441520" y="112755"/>
                    <a:pt x="434980" y="108221"/>
                  </a:cubicBezTo>
                  <a:cubicBezTo>
                    <a:pt x="428499" y="103693"/>
                    <a:pt x="424252" y="97542"/>
                    <a:pt x="422247" y="89774"/>
                  </a:cubicBezTo>
                  <a:close/>
                  <a:moveTo>
                    <a:pt x="578096" y="56194"/>
                  </a:moveTo>
                  <a:lnTo>
                    <a:pt x="558414" y="52644"/>
                  </a:lnTo>
                  <a:cubicBezTo>
                    <a:pt x="560627" y="44718"/>
                    <a:pt x="564436" y="38854"/>
                    <a:pt x="569839" y="35046"/>
                  </a:cubicBezTo>
                  <a:cubicBezTo>
                    <a:pt x="575243" y="31237"/>
                    <a:pt x="583270" y="29333"/>
                    <a:pt x="593920" y="29333"/>
                  </a:cubicBezTo>
                  <a:cubicBezTo>
                    <a:pt x="603599" y="29333"/>
                    <a:pt x="610799" y="30490"/>
                    <a:pt x="615535" y="32804"/>
                  </a:cubicBezTo>
                  <a:cubicBezTo>
                    <a:pt x="620270" y="35068"/>
                    <a:pt x="623590" y="37978"/>
                    <a:pt x="625495" y="41528"/>
                  </a:cubicBezTo>
                  <a:cubicBezTo>
                    <a:pt x="627449" y="45027"/>
                    <a:pt x="628427" y="51487"/>
                    <a:pt x="628427" y="60908"/>
                  </a:cubicBezTo>
                  <a:lnTo>
                    <a:pt x="628196" y="86224"/>
                  </a:lnTo>
                  <a:cubicBezTo>
                    <a:pt x="628196" y="93432"/>
                    <a:pt x="628527" y="98757"/>
                    <a:pt x="629203" y="102206"/>
                  </a:cubicBezTo>
                  <a:cubicBezTo>
                    <a:pt x="629921" y="105598"/>
                    <a:pt x="631229" y="109255"/>
                    <a:pt x="633133" y="113165"/>
                  </a:cubicBezTo>
                  <a:lnTo>
                    <a:pt x="611676" y="113165"/>
                  </a:lnTo>
                  <a:cubicBezTo>
                    <a:pt x="611108" y="111720"/>
                    <a:pt x="610418" y="109586"/>
                    <a:pt x="609592" y="106755"/>
                  </a:cubicBezTo>
                  <a:cubicBezTo>
                    <a:pt x="609233" y="105468"/>
                    <a:pt x="608974" y="104620"/>
                    <a:pt x="608823" y="104211"/>
                  </a:cubicBezTo>
                  <a:cubicBezTo>
                    <a:pt x="605115" y="107811"/>
                    <a:pt x="601156" y="110513"/>
                    <a:pt x="596930" y="112317"/>
                  </a:cubicBezTo>
                  <a:cubicBezTo>
                    <a:pt x="592712" y="114113"/>
                    <a:pt x="588207" y="115018"/>
                    <a:pt x="583421" y="115018"/>
                  </a:cubicBezTo>
                  <a:cubicBezTo>
                    <a:pt x="574984" y="115018"/>
                    <a:pt x="568323" y="112726"/>
                    <a:pt x="563429" y="108149"/>
                  </a:cubicBezTo>
                  <a:cubicBezTo>
                    <a:pt x="558593" y="103564"/>
                    <a:pt x="556172" y="97779"/>
                    <a:pt x="556172" y="90780"/>
                  </a:cubicBezTo>
                  <a:cubicBezTo>
                    <a:pt x="556172" y="86145"/>
                    <a:pt x="557278" y="82028"/>
                    <a:pt x="559491" y="78428"/>
                  </a:cubicBezTo>
                  <a:cubicBezTo>
                    <a:pt x="561705" y="74777"/>
                    <a:pt x="564795" y="71996"/>
                    <a:pt x="568754" y="70092"/>
                  </a:cubicBezTo>
                  <a:cubicBezTo>
                    <a:pt x="572771" y="68137"/>
                    <a:pt x="578534" y="66434"/>
                    <a:pt x="586051" y="64997"/>
                  </a:cubicBezTo>
                  <a:cubicBezTo>
                    <a:pt x="596183" y="63093"/>
                    <a:pt x="603211" y="61318"/>
                    <a:pt x="607120" y="59672"/>
                  </a:cubicBezTo>
                  <a:lnTo>
                    <a:pt x="607120" y="57509"/>
                  </a:lnTo>
                  <a:cubicBezTo>
                    <a:pt x="607120" y="53341"/>
                    <a:pt x="606093" y="50381"/>
                    <a:pt x="604037" y="48635"/>
                  </a:cubicBezTo>
                  <a:cubicBezTo>
                    <a:pt x="601975" y="46831"/>
                    <a:pt x="598087" y="45933"/>
                    <a:pt x="592382" y="45933"/>
                  </a:cubicBezTo>
                  <a:cubicBezTo>
                    <a:pt x="588516" y="45933"/>
                    <a:pt x="585505" y="46702"/>
                    <a:pt x="583349" y="48247"/>
                  </a:cubicBezTo>
                  <a:cubicBezTo>
                    <a:pt x="581186" y="49741"/>
                    <a:pt x="579433" y="52386"/>
                    <a:pt x="578096" y="56194"/>
                  </a:cubicBezTo>
                  <a:close/>
                  <a:moveTo>
                    <a:pt x="607120" y="73793"/>
                  </a:moveTo>
                  <a:cubicBezTo>
                    <a:pt x="604346" y="74720"/>
                    <a:pt x="599941" y="75826"/>
                    <a:pt x="593920" y="77113"/>
                  </a:cubicBezTo>
                  <a:cubicBezTo>
                    <a:pt x="587898" y="78399"/>
                    <a:pt x="583967" y="79664"/>
                    <a:pt x="582113" y="80900"/>
                  </a:cubicBezTo>
                  <a:cubicBezTo>
                    <a:pt x="579282" y="82904"/>
                    <a:pt x="577866" y="85455"/>
                    <a:pt x="577866" y="88538"/>
                  </a:cubicBezTo>
                  <a:cubicBezTo>
                    <a:pt x="577866" y="91578"/>
                    <a:pt x="579002" y="94201"/>
                    <a:pt x="581265" y="96414"/>
                  </a:cubicBezTo>
                  <a:cubicBezTo>
                    <a:pt x="583529" y="98627"/>
                    <a:pt x="586410" y="99734"/>
                    <a:pt x="589910" y="99734"/>
                  </a:cubicBezTo>
                  <a:cubicBezTo>
                    <a:pt x="593819" y="99734"/>
                    <a:pt x="597548" y="98448"/>
                    <a:pt x="601098" y="95875"/>
                  </a:cubicBezTo>
                  <a:cubicBezTo>
                    <a:pt x="603728" y="93921"/>
                    <a:pt x="605453" y="91528"/>
                    <a:pt x="606272" y="88696"/>
                  </a:cubicBezTo>
                  <a:cubicBezTo>
                    <a:pt x="606840" y="86842"/>
                    <a:pt x="607120" y="83314"/>
                    <a:pt x="607120" y="78119"/>
                  </a:cubicBezTo>
                  <a:lnTo>
                    <a:pt x="607120" y="73793"/>
                  </a:lnTo>
                  <a:close/>
                  <a:moveTo>
                    <a:pt x="765369" y="55425"/>
                  </a:moveTo>
                  <a:lnTo>
                    <a:pt x="743984" y="59284"/>
                  </a:lnTo>
                  <a:cubicBezTo>
                    <a:pt x="743265" y="55016"/>
                    <a:pt x="741620" y="51796"/>
                    <a:pt x="739047" y="49633"/>
                  </a:cubicBezTo>
                  <a:cubicBezTo>
                    <a:pt x="736525" y="47470"/>
                    <a:pt x="733226" y="46393"/>
                    <a:pt x="729166" y="46393"/>
                  </a:cubicBezTo>
                  <a:cubicBezTo>
                    <a:pt x="723763" y="46393"/>
                    <a:pt x="719437" y="48268"/>
                    <a:pt x="716196" y="52026"/>
                  </a:cubicBezTo>
                  <a:cubicBezTo>
                    <a:pt x="713005" y="55734"/>
                    <a:pt x="711410" y="61957"/>
                    <a:pt x="711410" y="70710"/>
                  </a:cubicBezTo>
                  <a:cubicBezTo>
                    <a:pt x="711410" y="80433"/>
                    <a:pt x="713034" y="87302"/>
                    <a:pt x="716275" y="91319"/>
                  </a:cubicBezTo>
                  <a:cubicBezTo>
                    <a:pt x="719566" y="95336"/>
                    <a:pt x="723964" y="97341"/>
                    <a:pt x="729476" y="97341"/>
                  </a:cubicBezTo>
                  <a:cubicBezTo>
                    <a:pt x="733593" y="97341"/>
                    <a:pt x="736963" y="96184"/>
                    <a:pt x="739586" y="93863"/>
                  </a:cubicBezTo>
                  <a:cubicBezTo>
                    <a:pt x="742209" y="91499"/>
                    <a:pt x="744063" y="87460"/>
                    <a:pt x="745141" y="81748"/>
                  </a:cubicBezTo>
                  <a:lnTo>
                    <a:pt x="766447" y="85376"/>
                  </a:lnTo>
                  <a:cubicBezTo>
                    <a:pt x="764234" y="95149"/>
                    <a:pt x="759987" y="102536"/>
                    <a:pt x="753714" y="107531"/>
                  </a:cubicBezTo>
                  <a:cubicBezTo>
                    <a:pt x="747433" y="112518"/>
                    <a:pt x="739018" y="115018"/>
                    <a:pt x="728469" y="115018"/>
                  </a:cubicBezTo>
                  <a:cubicBezTo>
                    <a:pt x="716476" y="115018"/>
                    <a:pt x="706904" y="111232"/>
                    <a:pt x="699754" y="103672"/>
                  </a:cubicBezTo>
                  <a:cubicBezTo>
                    <a:pt x="692655" y="96105"/>
                    <a:pt x="689098" y="85635"/>
                    <a:pt x="689098" y="72255"/>
                  </a:cubicBezTo>
                  <a:cubicBezTo>
                    <a:pt x="689098" y="58717"/>
                    <a:pt x="692676" y="48196"/>
                    <a:pt x="699833" y="40680"/>
                  </a:cubicBezTo>
                  <a:cubicBezTo>
                    <a:pt x="706983" y="33113"/>
                    <a:pt x="716656" y="29333"/>
                    <a:pt x="728857" y="29333"/>
                  </a:cubicBezTo>
                  <a:cubicBezTo>
                    <a:pt x="738839" y="29333"/>
                    <a:pt x="746765" y="31496"/>
                    <a:pt x="752629" y="35815"/>
                  </a:cubicBezTo>
                  <a:cubicBezTo>
                    <a:pt x="758550" y="40090"/>
                    <a:pt x="762797" y="46623"/>
                    <a:pt x="765369" y="55425"/>
                  </a:cubicBezTo>
                  <a:close/>
                  <a:moveTo>
                    <a:pt x="835842" y="113165"/>
                  </a:moveTo>
                  <a:lnTo>
                    <a:pt x="835842" y="100891"/>
                  </a:lnTo>
                  <a:cubicBezTo>
                    <a:pt x="832860" y="105267"/>
                    <a:pt x="828922" y="108716"/>
                    <a:pt x="824036" y="111232"/>
                  </a:cubicBezTo>
                  <a:cubicBezTo>
                    <a:pt x="819199" y="113754"/>
                    <a:pt x="814076" y="115018"/>
                    <a:pt x="808672" y="115018"/>
                  </a:cubicBezTo>
                  <a:cubicBezTo>
                    <a:pt x="803167" y="115018"/>
                    <a:pt x="798224" y="113811"/>
                    <a:pt x="793854" y="111390"/>
                  </a:cubicBezTo>
                  <a:cubicBezTo>
                    <a:pt x="789478" y="108968"/>
                    <a:pt x="786309" y="105576"/>
                    <a:pt x="784355" y="101200"/>
                  </a:cubicBezTo>
                  <a:cubicBezTo>
                    <a:pt x="782400" y="96824"/>
                    <a:pt x="781423" y="90780"/>
                    <a:pt x="781423" y="83063"/>
                  </a:cubicBezTo>
                  <a:lnTo>
                    <a:pt x="781423" y="31187"/>
                  </a:lnTo>
                  <a:lnTo>
                    <a:pt x="803117" y="31187"/>
                  </a:lnTo>
                  <a:lnTo>
                    <a:pt x="803117" y="68856"/>
                  </a:lnTo>
                  <a:cubicBezTo>
                    <a:pt x="803117" y="80382"/>
                    <a:pt x="803498" y="87460"/>
                    <a:pt x="804274" y="90083"/>
                  </a:cubicBezTo>
                  <a:cubicBezTo>
                    <a:pt x="805093" y="92656"/>
                    <a:pt x="806566" y="94718"/>
                    <a:pt x="808672" y="96256"/>
                  </a:cubicBezTo>
                  <a:cubicBezTo>
                    <a:pt x="810784" y="97751"/>
                    <a:pt x="813458" y="98498"/>
                    <a:pt x="816699" y="98498"/>
                  </a:cubicBezTo>
                  <a:cubicBezTo>
                    <a:pt x="820407" y="98498"/>
                    <a:pt x="823727" y="97492"/>
                    <a:pt x="826658" y="95487"/>
                  </a:cubicBezTo>
                  <a:cubicBezTo>
                    <a:pt x="829590" y="93432"/>
                    <a:pt x="831602" y="90910"/>
                    <a:pt x="832680" y="87920"/>
                  </a:cubicBezTo>
                  <a:cubicBezTo>
                    <a:pt x="833758" y="84888"/>
                    <a:pt x="834304" y="77501"/>
                    <a:pt x="834304" y="65766"/>
                  </a:cubicBezTo>
                  <a:lnTo>
                    <a:pt x="834304" y="31187"/>
                  </a:lnTo>
                  <a:lnTo>
                    <a:pt x="855991" y="31187"/>
                  </a:lnTo>
                  <a:lnTo>
                    <a:pt x="855991" y="113165"/>
                  </a:lnTo>
                  <a:lnTo>
                    <a:pt x="835842" y="113165"/>
                  </a:lnTo>
                  <a:close/>
                  <a:moveTo>
                    <a:pt x="916124" y="31187"/>
                  </a:moveTo>
                  <a:lnTo>
                    <a:pt x="916124" y="48477"/>
                  </a:lnTo>
                  <a:lnTo>
                    <a:pt x="901306" y="48477"/>
                  </a:lnTo>
                  <a:lnTo>
                    <a:pt x="901306" y="81517"/>
                  </a:lnTo>
                  <a:cubicBezTo>
                    <a:pt x="901306" y="88208"/>
                    <a:pt x="901435" y="92117"/>
                    <a:pt x="901687" y="93252"/>
                  </a:cubicBezTo>
                  <a:cubicBezTo>
                    <a:pt x="901996" y="94330"/>
                    <a:pt x="902643" y="95228"/>
                    <a:pt x="903620" y="95947"/>
                  </a:cubicBezTo>
                  <a:cubicBezTo>
                    <a:pt x="904648" y="96673"/>
                    <a:pt x="905884" y="97032"/>
                    <a:pt x="907328" y="97032"/>
                  </a:cubicBezTo>
                  <a:cubicBezTo>
                    <a:pt x="909333" y="97032"/>
                    <a:pt x="912243" y="96335"/>
                    <a:pt x="916052" y="94948"/>
                  </a:cubicBezTo>
                  <a:lnTo>
                    <a:pt x="917898" y="111778"/>
                  </a:lnTo>
                  <a:cubicBezTo>
                    <a:pt x="912861" y="113933"/>
                    <a:pt x="907148" y="115018"/>
                    <a:pt x="900767" y="115018"/>
                  </a:cubicBezTo>
                  <a:cubicBezTo>
                    <a:pt x="896851" y="115018"/>
                    <a:pt x="893330" y="114372"/>
                    <a:pt x="890189" y="113085"/>
                  </a:cubicBezTo>
                  <a:cubicBezTo>
                    <a:pt x="887049" y="111749"/>
                    <a:pt x="884735" y="110053"/>
                    <a:pt x="883241" y="107991"/>
                  </a:cubicBezTo>
                  <a:cubicBezTo>
                    <a:pt x="881803" y="105885"/>
                    <a:pt x="880797" y="103054"/>
                    <a:pt x="880230" y="99504"/>
                  </a:cubicBezTo>
                  <a:cubicBezTo>
                    <a:pt x="879770" y="96982"/>
                    <a:pt x="879533" y="91887"/>
                    <a:pt x="879533" y="84219"/>
                  </a:cubicBezTo>
                  <a:lnTo>
                    <a:pt x="879533" y="48477"/>
                  </a:lnTo>
                  <a:lnTo>
                    <a:pt x="869580" y="48477"/>
                  </a:lnTo>
                  <a:lnTo>
                    <a:pt x="869580" y="31187"/>
                  </a:lnTo>
                  <a:lnTo>
                    <a:pt x="879533" y="31187"/>
                  </a:lnTo>
                  <a:lnTo>
                    <a:pt x="879533" y="14896"/>
                  </a:lnTo>
                  <a:lnTo>
                    <a:pt x="901306" y="2235"/>
                  </a:lnTo>
                  <a:lnTo>
                    <a:pt x="901306" y="31187"/>
                  </a:lnTo>
                  <a:lnTo>
                    <a:pt x="916124" y="31187"/>
                  </a:lnTo>
                  <a:close/>
                  <a:moveTo>
                    <a:pt x="978649" y="87072"/>
                  </a:moveTo>
                  <a:lnTo>
                    <a:pt x="1000264" y="90701"/>
                  </a:lnTo>
                  <a:cubicBezTo>
                    <a:pt x="997490" y="98627"/>
                    <a:pt x="993085" y="104671"/>
                    <a:pt x="987063" y="108839"/>
                  </a:cubicBezTo>
                  <a:cubicBezTo>
                    <a:pt x="981099" y="112956"/>
                    <a:pt x="973611" y="115018"/>
                    <a:pt x="964600" y="115018"/>
                  </a:cubicBezTo>
                  <a:cubicBezTo>
                    <a:pt x="950350" y="115018"/>
                    <a:pt x="939801" y="110362"/>
                    <a:pt x="932953" y="101042"/>
                  </a:cubicBezTo>
                  <a:cubicBezTo>
                    <a:pt x="927549" y="93583"/>
                    <a:pt x="924847" y="84169"/>
                    <a:pt x="924847" y="72794"/>
                  </a:cubicBezTo>
                  <a:cubicBezTo>
                    <a:pt x="924847" y="59205"/>
                    <a:pt x="928397" y="48577"/>
                    <a:pt x="935504" y="40910"/>
                  </a:cubicBezTo>
                  <a:cubicBezTo>
                    <a:pt x="942604" y="33192"/>
                    <a:pt x="951586" y="29333"/>
                    <a:pt x="962444" y="29333"/>
                  </a:cubicBezTo>
                  <a:cubicBezTo>
                    <a:pt x="974639" y="29333"/>
                    <a:pt x="984261" y="33372"/>
                    <a:pt x="991310" y="41456"/>
                  </a:cubicBezTo>
                  <a:cubicBezTo>
                    <a:pt x="998360" y="49483"/>
                    <a:pt x="1001730" y="61806"/>
                    <a:pt x="1001421" y="78428"/>
                  </a:cubicBezTo>
                  <a:lnTo>
                    <a:pt x="947081" y="78428"/>
                  </a:lnTo>
                  <a:cubicBezTo>
                    <a:pt x="947232" y="84859"/>
                    <a:pt x="948985" y="89875"/>
                    <a:pt x="952326" y="93482"/>
                  </a:cubicBezTo>
                  <a:cubicBezTo>
                    <a:pt x="955675" y="97032"/>
                    <a:pt x="959843" y="98807"/>
                    <a:pt x="964837" y="98807"/>
                  </a:cubicBezTo>
                  <a:cubicBezTo>
                    <a:pt x="968229" y="98807"/>
                    <a:pt x="971089" y="97880"/>
                    <a:pt x="973403" y="96026"/>
                  </a:cubicBezTo>
                  <a:cubicBezTo>
                    <a:pt x="975717" y="94172"/>
                    <a:pt x="977470" y="91190"/>
                    <a:pt x="978649" y="87072"/>
                  </a:cubicBezTo>
                  <a:close/>
                  <a:moveTo>
                    <a:pt x="979885" y="65148"/>
                  </a:moveTo>
                  <a:cubicBezTo>
                    <a:pt x="979734" y="58875"/>
                    <a:pt x="978110" y="54110"/>
                    <a:pt x="975027" y="50869"/>
                  </a:cubicBezTo>
                  <a:cubicBezTo>
                    <a:pt x="971937" y="47578"/>
                    <a:pt x="968179" y="45933"/>
                    <a:pt x="963752" y="45933"/>
                  </a:cubicBezTo>
                  <a:cubicBezTo>
                    <a:pt x="959017" y="45933"/>
                    <a:pt x="955107" y="47650"/>
                    <a:pt x="952017" y="51099"/>
                  </a:cubicBezTo>
                  <a:cubicBezTo>
                    <a:pt x="948935" y="54549"/>
                    <a:pt x="947411" y="59234"/>
                    <a:pt x="947469" y="65148"/>
                  </a:cubicBezTo>
                  <a:lnTo>
                    <a:pt x="979885" y="65148"/>
                  </a:lnTo>
                  <a:close/>
                  <a:moveTo>
                    <a:pt x="1138364" y="113165"/>
                  </a:moveTo>
                  <a:lnTo>
                    <a:pt x="1118214" y="113165"/>
                  </a:lnTo>
                  <a:lnTo>
                    <a:pt x="1118214" y="101121"/>
                  </a:lnTo>
                  <a:cubicBezTo>
                    <a:pt x="1114873" y="105806"/>
                    <a:pt x="1110906" y="109306"/>
                    <a:pt x="1106329" y="111620"/>
                  </a:cubicBezTo>
                  <a:cubicBezTo>
                    <a:pt x="1101802" y="113883"/>
                    <a:pt x="1097217" y="115018"/>
                    <a:pt x="1092589" y="115018"/>
                  </a:cubicBezTo>
                  <a:cubicBezTo>
                    <a:pt x="1083168" y="115018"/>
                    <a:pt x="1075091" y="111232"/>
                    <a:pt x="1068351" y="103672"/>
                  </a:cubicBezTo>
                  <a:cubicBezTo>
                    <a:pt x="1061661" y="96055"/>
                    <a:pt x="1058312" y="85455"/>
                    <a:pt x="1058312" y="71867"/>
                  </a:cubicBezTo>
                  <a:cubicBezTo>
                    <a:pt x="1058312" y="57969"/>
                    <a:pt x="1061582" y="47420"/>
                    <a:pt x="1068121" y="40220"/>
                  </a:cubicBezTo>
                  <a:cubicBezTo>
                    <a:pt x="1074653" y="32962"/>
                    <a:pt x="1082917" y="29333"/>
                    <a:pt x="1092898" y="29333"/>
                  </a:cubicBezTo>
                  <a:cubicBezTo>
                    <a:pt x="1102060" y="29333"/>
                    <a:pt x="1109979" y="33142"/>
                    <a:pt x="1116669" y="40759"/>
                  </a:cubicBezTo>
                  <a:lnTo>
                    <a:pt x="1116669" y="0"/>
                  </a:lnTo>
                  <a:lnTo>
                    <a:pt x="1138364" y="0"/>
                  </a:lnTo>
                  <a:lnTo>
                    <a:pt x="1138364" y="113165"/>
                  </a:lnTo>
                  <a:close/>
                  <a:moveTo>
                    <a:pt x="1080467" y="70401"/>
                  </a:moveTo>
                  <a:cubicBezTo>
                    <a:pt x="1080467" y="79146"/>
                    <a:pt x="1081681" y="85477"/>
                    <a:pt x="1084095" y="89386"/>
                  </a:cubicBezTo>
                  <a:cubicBezTo>
                    <a:pt x="1087595" y="95049"/>
                    <a:pt x="1092489" y="97880"/>
                    <a:pt x="1098762" y="97880"/>
                  </a:cubicBezTo>
                  <a:cubicBezTo>
                    <a:pt x="1103756" y="97880"/>
                    <a:pt x="1108003" y="95767"/>
                    <a:pt x="1111503" y="91549"/>
                  </a:cubicBezTo>
                  <a:cubicBezTo>
                    <a:pt x="1115002" y="87281"/>
                    <a:pt x="1116748" y="80921"/>
                    <a:pt x="1116748" y="72485"/>
                  </a:cubicBezTo>
                  <a:cubicBezTo>
                    <a:pt x="1116748" y="63064"/>
                    <a:pt x="1115052" y="56302"/>
                    <a:pt x="1111654" y="52185"/>
                  </a:cubicBezTo>
                  <a:cubicBezTo>
                    <a:pt x="1108262" y="48017"/>
                    <a:pt x="1103907" y="45933"/>
                    <a:pt x="1098611" y="45933"/>
                  </a:cubicBezTo>
                  <a:cubicBezTo>
                    <a:pt x="1093466" y="45933"/>
                    <a:pt x="1089140" y="47988"/>
                    <a:pt x="1085640" y="52105"/>
                  </a:cubicBezTo>
                  <a:cubicBezTo>
                    <a:pt x="1082191" y="56173"/>
                    <a:pt x="1080467" y="62266"/>
                    <a:pt x="1080467" y="70401"/>
                  </a:cubicBezTo>
                  <a:close/>
                  <a:moveTo>
                    <a:pt x="1154805" y="71019"/>
                  </a:moveTo>
                  <a:cubicBezTo>
                    <a:pt x="1154805" y="63811"/>
                    <a:pt x="1156580" y="56841"/>
                    <a:pt x="1160130" y="50101"/>
                  </a:cubicBezTo>
                  <a:cubicBezTo>
                    <a:pt x="1163680" y="43353"/>
                    <a:pt x="1168703" y="38208"/>
                    <a:pt x="1175185" y="34658"/>
                  </a:cubicBezTo>
                  <a:cubicBezTo>
                    <a:pt x="1181724" y="31108"/>
                    <a:pt x="1189003" y="29333"/>
                    <a:pt x="1197030" y="29333"/>
                  </a:cubicBezTo>
                  <a:cubicBezTo>
                    <a:pt x="1209433" y="29333"/>
                    <a:pt x="1219594" y="33372"/>
                    <a:pt x="1227520" y="41456"/>
                  </a:cubicBezTo>
                  <a:cubicBezTo>
                    <a:pt x="1235446" y="49483"/>
                    <a:pt x="1239413" y="59643"/>
                    <a:pt x="1239413" y="71946"/>
                  </a:cubicBezTo>
                  <a:cubicBezTo>
                    <a:pt x="1239413" y="84349"/>
                    <a:pt x="1235396" y="94639"/>
                    <a:pt x="1227369" y="102824"/>
                  </a:cubicBezTo>
                  <a:cubicBezTo>
                    <a:pt x="1219393" y="110951"/>
                    <a:pt x="1209332" y="115018"/>
                    <a:pt x="1197188" y="115018"/>
                  </a:cubicBezTo>
                  <a:cubicBezTo>
                    <a:pt x="1189671" y="115018"/>
                    <a:pt x="1182493" y="113315"/>
                    <a:pt x="1175645" y="109924"/>
                  </a:cubicBezTo>
                  <a:cubicBezTo>
                    <a:pt x="1168854" y="106525"/>
                    <a:pt x="1163680" y="101559"/>
                    <a:pt x="1160130" y="95027"/>
                  </a:cubicBezTo>
                  <a:cubicBezTo>
                    <a:pt x="1156580" y="88438"/>
                    <a:pt x="1154805" y="80433"/>
                    <a:pt x="1154805" y="71019"/>
                  </a:cubicBezTo>
                  <a:close/>
                  <a:moveTo>
                    <a:pt x="1177039" y="72176"/>
                  </a:moveTo>
                  <a:cubicBezTo>
                    <a:pt x="1177039" y="80303"/>
                    <a:pt x="1178964" y="86533"/>
                    <a:pt x="1182830" y="90859"/>
                  </a:cubicBezTo>
                  <a:cubicBezTo>
                    <a:pt x="1186689" y="95178"/>
                    <a:pt x="1191446" y="97341"/>
                    <a:pt x="1197109" y="97341"/>
                  </a:cubicBezTo>
                  <a:cubicBezTo>
                    <a:pt x="1202771" y="97341"/>
                    <a:pt x="1207500" y="95178"/>
                    <a:pt x="1211308" y="90859"/>
                  </a:cubicBezTo>
                  <a:cubicBezTo>
                    <a:pt x="1215167" y="86533"/>
                    <a:pt x="1217100" y="80253"/>
                    <a:pt x="1217100" y="72018"/>
                  </a:cubicBezTo>
                  <a:cubicBezTo>
                    <a:pt x="1217100" y="63991"/>
                    <a:pt x="1215167" y="57818"/>
                    <a:pt x="1211308" y="53492"/>
                  </a:cubicBezTo>
                  <a:cubicBezTo>
                    <a:pt x="1207500" y="49174"/>
                    <a:pt x="1202771" y="47011"/>
                    <a:pt x="1197109" y="47011"/>
                  </a:cubicBezTo>
                  <a:cubicBezTo>
                    <a:pt x="1191446" y="47011"/>
                    <a:pt x="1186689" y="49174"/>
                    <a:pt x="1182830" y="53492"/>
                  </a:cubicBezTo>
                  <a:cubicBezTo>
                    <a:pt x="1178964" y="57818"/>
                    <a:pt x="1177039" y="64041"/>
                    <a:pt x="1177039" y="72176"/>
                  </a:cubicBezTo>
                  <a:close/>
                  <a:moveTo>
                    <a:pt x="1254460" y="118568"/>
                  </a:moveTo>
                  <a:lnTo>
                    <a:pt x="1279244" y="121579"/>
                  </a:lnTo>
                  <a:cubicBezTo>
                    <a:pt x="1279654" y="124461"/>
                    <a:pt x="1280603" y="126444"/>
                    <a:pt x="1282097" y="127522"/>
                  </a:cubicBezTo>
                  <a:cubicBezTo>
                    <a:pt x="1284153" y="129067"/>
                    <a:pt x="1287401" y="129836"/>
                    <a:pt x="1291820" y="129836"/>
                  </a:cubicBezTo>
                  <a:cubicBezTo>
                    <a:pt x="1297482" y="129836"/>
                    <a:pt x="1301729" y="128988"/>
                    <a:pt x="1304561" y="127292"/>
                  </a:cubicBezTo>
                  <a:cubicBezTo>
                    <a:pt x="1306465" y="126157"/>
                    <a:pt x="1307902" y="124331"/>
                    <a:pt x="1308887" y="121809"/>
                  </a:cubicBezTo>
                  <a:cubicBezTo>
                    <a:pt x="1309555" y="120006"/>
                    <a:pt x="1309885" y="116693"/>
                    <a:pt x="1309885" y="111849"/>
                  </a:cubicBezTo>
                  <a:lnTo>
                    <a:pt x="1309885" y="99885"/>
                  </a:lnTo>
                  <a:cubicBezTo>
                    <a:pt x="1303404" y="108738"/>
                    <a:pt x="1295219" y="113165"/>
                    <a:pt x="1285338" y="113165"/>
                  </a:cubicBezTo>
                  <a:cubicBezTo>
                    <a:pt x="1274329" y="113165"/>
                    <a:pt x="1265605" y="108508"/>
                    <a:pt x="1259174" y="99195"/>
                  </a:cubicBezTo>
                  <a:cubicBezTo>
                    <a:pt x="1254130" y="91837"/>
                    <a:pt x="1251607" y="82675"/>
                    <a:pt x="1251607" y="71709"/>
                  </a:cubicBezTo>
                  <a:cubicBezTo>
                    <a:pt x="1251607" y="57969"/>
                    <a:pt x="1254898" y="47470"/>
                    <a:pt x="1261488" y="40220"/>
                  </a:cubicBezTo>
                  <a:cubicBezTo>
                    <a:pt x="1268128" y="32962"/>
                    <a:pt x="1276356" y="29333"/>
                    <a:pt x="1286186" y="29333"/>
                  </a:cubicBezTo>
                  <a:cubicBezTo>
                    <a:pt x="1296326" y="29333"/>
                    <a:pt x="1304690" y="33781"/>
                    <a:pt x="1311279" y="42685"/>
                  </a:cubicBezTo>
                  <a:lnTo>
                    <a:pt x="1311279" y="31187"/>
                  </a:lnTo>
                  <a:lnTo>
                    <a:pt x="1331580" y="31187"/>
                  </a:lnTo>
                  <a:lnTo>
                    <a:pt x="1331580" y="104750"/>
                  </a:lnTo>
                  <a:cubicBezTo>
                    <a:pt x="1331580" y="114422"/>
                    <a:pt x="1330782" y="121658"/>
                    <a:pt x="1329187" y="126444"/>
                  </a:cubicBezTo>
                  <a:cubicBezTo>
                    <a:pt x="1327592" y="131230"/>
                    <a:pt x="1325350" y="134981"/>
                    <a:pt x="1322468" y="137712"/>
                  </a:cubicBezTo>
                  <a:cubicBezTo>
                    <a:pt x="1319587" y="140442"/>
                    <a:pt x="1315728" y="142577"/>
                    <a:pt x="1310891" y="144122"/>
                  </a:cubicBezTo>
                  <a:cubicBezTo>
                    <a:pt x="1306106" y="145659"/>
                    <a:pt x="1300033" y="146436"/>
                    <a:pt x="1292675" y="146436"/>
                  </a:cubicBezTo>
                  <a:cubicBezTo>
                    <a:pt x="1278777" y="146436"/>
                    <a:pt x="1268925" y="144043"/>
                    <a:pt x="1263105" y="139257"/>
                  </a:cubicBezTo>
                  <a:cubicBezTo>
                    <a:pt x="1257291" y="134521"/>
                    <a:pt x="1254388" y="128499"/>
                    <a:pt x="1254388" y="121191"/>
                  </a:cubicBezTo>
                  <a:cubicBezTo>
                    <a:pt x="1254388" y="120473"/>
                    <a:pt x="1254410" y="119596"/>
                    <a:pt x="1254460" y="118568"/>
                  </a:cubicBezTo>
                  <a:close/>
                  <a:moveTo>
                    <a:pt x="1273841" y="70480"/>
                  </a:moveTo>
                  <a:cubicBezTo>
                    <a:pt x="1273841" y="79175"/>
                    <a:pt x="1275508" y="85556"/>
                    <a:pt x="1278856" y="89623"/>
                  </a:cubicBezTo>
                  <a:cubicBezTo>
                    <a:pt x="1282248" y="93633"/>
                    <a:pt x="1286423" y="95645"/>
                    <a:pt x="1291360" y="95645"/>
                  </a:cubicBezTo>
                  <a:cubicBezTo>
                    <a:pt x="1296663" y="95645"/>
                    <a:pt x="1301140" y="93583"/>
                    <a:pt x="1304790" y="89465"/>
                  </a:cubicBezTo>
                  <a:cubicBezTo>
                    <a:pt x="1308448" y="85297"/>
                    <a:pt x="1310273" y="79146"/>
                    <a:pt x="1310273" y="71019"/>
                  </a:cubicBezTo>
                  <a:cubicBezTo>
                    <a:pt x="1310273" y="62525"/>
                    <a:pt x="1308520" y="56223"/>
                    <a:pt x="1305021" y="52105"/>
                  </a:cubicBezTo>
                  <a:cubicBezTo>
                    <a:pt x="1301521" y="47988"/>
                    <a:pt x="1297102" y="45933"/>
                    <a:pt x="1291748" y="45933"/>
                  </a:cubicBezTo>
                  <a:cubicBezTo>
                    <a:pt x="1286545" y="45933"/>
                    <a:pt x="1282248" y="47959"/>
                    <a:pt x="1278856" y="52026"/>
                  </a:cubicBezTo>
                  <a:cubicBezTo>
                    <a:pt x="1275508" y="56043"/>
                    <a:pt x="1273841" y="62194"/>
                    <a:pt x="1273841" y="70480"/>
                  </a:cubicBez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D3DD500-578D-9D1D-F371-F8E3C59CAA69}"/>
                </a:ext>
              </a:extLst>
            </p:cNvPr>
            <p:cNvSpPr/>
            <p:nvPr/>
          </p:nvSpPr>
          <p:spPr>
            <a:xfrm>
              <a:off x="2933166" y="1852409"/>
              <a:ext cx="428615" cy="165503"/>
            </a:xfrm>
            <a:custGeom>
              <a:avLst/>
              <a:gdLst>
                <a:gd name="csX0" fmla="*/ 0 w 305870"/>
                <a:gd name="csY0" fmla="*/ 92590 h 118107"/>
                <a:gd name="csX1" fmla="*/ 0 w 305870"/>
                <a:gd name="csY1" fmla="*/ 0 h 118107"/>
                <a:gd name="csX2" fmla="*/ 18690 w 305870"/>
                <a:gd name="csY2" fmla="*/ 0 h 118107"/>
                <a:gd name="csX3" fmla="*/ 18690 w 305870"/>
                <a:gd name="csY3" fmla="*/ 92590 h 118107"/>
                <a:gd name="csX4" fmla="*/ 0 w 305870"/>
                <a:gd name="csY4" fmla="*/ 92590 h 118107"/>
                <a:gd name="csX5" fmla="*/ 97449 w 305870"/>
                <a:gd name="csY5" fmla="*/ 92590 h 118107"/>
                <a:gd name="csX6" fmla="*/ 79700 w 305870"/>
                <a:gd name="csY6" fmla="*/ 92590 h 118107"/>
                <a:gd name="csX7" fmla="*/ 79700 w 305870"/>
                <a:gd name="csY7" fmla="*/ 58358 h 118107"/>
                <a:gd name="csX8" fmla="*/ 78564 w 305870"/>
                <a:gd name="csY8" fmla="*/ 44337 h 118107"/>
                <a:gd name="csX9" fmla="*/ 74842 w 305870"/>
                <a:gd name="csY9" fmla="*/ 39347 h 118107"/>
                <a:gd name="csX10" fmla="*/ 68712 w 305870"/>
                <a:gd name="csY10" fmla="*/ 37579 h 118107"/>
                <a:gd name="csX11" fmla="*/ 60441 w 305870"/>
                <a:gd name="csY11" fmla="*/ 40106 h 118107"/>
                <a:gd name="csX12" fmla="*/ 55389 w 305870"/>
                <a:gd name="csY12" fmla="*/ 46800 h 118107"/>
                <a:gd name="csX13" fmla="*/ 54060 w 305870"/>
                <a:gd name="csY13" fmla="*/ 62211 h 118107"/>
                <a:gd name="csX14" fmla="*/ 54060 w 305870"/>
                <a:gd name="csY14" fmla="*/ 92590 h 118107"/>
                <a:gd name="csX15" fmla="*/ 36310 w 305870"/>
                <a:gd name="csY15" fmla="*/ 92590 h 118107"/>
                <a:gd name="csX16" fmla="*/ 36310 w 305870"/>
                <a:gd name="csY16" fmla="*/ 25516 h 118107"/>
                <a:gd name="csX17" fmla="*/ 52795 w 305870"/>
                <a:gd name="csY17" fmla="*/ 25516 h 118107"/>
                <a:gd name="csX18" fmla="*/ 52795 w 305870"/>
                <a:gd name="csY18" fmla="*/ 35369 h 118107"/>
                <a:gd name="csX19" fmla="*/ 74899 w 305870"/>
                <a:gd name="csY19" fmla="*/ 24000 h 118107"/>
                <a:gd name="csX20" fmla="*/ 85642 w 305870"/>
                <a:gd name="csY20" fmla="*/ 26148 h 118107"/>
                <a:gd name="csX21" fmla="*/ 92964 w 305870"/>
                <a:gd name="csY21" fmla="*/ 31516 h 118107"/>
                <a:gd name="csX22" fmla="*/ 96442 w 305870"/>
                <a:gd name="csY22" fmla="*/ 38969 h 118107"/>
                <a:gd name="csX23" fmla="*/ 97449 w 305870"/>
                <a:gd name="csY23" fmla="*/ 50905 h 118107"/>
                <a:gd name="csX24" fmla="*/ 97449 w 305870"/>
                <a:gd name="csY24" fmla="*/ 92590 h 118107"/>
                <a:gd name="csX25" fmla="*/ 115011 w 305870"/>
                <a:gd name="csY25" fmla="*/ 25516 h 118107"/>
                <a:gd name="csX26" fmla="*/ 131553 w 305870"/>
                <a:gd name="csY26" fmla="*/ 25516 h 118107"/>
                <a:gd name="csX27" fmla="*/ 131553 w 305870"/>
                <a:gd name="csY27" fmla="*/ 35369 h 118107"/>
                <a:gd name="csX28" fmla="*/ 140270 w 305870"/>
                <a:gd name="csY28" fmla="*/ 27158 h 118107"/>
                <a:gd name="csX29" fmla="*/ 152457 w 305870"/>
                <a:gd name="csY29" fmla="*/ 24000 h 118107"/>
                <a:gd name="csX30" fmla="*/ 172290 w 305870"/>
                <a:gd name="csY30" fmla="*/ 33158 h 118107"/>
                <a:gd name="csX31" fmla="*/ 180439 w 305870"/>
                <a:gd name="csY31" fmla="*/ 58674 h 118107"/>
                <a:gd name="csX32" fmla="*/ 172226 w 305870"/>
                <a:gd name="csY32" fmla="*/ 84821 h 118107"/>
                <a:gd name="csX33" fmla="*/ 152335 w 305870"/>
                <a:gd name="csY33" fmla="*/ 94105 h 118107"/>
                <a:gd name="csX34" fmla="*/ 142231 w 305870"/>
                <a:gd name="csY34" fmla="*/ 91895 h 118107"/>
                <a:gd name="csX35" fmla="*/ 132753 w 305870"/>
                <a:gd name="csY35" fmla="*/ 84316 h 118107"/>
                <a:gd name="csX36" fmla="*/ 132753 w 305870"/>
                <a:gd name="csY36" fmla="*/ 118107 h 118107"/>
                <a:gd name="csX37" fmla="*/ 115011 w 305870"/>
                <a:gd name="csY37" fmla="*/ 118107 h 118107"/>
                <a:gd name="csX38" fmla="*/ 115011 w 305870"/>
                <a:gd name="csY38" fmla="*/ 25516 h 118107"/>
                <a:gd name="csX39" fmla="*/ 132567 w 305870"/>
                <a:gd name="csY39" fmla="*/ 57916 h 118107"/>
                <a:gd name="csX40" fmla="*/ 137050 w 305870"/>
                <a:gd name="csY40" fmla="*/ 74653 h 118107"/>
                <a:gd name="csX41" fmla="*/ 147973 w 305870"/>
                <a:gd name="csY41" fmla="*/ 80021 h 118107"/>
                <a:gd name="csX42" fmla="*/ 158270 w 305870"/>
                <a:gd name="csY42" fmla="*/ 75095 h 118107"/>
                <a:gd name="csX43" fmla="*/ 162374 w 305870"/>
                <a:gd name="csY43" fmla="*/ 58801 h 118107"/>
                <a:gd name="csX44" fmla="*/ 158141 w 305870"/>
                <a:gd name="csY44" fmla="*/ 43137 h 118107"/>
                <a:gd name="csX45" fmla="*/ 147657 w 305870"/>
                <a:gd name="csY45" fmla="*/ 38021 h 118107"/>
                <a:gd name="csX46" fmla="*/ 136863 w 305870"/>
                <a:gd name="csY46" fmla="*/ 43074 h 118107"/>
                <a:gd name="csX47" fmla="*/ 132567 w 305870"/>
                <a:gd name="csY47" fmla="*/ 57916 h 118107"/>
                <a:gd name="csX48" fmla="*/ 238732 w 305870"/>
                <a:gd name="csY48" fmla="*/ 92590 h 118107"/>
                <a:gd name="csX49" fmla="*/ 238732 w 305870"/>
                <a:gd name="csY49" fmla="*/ 82547 h 118107"/>
                <a:gd name="csX50" fmla="*/ 229074 w 305870"/>
                <a:gd name="csY50" fmla="*/ 91011 h 118107"/>
                <a:gd name="csX51" fmla="*/ 216506 w 305870"/>
                <a:gd name="csY51" fmla="*/ 94105 h 118107"/>
                <a:gd name="csX52" fmla="*/ 204376 w 305870"/>
                <a:gd name="csY52" fmla="*/ 91137 h 118107"/>
                <a:gd name="csX53" fmla="*/ 196608 w 305870"/>
                <a:gd name="csY53" fmla="*/ 82800 h 118107"/>
                <a:gd name="csX54" fmla="*/ 194208 w 305870"/>
                <a:gd name="csY54" fmla="*/ 67958 h 118107"/>
                <a:gd name="csX55" fmla="*/ 194208 w 305870"/>
                <a:gd name="csY55" fmla="*/ 25516 h 118107"/>
                <a:gd name="csX56" fmla="*/ 211957 w 305870"/>
                <a:gd name="csY56" fmla="*/ 25516 h 118107"/>
                <a:gd name="csX57" fmla="*/ 211957 w 305870"/>
                <a:gd name="csY57" fmla="*/ 56337 h 118107"/>
                <a:gd name="csX58" fmla="*/ 212906 w 305870"/>
                <a:gd name="csY58" fmla="*/ 73706 h 118107"/>
                <a:gd name="csX59" fmla="*/ 216506 w 305870"/>
                <a:gd name="csY59" fmla="*/ 78758 h 118107"/>
                <a:gd name="csX60" fmla="*/ 223074 w 305870"/>
                <a:gd name="csY60" fmla="*/ 80590 h 118107"/>
                <a:gd name="csX61" fmla="*/ 231215 w 305870"/>
                <a:gd name="csY61" fmla="*/ 78126 h 118107"/>
                <a:gd name="csX62" fmla="*/ 236145 w 305870"/>
                <a:gd name="csY62" fmla="*/ 71937 h 118107"/>
                <a:gd name="csX63" fmla="*/ 237474 w 305870"/>
                <a:gd name="csY63" fmla="*/ 53811 h 118107"/>
                <a:gd name="csX64" fmla="*/ 237474 w 305870"/>
                <a:gd name="csY64" fmla="*/ 25516 h 118107"/>
                <a:gd name="csX65" fmla="*/ 255216 w 305870"/>
                <a:gd name="csY65" fmla="*/ 25516 h 118107"/>
                <a:gd name="csX66" fmla="*/ 255216 w 305870"/>
                <a:gd name="csY66" fmla="*/ 92590 h 118107"/>
                <a:gd name="csX67" fmla="*/ 238732 w 305870"/>
                <a:gd name="csY67" fmla="*/ 92590 h 118107"/>
                <a:gd name="csX68" fmla="*/ 304419 w 305870"/>
                <a:gd name="csY68" fmla="*/ 25516 h 118107"/>
                <a:gd name="csX69" fmla="*/ 304419 w 305870"/>
                <a:gd name="csY69" fmla="*/ 39664 h 118107"/>
                <a:gd name="csX70" fmla="*/ 292289 w 305870"/>
                <a:gd name="csY70" fmla="*/ 39664 h 118107"/>
                <a:gd name="csX71" fmla="*/ 292289 w 305870"/>
                <a:gd name="csY71" fmla="*/ 66695 h 118107"/>
                <a:gd name="csX72" fmla="*/ 292605 w 305870"/>
                <a:gd name="csY72" fmla="*/ 76295 h 118107"/>
                <a:gd name="csX73" fmla="*/ 294186 w 305870"/>
                <a:gd name="csY73" fmla="*/ 78505 h 118107"/>
                <a:gd name="csX74" fmla="*/ 297218 w 305870"/>
                <a:gd name="csY74" fmla="*/ 79390 h 118107"/>
                <a:gd name="csX75" fmla="*/ 304354 w 305870"/>
                <a:gd name="csY75" fmla="*/ 77685 h 118107"/>
                <a:gd name="csX76" fmla="*/ 305870 w 305870"/>
                <a:gd name="csY76" fmla="*/ 91453 h 118107"/>
                <a:gd name="csX77" fmla="*/ 291850 w 305870"/>
                <a:gd name="csY77" fmla="*/ 94105 h 118107"/>
                <a:gd name="csX78" fmla="*/ 283198 w 305870"/>
                <a:gd name="csY78" fmla="*/ 92526 h 118107"/>
                <a:gd name="csX79" fmla="*/ 277514 w 305870"/>
                <a:gd name="csY79" fmla="*/ 88358 h 118107"/>
                <a:gd name="csX80" fmla="*/ 275050 w 305870"/>
                <a:gd name="csY80" fmla="*/ 81410 h 118107"/>
                <a:gd name="csX81" fmla="*/ 274482 w 305870"/>
                <a:gd name="csY81" fmla="*/ 68905 h 118107"/>
                <a:gd name="csX82" fmla="*/ 274482 w 305870"/>
                <a:gd name="csY82" fmla="*/ 39664 h 118107"/>
                <a:gd name="csX83" fmla="*/ 266333 w 305870"/>
                <a:gd name="csY83" fmla="*/ 39664 h 118107"/>
                <a:gd name="csX84" fmla="*/ 266333 w 305870"/>
                <a:gd name="csY84" fmla="*/ 25516 h 118107"/>
                <a:gd name="csX85" fmla="*/ 274482 w 305870"/>
                <a:gd name="csY85" fmla="*/ 25516 h 118107"/>
                <a:gd name="csX86" fmla="*/ 274482 w 305870"/>
                <a:gd name="csY86" fmla="*/ 12190 h 118107"/>
                <a:gd name="csX87" fmla="*/ 292289 w 305870"/>
                <a:gd name="csY87" fmla="*/ 1832 h 118107"/>
                <a:gd name="csX88" fmla="*/ 292289 w 305870"/>
                <a:gd name="csY88" fmla="*/ 25516 h 118107"/>
                <a:gd name="csX89" fmla="*/ 304419 w 305870"/>
                <a:gd name="csY89" fmla="*/ 25516 h 118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305870" h="118107">
                  <a:moveTo>
                    <a:pt x="0" y="92590"/>
                  </a:moveTo>
                  <a:lnTo>
                    <a:pt x="0" y="0"/>
                  </a:lnTo>
                  <a:lnTo>
                    <a:pt x="18690" y="0"/>
                  </a:lnTo>
                  <a:lnTo>
                    <a:pt x="18690" y="92590"/>
                  </a:lnTo>
                  <a:lnTo>
                    <a:pt x="0" y="92590"/>
                  </a:lnTo>
                  <a:close/>
                  <a:moveTo>
                    <a:pt x="97449" y="92590"/>
                  </a:moveTo>
                  <a:lnTo>
                    <a:pt x="79700" y="92590"/>
                  </a:lnTo>
                  <a:lnTo>
                    <a:pt x="79700" y="58358"/>
                  </a:lnTo>
                  <a:cubicBezTo>
                    <a:pt x="79700" y="51116"/>
                    <a:pt x="79326" y="46442"/>
                    <a:pt x="78564" y="44337"/>
                  </a:cubicBezTo>
                  <a:cubicBezTo>
                    <a:pt x="77810" y="42190"/>
                    <a:pt x="76566" y="40527"/>
                    <a:pt x="74842" y="39347"/>
                  </a:cubicBezTo>
                  <a:cubicBezTo>
                    <a:pt x="73153" y="38169"/>
                    <a:pt x="71112" y="37579"/>
                    <a:pt x="68712" y="37579"/>
                  </a:cubicBezTo>
                  <a:cubicBezTo>
                    <a:pt x="65636" y="37579"/>
                    <a:pt x="62884" y="38421"/>
                    <a:pt x="60441" y="40106"/>
                  </a:cubicBezTo>
                  <a:cubicBezTo>
                    <a:pt x="57998" y="41790"/>
                    <a:pt x="56316" y="44021"/>
                    <a:pt x="55389" y="46800"/>
                  </a:cubicBezTo>
                  <a:cubicBezTo>
                    <a:pt x="54505" y="49579"/>
                    <a:pt x="54060" y="54716"/>
                    <a:pt x="54060" y="62211"/>
                  </a:cubicBezTo>
                  <a:lnTo>
                    <a:pt x="54060" y="92590"/>
                  </a:lnTo>
                  <a:lnTo>
                    <a:pt x="36310" y="92590"/>
                  </a:lnTo>
                  <a:lnTo>
                    <a:pt x="36310" y="25516"/>
                  </a:lnTo>
                  <a:lnTo>
                    <a:pt x="52795" y="25516"/>
                  </a:lnTo>
                  <a:lnTo>
                    <a:pt x="52795" y="35369"/>
                  </a:lnTo>
                  <a:cubicBezTo>
                    <a:pt x="58652" y="27790"/>
                    <a:pt x="66017" y="24000"/>
                    <a:pt x="74899" y="24000"/>
                  </a:cubicBezTo>
                  <a:cubicBezTo>
                    <a:pt x="78815" y="24000"/>
                    <a:pt x="82394" y="24716"/>
                    <a:pt x="85642" y="26148"/>
                  </a:cubicBezTo>
                  <a:cubicBezTo>
                    <a:pt x="88883" y="27537"/>
                    <a:pt x="91326" y="29327"/>
                    <a:pt x="92964" y="31516"/>
                  </a:cubicBezTo>
                  <a:cubicBezTo>
                    <a:pt x="94653" y="33706"/>
                    <a:pt x="95810" y="36190"/>
                    <a:pt x="96442" y="38969"/>
                  </a:cubicBezTo>
                  <a:cubicBezTo>
                    <a:pt x="97111" y="41748"/>
                    <a:pt x="97449" y="45726"/>
                    <a:pt x="97449" y="50905"/>
                  </a:cubicBezTo>
                  <a:lnTo>
                    <a:pt x="97449" y="92590"/>
                  </a:lnTo>
                  <a:close/>
                  <a:moveTo>
                    <a:pt x="115011" y="25516"/>
                  </a:moveTo>
                  <a:lnTo>
                    <a:pt x="131553" y="25516"/>
                  </a:lnTo>
                  <a:lnTo>
                    <a:pt x="131553" y="35369"/>
                  </a:lnTo>
                  <a:cubicBezTo>
                    <a:pt x="133702" y="32001"/>
                    <a:pt x="136605" y="29263"/>
                    <a:pt x="140270" y="27158"/>
                  </a:cubicBezTo>
                  <a:cubicBezTo>
                    <a:pt x="143935" y="25053"/>
                    <a:pt x="147995" y="24000"/>
                    <a:pt x="152457" y="24000"/>
                  </a:cubicBezTo>
                  <a:cubicBezTo>
                    <a:pt x="160247" y="24000"/>
                    <a:pt x="166858" y="27053"/>
                    <a:pt x="172290" y="33158"/>
                  </a:cubicBezTo>
                  <a:cubicBezTo>
                    <a:pt x="177723" y="39263"/>
                    <a:pt x="180439" y="47769"/>
                    <a:pt x="180439" y="58674"/>
                  </a:cubicBezTo>
                  <a:cubicBezTo>
                    <a:pt x="180439" y="69874"/>
                    <a:pt x="177702" y="78590"/>
                    <a:pt x="172226" y="84821"/>
                  </a:cubicBezTo>
                  <a:cubicBezTo>
                    <a:pt x="166757" y="91011"/>
                    <a:pt x="160124" y="94105"/>
                    <a:pt x="152335" y="94105"/>
                  </a:cubicBezTo>
                  <a:cubicBezTo>
                    <a:pt x="148627" y="94105"/>
                    <a:pt x="145264" y="93369"/>
                    <a:pt x="142231" y="91895"/>
                  </a:cubicBezTo>
                  <a:cubicBezTo>
                    <a:pt x="139242" y="90421"/>
                    <a:pt x="136080" y="87895"/>
                    <a:pt x="132753" y="84316"/>
                  </a:cubicBezTo>
                  <a:lnTo>
                    <a:pt x="132753" y="118107"/>
                  </a:lnTo>
                  <a:lnTo>
                    <a:pt x="115011" y="118107"/>
                  </a:lnTo>
                  <a:lnTo>
                    <a:pt x="115011" y="25516"/>
                  </a:lnTo>
                  <a:close/>
                  <a:moveTo>
                    <a:pt x="132567" y="57916"/>
                  </a:moveTo>
                  <a:cubicBezTo>
                    <a:pt x="132567" y="65453"/>
                    <a:pt x="134061" y="71032"/>
                    <a:pt x="137050" y="74653"/>
                  </a:cubicBezTo>
                  <a:cubicBezTo>
                    <a:pt x="140040" y="78232"/>
                    <a:pt x="143683" y="80021"/>
                    <a:pt x="147973" y="80021"/>
                  </a:cubicBezTo>
                  <a:cubicBezTo>
                    <a:pt x="152105" y="80021"/>
                    <a:pt x="155533" y="78379"/>
                    <a:pt x="158270" y="75095"/>
                  </a:cubicBezTo>
                  <a:cubicBezTo>
                    <a:pt x="161009" y="71768"/>
                    <a:pt x="162374" y="66337"/>
                    <a:pt x="162374" y="58801"/>
                  </a:cubicBezTo>
                  <a:cubicBezTo>
                    <a:pt x="162374" y="51768"/>
                    <a:pt x="160965" y="46548"/>
                    <a:pt x="158141" y="43137"/>
                  </a:cubicBezTo>
                  <a:cubicBezTo>
                    <a:pt x="155324" y="39727"/>
                    <a:pt x="151832" y="38021"/>
                    <a:pt x="147657" y="38021"/>
                  </a:cubicBezTo>
                  <a:cubicBezTo>
                    <a:pt x="143324" y="38021"/>
                    <a:pt x="139724" y="39705"/>
                    <a:pt x="136863" y="43074"/>
                  </a:cubicBezTo>
                  <a:cubicBezTo>
                    <a:pt x="133996" y="46401"/>
                    <a:pt x="132567" y="51347"/>
                    <a:pt x="132567" y="57916"/>
                  </a:cubicBezTo>
                  <a:close/>
                  <a:moveTo>
                    <a:pt x="238732" y="92590"/>
                  </a:moveTo>
                  <a:lnTo>
                    <a:pt x="238732" y="82547"/>
                  </a:lnTo>
                  <a:cubicBezTo>
                    <a:pt x="236288" y="86127"/>
                    <a:pt x="233069" y="88948"/>
                    <a:pt x="229074" y="91011"/>
                  </a:cubicBezTo>
                  <a:cubicBezTo>
                    <a:pt x="225114" y="93074"/>
                    <a:pt x="220925" y="94105"/>
                    <a:pt x="216506" y="94105"/>
                  </a:cubicBezTo>
                  <a:cubicBezTo>
                    <a:pt x="212000" y="94105"/>
                    <a:pt x="207954" y="93116"/>
                    <a:pt x="204376" y="91137"/>
                  </a:cubicBezTo>
                  <a:cubicBezTo>
                    <a:pt x="200797" y="89158"/>
                    <a:pt x="198210" y="86379"/>
                    <a:pt x="196608" y="82800"/>
                  </a:cubicBezTo>
                  <a:cubicBezTo>
                    <a:pt x="195005" y="79221"/>
                    <a:pt x="194208" y="74274"/>
                    <a:pt x="194208" y="67958"/>
                  </a:cubicBezTo>
                  <a:lnTo>
                    <a:pt x="194208" y="25516"/>
                  </a:lnTo>
                  <a:lnTo>
                    <a:pt x="211957" y="25516"/>
                  </a:lnTo>
                  <a:lnTo>
                    <a:pt x="211957" y="56337"/>
                  </a:lnTo>
                  <a:cubicBezTo>
                    <a:pt x="211957" y="65769"/>
                    <a:pt x="212273" y="71558"/>
                    <a:pt x="212906" y="73706"/>
                  </a:cubicBezTo>
                  <a:cubicBezTo>
                    <a:pt x="213574" y="75810"/>
                    <a:pt x="214774" y="77495"/>
                    <a:pt x="216506" y="78758"/>
                  </a:cubicBezTo>
                  <a:cubicBezTo>
                    <a:pt x="218230" y="79979"/>
                    <a:pt x="220415" y="80590"/>
                    <a:pt x="223074" y="80590"/>
                  </a:cubicBezTo>
                  <a:cubicBezTo>
                    <a:pt x="226106" y="80590"/>
                    <a:pt x="228815" y="79768"/>
                    <a:pt x="231215" y="78126"/>
                  </a:cubicBezTo>
                  <a:cubicBezTo>
                    <a:pt x="233615" y="76442"/>
                    <a:pt x="235261" y="74379"/>
                    <a:pt x="236145" y="71937"/>
                  </a:cubicBezTo>
                  <a:cubicBezTo>
                    <a:pt x="237029" y="69453"/>
                    <a:pt x="237474" y="63411"/>
                    <a:pt x="237474" y="53811"/>
                  </a:cubicBezTo>
                  <a:lnTo>
                    <a:pt x="237474" y="25516"/>
                  </a:lnTo>
                  <a:lnTo>
                    <a:pt x="255216" y="25516"/>
                  </a:lnTo>
                  <a:lnTo>
                    <a:pt x="255216" y="92590"/>
                  </a:lnTo>
                  <a:lnTo>
                    <a:pt x="238732" y="92590"/>
                  </a:lnTo>
                  <a:close/>
                  <a:moveTo>
                    <a:pt x="304419" y="25516"/>
                  </a:moveTo>
                  <a:lnTo>
                    <a:pt x="304419" y="39664"/>
                  </a:lnTo>
                  <a:lnTo>
                    <a:pt x="292289" y="39664"/>
                  </a:lnTo>
                  <a:lnTo>
                    <a:pt x="292289" y="66695"/>
                  </a:lnTo>
                  <a:cubicBezTo>
                    <a:pt x="292289" y="72169"/>
                    <a:pt x="292397" y="75369"/>
                    <a:pt x="292605" y="76295"/>
                  </a:cubicBezTo>
                  <a:cubicBezTo>
                    <a:pt x="292864" y="77179"/>
                    <a:pt x="293388" y="77916"/>
                    <a:pt x="294186" y="78505"/>
                  </a:cubicBezTo>
                  <a:cubicBezTo>
                    <a:pt x="295027" y="79095"/>
                    <a:pt x="296040" y="79390"/>
                    <a:pt x="297218" y="79390"/>
                  </a:cubicBezTo>
                  <a:cubicBezTo>
                    <a:pt x="298857" y="79390"/>
                    <a:pt x="301242" y="78821"/>
                    <a:pt x="304354" y="77685"/>
                  </a:cubicBezTo>
                  <a:lnTo>
                    <a:pt x="305870" y="91453"/>
                  </a:lnTo>
                  <a:cubicBezTo>
                    <a:pt x="301745" y="93221"/>
                    <a:pt x="297067" y="94105"/>
                    <a:pt x="291850" y="94105"/>
                  </a:cubicBezTo>
                  <a:cubicBezTo>
                    <a:pt x="288653" y="94105"/>
                    <a:pt x="285764" y="93579"/>
                    <a:pt x="283198" y="92526"/>
                  </a:cubicBezTo>
                  <a:cubicBezTo>
                    <a:pt x="280626" y="91432"/>
                    <a:pt x="278736" y="90042"/>
                    <a:pt x="277514" y="88358"/>
                  </a:cubicBezTo>
                  <a:cubicBezTo>
                    <a:pt x="276336" y="86632"/>
                    <a:pt x="275509" y="84316"/>
                    <a:pt x="275050" y="81410"/>
                  </a:cubicBezTo>
                  <a:cubicBezTo>
                    <a:pt x="274669" y="79347"/>
                    <a:pt x="274482" y="75179"/>
                    <a:pt x="274482" y="68905"/>
                  </a:cubicBezTo>
                  <a:lnTo>
                    <a:pt x="274482" y="39664"/>
                  </a:lnTo>
                  <a:lnTo>
                    <a:pt x="266333" y="39664"/>
                  </a:lnTo>
                  <a:lnTo>
                    <a:pt x="266333" y="25516"/>
                  </a:lnTo>
                  <a:lnTo>
                    <a:pt x="274482" y="25516"/>
                  </a:lnTo>
                  <a:lnTo>
                    <a:pt x="274482" y="12190"/>
                  </a:lnTo>
                  <a:lnTo>
                    <a:pt x="292289" y="1832"/>
                  </a:lnTo>
                  <a:lnTo>
                    <a:pt x="292289" y="25516"/>
                  </a:lnTo>
                  <a:lnTo>
                    <a:pt x="304419" y="25516"/>
                  </a:lnTo>
                  <a:close/>
                </a:path>
              </a:pathLst>
            </a:custGeom>
            <a:solidFill>
              <a:srgbClr val="333333"/>
            </a:solidFill>
            <a:ln w="7183" cap="flat">
              <a:noFill/>
              <a:prstDash val="solid"/>
              <a:miter/>
            </a:ln>
          </p:spPr>
          <p:txBody>
            <a:bodyPr/>
            <a:lstStyle/>
            <a:p>
              <a:endParaRPr lang="he-IL" dirty="0"/>
            </a:p>
          </p:txBody>
        </p:sp>
      </p:grpSp>
    </p:spTree>
    <p:extLst>
      <p:ext uri="{BB962C8B-B14F-4D97-AF65-F5344CB8AC3E}">
        <p14:creationId xmlns:p14="http://schemas.microsoft.com/office/powerpoint/2010/main" val="371631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3" dur="indefinite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2C4E-5914-E6E3-8649-DC41EA64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Word</a:t>
            </a:r>
            <a:r>
              <a:rPr lang="en-US" sz="6600" dirty="0"/>
              <a:t>2</a:t>
            </a:r>
            <a:r>
              <a:rPr lang="en-US" dirty="0"/>
              <a:t>Vec</a:t>
            </a:r>
            <a:endParaRPr lang="he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54D867-8106-1862-7BE8-FE2D2EE312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25"/>
          <a:stretch>
            <a:fillRect/>
          </a:stretch>
        </p:blipFill>
        <p:spPr bwMode="auto">
          <a:xfrm>
            <a:off x="2071296" y="2667896"/>
            <a:ext cx="7820360" cy="290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479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1F19-B4A0-72E5-3133-91BEF2F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Word</a:t>
            </a:r>
            <a:r>
              <a:rPr lang="en-US" sz="6600" dirty="0"/>
              <a:t>2</a:t>
            </a:r>
            <a:r>
              <a:rPr lang="en-US" dirty="0"/>
              <a:t>Vec</a:t>
            </a:r>
            <a:endParaRPr lang="he-IL" dirty="0"/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238D354C-29C0-E45E-DA6F-556A625C2D00}"/>
              </a:ext>
            </a:extLst>
          </p:cNvPr>
          <p:cNvGrpSpPr/>
          <p:nvPr/>
        </p:nvGrpSpPr>
        <p:grpSpPr>
          <a:xfrm>
            <a:off x="2090394" y="2000910"/>
            <a:ext cx="2367121" cy="215444"/>
            <a:chOff x="2090394" y="2000910"/>
            <a:chExt cx="2367121" cy="215444"/>
          </a:xfrm>
          <a:solidFill>
            <a:srgbClr val="666666"/>
          </a:solidFill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768328-FE2B-D309-907C-98FEE1DF36BE}"/>
                </a:ext>
              </a:extLst>
            </p:cNvPr>
            <p:cNvSpPr txBox="1"/>
            <p:nvPr/>
          </p:nvSpPr>
          <p:spPr>
            <a:xfrm>
              <a:off x="2090394" y="2000910"/>
              <a:ext cx="534121" cy="21544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800" spc="0" baseline="0" dirty="0" err="1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Trait</a:t>
              </a:r>
              <a:r>
                <a:rPr lang="he-IL" sz="800" spc="0" baseline="0" dirty="0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 #1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25C2AA-61A2-E20C-CD24-F7720EA50479}"/>
                </a:ext>
              </a:extLst>
            </p:cNvPr>
            <p:cNvSpPr txBox="1"/>
            <p:nvPr/>
          </p:nvSpPr>
          <p:spPr>
            <a:xfrm>
              <a:off x="2548644" y="2000910"/>
              <a:ext cx="534121" cy="21544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800" spc="0" baseline="0" dirty="0" err="1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Trait</a:t>
              </a:r>
              <a:r>
                <a:rPr lang="he-IL" sz="800" spc="0" baseline="0" dirty="0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 #2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144290-0E79-28BA-30A0-07D101E41AB3}"/>
                </a:ext>
              </a:extLst>
            </p:cNvPr>
            <p:cNvSpPr txBox="1"/>
            <p:nvPr/>
          </p:nvSpPr>
          <p:spPr>
            <a:xfrm>
              <a:off x="3006894" y="2000910"/>
              <a:ext cx="534121" cy="21544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800" spc="0" baseline="0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Trait #3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69D2BD-190F-9302-E1A7-90C100C2704B}"/>
                </a:ext>
              </a:extLst>
            </p:cNvPr>
            <p:cNvSpPr txBox="1"/>
            <p:nvPr/>
          </p:nvSpPr>
          <p:spPr>
            <a:xfrm>
              <a:off x="3465144" y="2000910"/>
              <a:ext cx="534121" cy="21544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800" spc="0" baseline="0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Trait #4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340632-0531-5096-28E5-05FA4370B4D7}"/>
                </a:ext>
              </a:extLst>
            </p:cNvPr>
            <p:cNvSpPr txBox="1"/>
            <p:nvPr/>
          </p:nvSpPr>
          <p:spPr>
            <a:xfrm>
              <a:off x="3923394" y="2000910"/>
              <a:ext cx="534121" cy="21544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800" spc="0" baseline="0">
                  <a:ln/>
                  <a:solidFill>
                    <a:srgbClr val="666666"/>
                  </a:solidFill>
                  <a:latin typeface="Arial"/>
                  <a:cs typeface="Arial"/>
                  <a:sym typeface="Arial"/>
                  <a:rtl val="0"/>
                </a:rPr>
                <a:t>Trait #5</a:t>
              </a:r>
            </a:p>
          </p:txBody>
        </p:sp>
      </p:grpSp>
      <p:grpSp>
        <p:nvGrpSpPr>
          <p:cNvPr id="15" name="Graphic 4">
            <a:extLst>
              <a:ext uri="{FF2B5EF4-FFF2-40B4-BE49-F238E27FC236}">
                <a16:creationId xmlns:a16="http://schemas.microsoft.com/office/drawing/2014/main" id="{D82CE674-CD62-6091-9528-3D0D58339920}"/>
              </a:ext>
            </a:extLst>
          </p:cNvPr>
          <p:cNvGrpSpPr/>
          <p:nvPr/>
        </p:nvGrpSpPr>
        <p:grpSpPr>
          <a:xfrm>
            <a:off x="1319519" y="2417664"/>
            <a:ext cx="3109494" cy="346783"/>
            <a:chOff x="1319519" y="2417664"/>
            <a:chExt cx="3109494" cy="34678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2B245B-EE57-1503-3E2A-B92305D87061}"/>
                </a:ext>
              </a:extLst>
            </p:cNvPr>
            <p:cNvSpPr txBox="1"/>
            <p:nvPr/>
          </p:nvSpPr>
          <p:spPr>
            <a:xfrm>
              <a:off x="1319519" y="2436779"/>
              <a:ext cx="466794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en-US" sz="1200" dirty="0">
                  <a:ln/>
                  <a:solidFill>
                    <a:srgbClr val="E65100"/>
                  </a:solidFill>
                  <a:latin typeface="Arial"/>
                  <a:cs typeface="Arial"/>
                  <a:sym typeface="Arial"/>
                  <a:rtl val="0"/>
                </a:rPr>
                <a:t>Tzvi</a:t>
              </a:r>
              <a:endParaRPr lang="he-IL" sz="1200" spc="0" baseline="0" dirty="0">
                <a:ln/>
                <a:solidFill>
                  <a:srgbClr val="E651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42FD80-6853-4270-D0FD-29DE639DD598}"/>
                </a:ext>
              </a:extLst>
            </p:cNvPr>
            <p:cNvSpPr/>
            <p:nvPr/>
          </p:nvSpPr>
          <p:spPr>
            <a:xfrm>
              <a:off x="2162534" y="2417664"/>
              <a:ext cx="433479" cy="34678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2F7D22-F1DC-48F1-4B22-92F3366B6054}"/>
                </a:ext>
              </a:extLst>
            </p:cNvPr>
            <p:cNvSpPr txBox="1"/>
            <p:nvPr/>
          </p:nvSpPr>
          <p:spPr>
            <a:xfrm>
              <a:off x="2170456" y="2422004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EF7B90-FEE1-04B2-D69B-3E656D0F4321}"/>
                </a:ext>
              </a:extLst>
            </p:cNvPr>
            <p:cNvSpPr/>
            <p:nvPr/>
          </p:nvSpPr>
          <p:spPr>
            <a:xfrm>
              <a:off x="2620784" y="2417664"/>
              <a:ext cx="433479" cy="34678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62F00C-614E-9C98-ADF7-B5B81C2AD46D}"/>
                </a:ext>
              </a:extLst>
            </p:cNvPr>
            <p:cNvSpPr txBox="1"/>
            <p:nvPr/>
          </p:nvSpPr>
          <p:spPr>
            <a:xfrm>
              <a:off x="2651390" y="2422004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0.8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7317762-B3E0-ED40-CFBE-F8A9660E5F93}"/>
                </a:ext>
              </a:extLst>
            </p:cNvPr>
            <p:cNvSpPr/>
            <p:nvPr/>
          </p:nvSpPr>
          <p:spPr>
            <a:xfrm>
              <a:off x="3079034" y="2417664"/>
              <a:ext cx="433479" cy="34678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C6A953-C188-AF41-B1B7-C3835B66E1CD}"/>
                </a:ext>
              </a:extLst>
            </p:cNvPr>
            <p:cNvSpPr txBox="1"/>
            <p:nvPr/>
          </p:nvSpPr>
          <p:spPr>
            <a:xfrm>
              <a:off x="3109640" y="2422004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F7B54B-172C-CA31-9B3D-B04956076044}"/>
                </a:ext>
              </a:extLst>
            </p:cNvPr>
            <p:cNvSpPr/>
            <p:nvPr/>
          </p:nvSpPr>
          <p:spPr>
            <a:xfrm>
              <a:off x="3537284" y="2417664"/>
              <a:ext cx="433479" cy="34678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D93493-898C-981A-DAA3-AB76AC72D5E8}"/>
                </a:ext>
              </a:extLst>
            </p:cNvPr>
            <p:cNvSpPr txBox="1"/>
            <p:nvPr/>
          </p:nvSpPr>
          <p:spPr>
            <a:xfrm>
              <a:off x="3545206" y="2422004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2123FE9-B01E-75DF-AF85-31793A9AA83A}"/>
                </a:ext>
              </a:extLst>
            </p:cNvPr>
            <p:cNvSpPr/>
            <p:nvPr/>
          </p:nvSpPr>
          <p:spPr>
            <a:xfrm>
              <a:off x="3995534" y="2417664"/>
              <a:ext cx="433479" cy="34678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ECBE0FE-06BC-C962-9B42-3F14FBBE82C0}"/>
                </a:ext>
              </a:extLst>
            </p:cNvPr>
            <p:cNvSpPr txBox="1"/>
            <p:nvPr/>
          </p:nvSpPr>
          <p:spPr>
            <a:xfrm>
              <a:off x="4026140" y="2422004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0.3</a:t>
              </a:r>
            </a:p>
          </p:txBody>
        </p:sp>
      </p:grp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BBAC98-1B09-B50C-C9B5-AEB799DE5D56}"/>
              </a:ext>
            </a:extLst>
          </p:cNvPr>
          <p:cNvGrpSpPr/>
          <p:nvPr/>
        </p:nvGrpSpPr>
        <p:grpSpPr>
          <a:xfrm>
            <a:off x="971042" y="2883774"/>
            <a:ext cx="3457971" cy="376078"/>
            <a:chOff x="971042" y="2883774"/>
            <a:chExt cx="3457971" cy="37607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EC77A91-3A9A-49E1-747E-4B2F065E4A5C}"/>
                </a:ext>
              </a:extLst>
            </p:cNvPr>
            <p:cNvSpPr txBox="1"/>
            <p:nvPr/>
          </p:nvSpPr>
          <p:spPr>
            <a:xfrm>
              <a:off x="971042" y="2883774"/>
              <a:ext cx="883575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200" spc="0" baseline="0">
                  <a:ln/>
                  <a:solidFill>
                    <a:srgbClr val="2E7D32"/>
                  </a:solidFill>
                  <a:latin typeface="Arial"/>
                  <a:cs typeface="Arial"/>
                  <a:sym typeface="Arial"/>
                  <a:rtl val="0"/>
                </a:rPr>
                <a:t>Person #1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AB4CC1-1D42-63E8-1B14-7F20B3DE7E46}"/>
                </a:ext>
              </a:extLst>
            </p:cNvPr>
            <p:cNvSpPr/>
            <p:nvPr/>
          </p:nvSpPr>
          <p:spPr>
            <a:xfrm>
              <a:off x="2162534" y="2913069"/>
              <a:ext cx="433479" cy="34678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C823C0-B46A-B449-F42F-2F4C2BCAA574}"/>
                </a:ext>
              </a:extLst>
            </p:cNvPr>
            <p:cNvSpPr txBox="1"/>
            <p:nvPr/>
          </p:nvSpPr>
          <p:spPr>
            <a:xfrm>
              <a:off x="2170456" y="2917410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4307DA4-635C-0571-B10F-9794420691E9}"/>
                </a:ext>
              </a:extLst>
            </p:cNvPr>
            <p:cNvSpPr/>
            <p:nvPr/>
          </p:nvSpPr>
          <p:spPr>
            <a:xfrm>
              <a:off x="2620784" y="2913069"/>
              <a:ext cx="433479" cy="34678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0FCEF69-FEFC-17CE-E79E-FEA9364B9550}"/>
                </a:ext>
              </a:extLst>
            </p:cNvPr>
            <p:cNvSpPr txBox="1"/>
            <p:nvPr/>
          </p:nvSpPr>
          <p:spPr>
            <a:xfrm>
              <a:off x="2651390" y="2917410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CCFB047-FA90-C8BE-76B1-EEBF2304EA50}"/>
                </a:ext>
              </a:extLst>
            </p:cNvPr>
            <p:cNvSpPr/>
            <p:nvPr/>
          </p:nvSpPr>
          <p:spPr>
            <a:xfrm>
              <a:off x="3079034" y="2913069"/>
              <a:ext cx="433479" cy="34678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B7C9E1-265B-B4E2-B0BC-304755790D04}"/>
                </a:ext>
              </a:extLst>
            </p:cNvPr>
            <p:cNvSpPr txBox="1"/>
            <p:nvPr/>
          </p:nvSpPr>
          <p:spPr>
            <a:xfrm>
              <a:off x="3109640" y="2917410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EBEC0FB-A827-1100-FD4B-54B56D352DC5}"/>
                </a:ext>
              </a:extLst>
            </p:cNvPr>
            <p:cNvSpPr/>
            <p:nvPr/>
          </p:nvSpPr>
          <p:spPr>
            <a:xfrm>
              <a:off x="3537284" y="2913069"/>
              <a:ext cx="433479" cy="34678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B19467-FD98-D097-C4F3-1846AA0C01B1}"/>
                </a:ext>
              </a:extLst>
            </p:cNvPr>
            <p:cNvSpPr txBox="1"/>
            <p:nvPr/>
          </p:nvSpPr>
          <p:spPr>
            <a:xfrm>
              <a:off x="3545206" y="2917410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A1BC2EB-D808-13F2-A6E1-B44D3E2D5CD6}"/>
                </a:ext>
              </a:extLst>
            </p:cNvPr>
            <p:cNvSpPr/>
            <p:nvPr/>
          </p:nvSpPr>
          <p:spPr>
            <a:xfrm>
              <a:off x="3995534" y="2913069"/>
              <a:ext cx="433479" cy="34678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6B4D29-85B1-7857-B187-46F7A68659BD}"/>
                </a:ext>
              </a:extLst>
            </p:cNvPr>
            <p:cNvSpPr txBox="1"/>
            <p:nvPr/>
          </p:nvSpPr>
          <p:spPr>
            <a:xfrm>
              <a:off x="4026140" y="2917410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0.9</a:t>
              </a:r>
            </a:p>
          </p:txBody>
        </p:sp>
      </p:grpSp>
      <p:grpSp>
        <p:nvGrpSpPr>
          <p:cNvPr id="39" name="Graphic 4">
            <a:extLst>
              <a:ext uri="{FF2B5EF4-FFF2-40B4-BE49-F238E27FC236}">
                <a16:creationId xmlns:a16="http://schemas.microsoft.com/office/drawing/2014/main" id="{61DE7A6D-FBF5-08E9-4E5A-AE2A1428BDCB}"/>
              </a:ext>
            </a:extLst>
          </p:cNvPr>
          <p:cNvGrpSpPr/>
          <p:nvPr/>
        </p:nvGrpSpPr>
        <p:grpSpPr>
          <a:xfrm>
            <a:off x="971042" y="3379179"/>
            <a:ext cx="3457971" cy="376079"/>
            <a:chOff x="971042" y="3379179"/>
            <a:chExt cx="3457971" cy="37607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B2984D-1D86-2310-380A-EF62D112833E}"/>
                </a:ext>
              </a:extLst>
            </p:cNvPr>
            <p:cNvSpPr txBox="1"/>
            <p:nvPr/>
          </p:nvSpPr>
          <p:spPr>
            <a:xfrm>
              <a:off x="971042" y="3379179"/>
              <a:ext cx="883575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200" spc="0" baseline="0">
                  <a:ln/>
                  <a:solidFill>
                    <a:srgbClr val="795548"/>
                  </a:solidFill>
                  <a:latin typeface="Arial"/>
                  <a:cs typeface="Arial"/>
                  <a:sym typeface="Arial"/>
                  <a:rtl val="0"/>
                </a:rPr>
                <a:t>Person #2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E9E586-3F0F-7498-6AF6-035D55CE3BE3}"/>
                </a:ext>
              </a:extLst>
            </p:cNvPr>
            <p:cNvSpPr/>
            <p:nvPr/>
          </p:nvSpPr>
          <p:spPr>
            <a:xfrm>
              <a:off x="2162534" y="3408475"/>
              <a:ext cx="433479" cy="34678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2569881-8BF7-C2E3-8973-FB488824F83D}"/>
                </a:ext>
              </a:extLst>
            </p:cNvPr>
            <p:cNvSpPr txBox="1"/>
            <p:nvPr/>
          </p:nvSpPr>
          <p:spPr>
            <a:xfrm>
              <a:off x="2170456" y="3412815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-0.5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3B5A07-68AF-44C3-B4C3-1152A36EE789}"/>
                </a:ext>
              </a:extLst>
            </p:cNvPr>
            <p:cNvSpPr/>
            <p:nvPr/>
          </p:nvSpPr>
          <p:spPr>
            <a:xfrm>
              <a:off x="2620784" y="3408475"/>
              <a:ext cx="433479" cy="34678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2E3C70-2D73-2427-7F11-7ED565BFCDB2}"/>
                </a:ext>
              </a:extLst>
            </p:cNvPr>
            <p:cNvSpPr txBox="1"/>
            <p:nvPr/>
          </p:nvSpPr>
          <p:spPr>
            <a:xfrm>
              <a:off x="2628706" y="3412815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45C1802-8592-192B-6BF2-8A03B53E2358}"/>
                </a:ext>
              </a:extLst>
            </p:cNvPr>
            <p:cNvSpPr/>
            <p:nvPr/>
          </p:nvSpPr>
          <p:spPr>
            <a:xfrm>
              <a:off x="3079034" y="3408475"/>
              <a:ext cx="433479" cy="34678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ED1E4A1-7603-03A3-A7F2-E2F86E1F27EF}"/>
                </a:ext>
              </a:extLst>
            </p:cNvPr>
            <p:cNvSpPr txBox="1"/>
            <p:nvPr/>
          </p:nvSpPr>
          <p:spPr>
            <a:xfrm>
              <a:off x="3086956" y="3412815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-0.2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76FEC03-8E90-9280-8D19-7753763A74B6}"/>
                </a:ext>
              </a:extLst>
            </p:cNvPr>
            <p:cNvSpPr/>
            <p:nvPr/>
          </p:nvSpPr>
          <p:spPr>
            <a:xfrm>
              <a:off x="3537284" y="3408475"/>
              <a:ext cx="433479" cy="34678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2B21E68-2EE0-5AD9-87E5-06B073653F71}"/>
                </a:ext>
              </a:extLst>
            </p:cNvPr>
            <p:cNvSpPr txBox="1"/>
            <p:nvPr/>
          </p:nvSpPr>
          <p:spPr>
            <a:xfrm>
              <a:off x="3567890" y="3412815"/>
              <a:ext cx="372218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0.7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51D799D-1769-394B-CB4D-7173E93DE528}"/>
                </a:ext>
              </a:extLst>
            </p:cNvPr>
            <p:cNvSpPr/>
            <p:nvPr/>
          </p:nvSpPr>
          <p:spPr>
            <a:xfrm>
              <a:off x="3995534" y="3408475"/>
              <a:ext cx="433479" cy="34678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5580F73-08F5-03FA-37BA-CF03873E41DE}"/>
                </a:ext>
              </a:extLst>
            </p:cNvPr>
            <p:cNvSpPr txBox="1"/>
            <p:nvPr/>
          </p:nvSpPr>
          <p:spPr>
            <a:xfrm>
              <a:off x="4003456" y="3412815"/>
              <a:ext cx="417102" cy="25391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-0.1</a:t>
              </a:r>
            </a:p>
          </p:txBody>
        </p:sp>
      </p:grp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5774544F-DC60-12B9-A889-3734FCF7F307}"/>
              </a:ext>
            </a:extLst>
          </p:cNvPr>
          <p:cNvGrpSpPr/>
          <p:nvPr/>
        </p:nvGrpSpPr>
        <p:grpSpPr>
          <a:xfrm>
            <a:off x="971042" y="4093554"/>
            <a:ext cx="6645372" cy="674495"/>
            <a:chOff x="1823391" y="4170655"/>
            <a:chExt cx="6645372" cy="67449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CEF9A55-F3A3-958E-FAFF-B74FE520F231}"/>
                </a:ext>
              </a:extLst>
            </p:cNvPr>
            <p:cNvSpPr txBox="1"/>
            <p:nvPr/>
          </p:nvSpPr>
          <p:spPr>
            <a:xfrm>
              <a:off x="3716893" y="4170655"/>
              <a:ext cx="444352" cy="26161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E65100"/>
                  </a:solidFill>
                  <a:latin typeface="Arial"/>
                  <a:cs typeface="Arial"/>
                  <a:sym typeface="Arial"/>
                  <a:rtl val="0"/>
                </a:rPr>
                <a:t>Tzvi</a:t>
              </a:r>
              <a:endParaRPr lang="he-IL" sz="1050" spc="0" baseline="0" dirty="0">
                <a:ln/>
                <a:solidFill>
                  <a:srgbClr val="E651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8BD1C1-631D-60D9-BCB8-5ECD1FBFFB88}"/>
                </a:ext>
              </a:extLst>
            </p:cNvPr>
            <p:cNvSpPr txBox="1"/>
            <p:nvPr/>
          </p:nvSpPr>
          <p:spPr>
            <a:xfrm>
              <a:off x="5791207" y="4170655"/>
              <a:ext cx="827471" cy="26161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50" spc="0" baseline="0">
                  <a:ln/>
                  <a:solidFill>
                    <a:srgbClr val="2E7D32"/>
                  </a:solidFill>
                  <a:latin typeface="Arial"/>
                  <a:cs typeface="Arial"/>
                  <a:sym typeface="Arial"/>
                  <a:rtl val="0"/>
                </a:rPr>
                <a:t>Person #1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ECE97DE-A901-BFD1-F63F-2FA5F36C6E16}"/>
                </a:ext>
              </a:extLst>
            </p:cNvPr>
            <p:cNvSpPr txBox="1"/>
            <p:nvPr/>
          </p:nvSpPr>
          <p:spPr>
            <a:xfrm>
              <a:off x="1823391" y="4530997"/>
              <a:ext cx="1446230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200" spc="0" baseline="0" dirty="0" err="1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cosine_similarity</a:t>
              </a:r>
              <a:r>
                <a:rPr lang="he-IL" sz="120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en-US" sz="120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 (</a:t>
              </a:r>
              <a:endParaRPr lang="he-IL" sz="1200" spc="0" baseline="0" dirty="0">
                <a:ln/>
                <a:solidFill>
                  <a:srgbClr val="333333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6352471-3FBD-7E57-D9F6-7476A2761380}"/>
                </a:ext>
              </a:extLst>
            </p:cNvPr>
            <p:cNvSpPr/>
            <p:nvPr/>
          </p:nvSpPr>
          <p:spPr>
            <a:xfrm>
              <a:off x="3339122" y="4547907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4D03B28-3B9F-EE34-4B6C-D85CA2939B42}"/>
                </a:ext>
              </a:extLst>
            </p:cNvPr>
            <p:cNvSpPr txBox="1"/>
            <p:nvPr/>
          </p:nvSpPr>
          <p:spPr>
            <a:xfrm>
              <a:off x="3325038" y="4549901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B7D6964-63EE-7FA3-7981-3A29CABCCC07}"/>
                </a:ext>
              </a:extLst>
            </p:cNvPr>
            <p:cNvSpPr/>
            <p:nvPr/>
          </p:nvSpPr>
          <p:spPr>
            <a:xfrm>
              <a:off x="3710676" y="4547907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710565A-CE51-035E-6BE8-16E912B0444A}"/>
                </a:ext>
              </a:extLst>
            </p:cNvPr>
            <p:cNvSpPr txBox="1"/>
            <p:nvPr/>
          </p:nvSpPr>
          <p:spPr>
            <a:xfrm>
              <a:off x="3715151" y="4549901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0.8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5A1A4FB-290D-A7FE-27FE-6A6743812FC1}"/>
                </a:ext>
              </a:extLst>
            </p:cNvPr>
            <p:cNvSpPr/>
            <p:nvPr/>
          </p:nvSpPr>
          <p:spPr>
            <a:xfrm>
              <a:off x="4082230" y="4547907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9655827-A486-5F62-EDCE-99454A4111C8}"/>
                </a:ext>
              </a:extLst>
            </p:cNvPr>
            <p:cNvSpPr txBox="1"/>
            <p:nvPr/>
          </p:nvSpPr>
          <p:spPr>
            <a:xfrm>
              <a:off x="4086705" y="4549901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0.5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DAA06DC-2971-6131-A1EC-B126E0747B97}"/>
                </a:ext>
              </a:extLst>
            </p:cNvPr>
            <p:cNvSpPr/>
            <p:nvPr/>
          </p:nvSpPr>
          <p:spPr>
            <a:xfrm>
              <a:off x="4453784" y="4547907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D4B41A-0665-885E-5B28-194284C61D94}"/>
                </a:ext>
              </a:extLst>
            </p:cNvPr>
            <p:cNvSpPr txBox="1"/>
            <p:nvPr/>
          </p:nvSpPr>
          <p:spPr>
            <a:xfrm>
              <a:off x="4439700" y="4549901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-0.2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1D082BE-2D81-0DFA-081D-C1F5EFB88620}"/>
                </a:ext>
              </a:extLst>
            </p:cNvPr>
            <p:cNvSpPr/>
            <p:nvPr/>
          </p:nvSpPr>
          <p:spPr>
            <a:xfrm>
              <a:off x="4825338" y="4547907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C811AC8-5E35-5AC3-96D9-6A3F1E2C0E26}"/>
                </a:ext>
              </a:extLst>
            </p:cNvPr>
            <p:cNvSpPr txBox="1"/>
            <p:nvPr/>
          </p:nvSpPr>
          <p:spPr>
            <a:xfrm>
              <a:off x="4829813" y="4549901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F61766C-2BD2-0731-90F6-E246B53FDED1}"/>
                </a:ext>
              </a:extLst>
            </p:cNvPr>
            <p:cNvSpPr txBox="1"/>
            <p:nvPr/>
          </p:nvSpPr>
          <p:spPr>
            <a:xfrm>
              <a:off x="5205217" y="4530997"/>
              <a:ext cx="227948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2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,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B9A019A-1CD0-A3B4-7C6F-1C6F1B5A6FA7}"/>
                </a:ext>
              </a:extLst>
            </p:cNvPr>
            <p:cNvSpPr/>
            <p:nvPr/>
          </p:nvSpPr>
          <p:spPr>
            <a:xfrm>
              <a:off x="5568446" y="4547907"/>
              <a:ext cx="346783" cy="29724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C45CEC4-8829-A956-A143-53D794158670}"/>
                </a:ext>
              </a:extLst>
            </p:cNvPr>
            <p:cNvSpPr txBox="1"/>
            <p:nvPr/>
          </p:nvSpPr>
          <p:spPr>
            <a:xfrm>
              <a:off x="5554362" y="4549901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-0.3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4379E3F-B4B7-FEF6-DA6C-6F16A2257782}"/>
                </a:ext>
              </a:extLst>
            </p:cNvPr>
            <p:cNvSpPr/>
            <p:nvPr/>
          </p:nvSpPr>
          <p:spPr>
            <a:xfrm>
              <a:off x="5940000" y="4547907"/>
              <a:ext cx="346783" cy="29724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29847AC-A75C-F87E-F400-735A2797D22F}"/>
                </a:ext>
              </a:extLst>
            </p:cNvPr>
            <p:cNvSpPr txBox="1"/>
            <p:nvPr/>
          </p:nvSpPr>
          <p:spPr>
            <a:xfrm>
              <a:off x="5944476" y="4549901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0.2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8F21EA2-C01B-62D4-B4A0-E1AA82519D23}"/>
                </a:ext>
              </a:extLst>
            </p:cNvPr>
            <p:cNvSpPr/>
            <p:nvPr/>
          </p:nvSpPr>
          <p:spPr>
            <a:xfrm>
              <a:off x="6311554" y="4547907"/>
              <a:ext cx="346783" cy="29724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39BB938-D346-69B0-447B-7C8B575FFE25}"/>
                </a:ext>
              </a:extLst>
            </p:cNvPr>
            <p:cNvSpPr txBox="1"/>
            <p:nvPr/>
          </p:nvSpPr>
          <p:spPr>
            <a:xfrm>
              <a:off x="6316030" y="4549901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0.3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42374EE-218A-C65F-900E-7FD6D021BFB2}"/>
                </a:ext>
              </a:extLst>
            </p:cNvPr>
            <p:cNvSpPr/>
            <p:nvPr/>
          </p:nvSpPr>
          <p:spPr>
            <a:xfrm>
              <a:off x="6683108" y="4547907"/>
              <a:ext cx="346783" cy="29724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859B0C5-BFFC-7854-46AE-F8488E6AB190}"/>
                </a:ext>
              </a:extLst>
            </p:cNvPr>
            <p:cNvSpPr txBox="1"/>
            <p:nvPr/>
          </p:nvSpPr>
          <p:spPr>
            <a:xfrm>
              <a:off x="6669024" y="4549901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2CF556B-E649-3765-3C36-C3295410B00D}"/>
                </a:ext>
              </a:extLst>
            </p:cNvPr>
            <p:cNvSpPr/>
            <p:nvPr/>
          </p:nvSpPr>
          <p:spPr>
            <a:xfrm>
              <a:off x="7054663" y="4547907"/>
              <a:ext cx="346783" cy="297243"/>
            </a:xfrm>
            <a:prstGeom prst="rect">
              <a:avLst/>
            </a:prstGeom>
            <a:solidFill>
              <a:srgbClr val="C8E6C9"/>
            </a:solidFill>
            <a:ln w="12383" cap="flat">
              <a:solidFill>
                <a:srgbClr val="C8E6C9"/>
              </a:solidFill>
              <a:prstDash val="solid"/>
              <a:miter/>
            </a:ln>
          </p:spPr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88AEA7D-FC51-7761-E627-3EBDC51B0C07}"/>
                </a:ext>
              </a:extLst>
            </p:cNvPr>
            <p:cNvSpPr txBox="1"/>
            <p:nvPr/>
          </p:nvSpPr>
          <p:spPr>
            <a:xfrm>
              <a:off x="7059138" y="4549901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0.9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F6FF8BD-6B5A-EC78-A1FE-59906D6F9CC6}"/>
                </a:ext>
              </a:extLst>
            </p:cNvPr>
            <p:cNvSpPr txBox="1"/>
            <p:nvPr/>
          </p:nvSpPr>
          <p:spPr>
            <a:xfrm>
              <a:off x="7396702" y="4530997"/>
              <a:ext cx="710451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) = 0.66</a:t>
              </a:r>
              <a:endParaRPr lang="he-IL" sz="1200" spc="0" baseline="0" dirty="0">
                <a:ln/>
                <a:solidFill>
                  <a:srgbClr val="333333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9275DA0-8176-77A3-D282-C2BE94396196}"/>
                </a:ext>
              </a:extLst>
            </p:cNvPr>
            <p:cNvSpPr/>
            <p:nvPr/>
          </p:nvSpPr>
          <p:spPr>
            <a:xfrm>
              <a:off x="8226286" y="4509250"/>
              <a:ext cx="242477" cy="248707"/>
            </a:xfrm>
            <a:custGeom>
              <a:avLst/>
              <a:gdLst>
                <a:gd name="csX0" fmla="*/ 0 w 371554"/>
                <a:gd name="csY0" fmla="*/ 185777 h 371554"/>
                <a:gd name="csX1" fmla="*/ 123851 w 371554"/>
                <a:gd name="csY1" fmla="*/ 371554 h 371554"/>
                <a:gd name="csX2" fmla="*/ 371554 w 371554"/>
                <a:gd name="csY2" fmla="*/ 0 h 371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1554" h="371554">
                  <a:moveTo>
                    <a:pt x="0" y="185777"/>
                  </a:moveTo>
                  <a:lnTo>
                    <a:pt x="123851" y="371554"/>
                  </a:lnTo>
                  <a:lnTo>
                    <a:pt x="371554" y="0"/>
                  </a:lnTo>
                </a:path>
              </a:pathLst>
            </a:custGeom>
            <a:noFill/>
            <a:ln w="49530" cap="flat">
              <a:solidFill>
                <a:srgbClr val="4CAF50"/>
              </a:solidFill>
              <a:prstDash val="solid"/>
              <a:miter/>
            </a:ln>
          </p:spPr>
          <p:txBody>
            <a:bodyPr/>
            <a:lstStyle/>
            <a:p>
              <a:endParaRPr lang="he-IL" dirty="0"/>
            </a:p>
          </p:txBody>
        </p:sp>
      </p:grpSp>
      <p:grpSp>
        <p:nvGrpSpPr>
          <p:cNvPr id="78" name="Graphic 4">
            <a:extLst>
              <a:ext uri="{FF2B5EF4-FFF2-40B4-BE49-F238E27FC236}">
                <a16:creationId xmlns:a16="http://schemas.microsoft.com/office/drawing/2014/main" id="{EEBAE168-1E7F-D06D-B3E1-0D43D7B953DC}"/>
              </a:ext>
            </a:extLst>
          </p:cNvPr>
          <p:cNvGrpSpPr/>
          <p:nvPr/>
        </p:nvGrpSpPr>
        <p:grpSpPr>
          <a:xfrm>
            <a:off x="971042" y="5208216"/>
            <a:ext cx="6335058" cy="674496"/>
            <a:chOff x="1823391" y="5285317"/>
            <a:chExt cx="6335058" cy="67449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EED6D5D-AB6D-62CD-0B7F-82A5D257D2DE}"/>
                </a:ext>
              </a:extLst>
            </p:cNvPr>
            <p:cNvSpPr txBox="1"/>
            <p:nvPr/>
          </p:nvSpPr>
          <p:spPr>
            <a:xfrm>
              <a:off x="3716893" y="5285317"/>
              <a:ext cx="444352" cy="26161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E65100"/>
                  </a:solidFill>
                  <a:latin typeface="Arial"/>
                  <a:cs typeface="Arial"/>
                  <a:sym typeface="Arial"/>
                  <a:rtl val="0"/>
                </a:rPr>
                <a:t>Tzvi</a:t>
              </a:r>
              <a:endParaRPr lang="he-IL" sz="1050" spc="0" baseline="0" dirty="0">
                <a:ln/>
                <a:solidFill>
                  <a:srgbClr val="E651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369C348-4E3F-0B3B-AE1D-2CC942B8B8CF}"/>
                </a:ext>
              </a:extLst>
            </p:cNvPr>
            <p:cNvSpPr txBox="1"/>
            <p:nvPr/>
          </p:nvSpPr>
          <p:spPr>
            <a:xfrm>
              <a:off x="5791207" y="5285317"/>
              <a:ext cx="827471" cy="26161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050" spc="0" baseline="0">
                  <a:ln/>
                  <a:solidFill>
                    <a:srgbClr val="795548"/>
                  </a:solidFill>
                  <a:latin typeface="Arial"/>
                  <a:cs typeface="Arial"/>
                  <a:sym typeface="Arial"/>
                  <a:rtl val="0"/>
                </a:rPr>
                <a:t>Person #2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F8D1ED3-7103-0F62-F961-A24DCB129EFC}"/>
                </a:ext>
              </a:extLst>
            </p:cNvPr>
            <p:cNvSpPr txBox="1"/>
            <p:nvPr/>
          </p:nvSpPr>
          <p:spPr>
            <a:xfrm>
              <a:off x="1823391" y="5645660"/>
              <a:ext cx="1402948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200" spc="0" baseline="0" dirty="0" err="1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cosine_similarity</a:t>
              </a:r>
              <a:r>
                <a:rPr lang="en-US" sz="1200" spc="0" baseline="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 (</a:t>
              </a:r>
              <a:endParaRPr lang="he-IL" sz="1200" spc="0" baseline="0" dirty="0">
                <a:ln/>
                <a:solidFill>
                  <a:srgbClr val="333333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1130246-ED7B-0E6A-47E6-48E12CAF1866}"/>
                </a:ext>
              </a:extLst>
            </p:cNvPr>
            <p:cNvSpPr/>
            <p:nvPr/>
          </p:nvSpPr>
          <p:spPr>
            <a:xfrm>
              <a:off x="3339122" y="5662570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531CCE-97D1-5534-32F7-69BE4714CD4E}"/>
                </a:ext>
              </a:extLst>
            </p:cNvPr>
            <p:cNvSpPr txBox="1"/>
            <p:nvPr/>
          </p:nvSpPr>
          <p:spPr>
            <a:xfrm>
              <a:off x="3325038" y="5664564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F687BA3-2A2A-5E09-2755-8F29EE9B672E}"/>
                </a:ext>
              </a:extLst>
            </p:cNvPr>
            <p:cNvSpPr/>
            <p:nvPr/>
          </p:nvSpPr>
          <p:spPr>
            <a:xfrm>
              <a:off x="3710676" y="5662570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5B035E9-1855-AEA2-C108-3E4249D2DA5F}"/>
                </a:ext>
              </a:extLst>
            </p:cNvPr>
            <p:cNvSpPr txBox="1"/>
            <p:nvPr/>
          </p:nvSpPr>
          <p:spPr>
            <a:xfrm>
              <a:off x="3715151" y="5664564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0.8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9B01A09-4A3E-1864-74C8-A01AE6B2411C}"/>
                </a:ext>
              </a:extLst>
            </p:cNvPr>
            <p:cNvSpPr/>
            <p:nvPr/>
          </p:nvSpPr>
          <p:spPr>
            <a:xfrm>
              <a:off x="4082230" y="5662570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3057F31-B0C5-903D-EDC5-254ABFDE7148}"/>
                </a:ext>
              </a:extLst>
            </p:cNvPr>
            <p:cNvSpPr txBox="1"/>
            <p:nvPr/>
          </p:nvSpPr>
          <p:spPr>
            <a:xfrm>
              <a:off x="4086705" y="5664564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0.5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2DE4589-0824-A770-20CA-4EE0E9733C70}"/>
                </a:ext>
              </a:extLst>
            </p:cNvPr>
            <p:cNvSpPr/>
            <p:nvPr/>
          </p:nvSpPr>
          <p:spPr>
            <a:xfrm>
              <a:off x="4453784" y="5662570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7340CC3-4ECC-CEC9-C47D-8BA1B87F16EF}"/>
                </a:ext>
              </a:extLst>
            </p:cNvPr>
            <p:cNvSpPr txBox="1"/>
            <p:nvPr/>
          </p:nvSpPr>
          <p:spPr>
            <a:xfrm>
              <a:off x="4439700" y="5664564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-0.2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5F2BE20-0BF9-2655-3A85-FC43F0029104}"/>
                </a:ext>
              </a:extLst>
            </p:cNvPr>
            <p:cNvSpPr/>
            <p:nvPr/>
          </p:nvSpPr>
          <p:spPr>
            <a:xfrm>
              <a:off x="4825338" y="5662570"/>
              <a:ext cx="346783" cy="297243"/>
            </a:xfrm>
            <a:prstGeom prst="rect">
              <a:avLst/>
            </a:prstGeom>
            <a:solidFill>
              <a:srgbClr val="B3D9F7"/>
            </a:solidFill>
            <a:ln w="12383" cap="flat">
              <a:solidFill>
                <a:srgbClr val="B3D9F7"/>
              </a:solidFill>
              <a:prstDash val="solid"/>
              <a:miter/>
            </a:ln>
          </p:spPr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7BC4A1-2236-D400-F5CD-C8B65E392824}"/>
                </a:ext>
              </a:extLst>
            </p:cNvPr>
            <p:cNvSpPr txBox="1"/>
            <p:nvPr/>
          </p:nvSpPr>
          <p:spPr>
            <a:xfrm>
              <a:off x="4829813" y="5664564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BF8437E-CE48-3251-B705-A869DD5549C1}"/>
                </a:ext>
              </a:extLst>
            </p:cNvPr>
            <p:cNvSpPr txBox="1"/>
            <p:nvPr/>
          </p:nvSpPr>
          <p:spPr>
            <a:xfrm>
              <a:off x="5205217" y="5645660"/>
              <a:ext cx="227948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12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,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D72FDA8-4307-1825-0FD5-C5349D1B8CD3}"/>
                </a:ext>
              </a:extLst>
            </p:cNvPr>
            <p:cNvSpPr/>
            <p:nvPr/>
          </p:nvSpPr>
          <p:spPr>
            <a:xfrm>
              <a:off x="5568446" y="5662570"/>
              <a:ext cx="346783" cy="29724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6C4EEF8-1A42-2567-50F4-83A709DEA5A2}"/>
                </a:ext>
              </a:extLst>
            </p:cNvPr>
            <p:cNvSpPr txBox="1"/>
            <p:nvPr/>
          </p:nvSpPr>
          <p:spPr>
            <a:xfrm>
              <a:off x="5554362" y="5664564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C41596F-B27D-4DF6-57F7-B792882828A2}"/>
                </a:ext>
              </a:extLst>
            </p:cNvPr>
            <p:cNvSpPr/>
            <p:nvPr/>
          </p:nvSpPr>
          <p:spPr>
            <a:xfrm>
              <a:off x="5940000" y="5662570"/>
              <a:ext cx="346783" cy="29724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8DBB8B8-FB62-968D-E975-7D4CB042996F}"/>
                </a:ext>
              </a:extLst>
            </p:cNvPr>
            <p:cNvSpPr txBox="1"/>
            <p:nvPr/>
          </p:nvSpPr>
          <p:spPr>
            <a:xfrm>
              <a:off x="5925916" y="5664564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-0.4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DCE0010-86A8-65B0-889B-970AE93B1609}"/>
                </a:ext>
              </a:extLst>
            </p:cNvPr>
            <p:cNvSpPr/>
            <p:nvPr/>
          </p:nvSpPr>
          <p:spPr>
            <a:xfrm>
              <a:off x="6311554" y="5662570"/>
              <a:ext cx="346783" cy="29724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51C73A-FF9C-6636-6EF7-5157DECEFAA7}"/>
                </a:ext>
              </a:extLst>
            </p:cNvPr>
            <p:cNvSpPr txBox="1"/>
            <p:nvPr/>
          </p:nvSpPr>
          <p:spPr>
            <a:xfrm>
              <a:off x="6297470" y="5664564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B5891CB-99E3-50D7-7837-97830CE999DE}"/>
                </a:ext>
              </a:extLst>
            </p:cNvPr>
            <p:cNvSpPr/>
            <p:nvPr/>
          </p:nvSpPr>
          <p:spPr>
            <a:xfrm>
              <a:off x="6683108" y="5662570"/>
              <a:ext cx="346783" cy="29724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41E6301-678B-EA4C-7FEA-B31BC0443493}"/>
                </a:ext>
              </a:extLst>
            </p:cNvPr>
            <p:cNvSpPr txBox="1"/>
            <p:nvPr/>
          </p:nvSpPr>
          <p:spPr>
            <a:xfrm>
              <a:off x="6687584" y="5664564"/>
              <a:ext cx="344966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0.7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14D4E2-E76E-43B5-C4EB-4FABAE26163F}"/>
                </a:ext>
              </a:extLst>
            </p:cNvPr>
            <p:cNvSpPr/>
            <p:nvPr/>
          </p:nvSpPr>
          <p:spPr>
            <a:xfrm>
              <a:off x="7054663" y="5662570"/>
              <a:ext cx="346783" cy="297243"/>
            </a:xfrm>
            <a:prstGeom prst="rect">
              <a:avLst/>
            </a:prstGeom>
            <a:solidFill>
              <a:srgbClr val="FFE0B2"/>
            </a:solidFill>
            <a:ln w="12383" cap="flat">
              <a:solidFill>
                <a:srgbClr val="FFE0B2"/>
              </a:solidFill>
              <a:prstDash val="solid"/>
              <a:miter/>
            </a:ln>
          </p:spPr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17D57EA-A9F6-F132-3D43-7BEB4AE64E9C}"/>
                </a:ext>
              </a:extLst>
            </p:cNvPr>
            <p:cNvSpPr txBox="1"/>
            <p:nvPr/>
          </p:nvSpPr>
          <p:spPr>
            <a:xfrm>
              <a:off x="7040578" y="5664564"/>
              <a:ext cx="383438" cy="2308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he-IL" sz="900" spc="0" baseline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-0.1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B11B327-14A9-52F0-BBED-C83F1A8DE853}"/>
                </a:ext>
              </a:extLst>
            </p:cNvPr>
            <p:cNvSpPr txBox="1"/>
            <p:nvPr/>
          </p:nvSpPr>
          <p:spPr>
            <a:xfrm>
              <a:off x="7396702" y="5645660"/>
              <a:ext cx="761747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) = -</a:t>
              </a:r>
              <a:r>
                <a:rPr lang="he-IL" sz="1200" spc="0" baseline="0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0.37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759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E55D28-CD4F-4FE3-A7D8-2AD5A9A1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Word</a:t>
            </a:r>
            <a:r>
              <a:rPr lang="en-US" sz="6600" dirty="0"/>
              <a:t>2</a:t>
            </a:r>
            <a:r>
              <a:rPr lang="en-US" dirty="0"/>
              <a:t>Vec</a:t>
            </a:r>
            <a:endParaRPr lang="he-IL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A4C14CD-17CB-0EDB-92A5-2544ED922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965" y="1850690"/>
            <a:ext cx="8756724" cy="47304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32FECF-920B-D0B4-800F-402D492F4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725" y="2490722"/>
            <a:ext cx="1066949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33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1408-9722-7A6D-0773-55C936F7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Word</a:t>
            </a:r>
            <a:r>
              <a:rPr lang="en-US" sz="6600" dirty="0"/>
              <a:t>2</a:t>
            </a:r>
            <a:r>
              <a:rPr lang="en-US" dirty="0"/>
              <a:t>Vec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50761-C708-3231-9C1E-93E4EFFB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hlinkClick r:id="rId2"/>
              </a:rPr>
              <a:t>127.0.0.1:5500/word2vec_3d_galaxy.html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76462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B9E4-C112-BD4E-6FD0-5C137D0B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2AB1-8AF7-46DE-4F11-7CA145CF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515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357</Words>
  <Application>Microsoft Office PowerPoint</Application>
  <PresentationFormat>Widescreen</PresentationFormat>
  <Paragraphs>149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Alef</vt:lpstr>
      <vt:lpstr>Arial</vt:lpstr>
      <vt:lpstr>Calibri</vt:lpstr>
      <vt:lpstr>Calibri Light</vt:lpstr>
      <vt:lpstr>Cambria Math</vt:lpstr>
      <vt:lpstr>Office Theme</vt:lpstr>
      <vt:lpstr>בינה מלאכותית</vt:lpstr>
      <vt:lpstr>על מה נדבר היום</vt:lpstr>
      <vt:lpstr>AI</vt:lpstr>
      <vt:lpstr>יסודות</vt:lpstr>
      <vt:lpstr>מבנה הנוירון</vt:lpstr>
      <vt:lpstr>פוטנציאל פעולה</vt:lpstr>
      <vt:lpstr>PowerPoint Presentation</vt:lpstr>
      <vt:lpstr>פרספטרון</vt:lpstr>
      <vt:lpstr>פרספטרון - דוגמא</vt:lpstr>
      <vt:lpstr>פרספטרון - דוגמא</vt:lpstr>
      <vt:lpstr>פרספטרון - דוגמא</vt:lpstr>
      <vt:lpstr>PowerPoint Presentation</vt:lpstr>
      <vt:lpstr>PowerPoint Presentation</vt:lpstr>
      <vt:lpstr>PowerPoint Presentation</vt:lpstr>
      <vt:lpstr>בינה מלאכותית בעת האחרונה</vt:lpstr>
      <vt:lpstr>ההיסטוריה האחרונה של מודלי השפה</vt:lpstr>
      <vt:lpstr>Bag of Words</vt:lpstr>
      <vt:lpstr>Word2Vec</vt:lpstr>
      <vt:lpstr>Word2Vec</vt:lpstr>
      <vt:lpstr>Word2Vec</vt:lpstr>
      <vt:lpstr>Word2Vec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Tzvi Merling</dc:creator>
  <cp:lastModifiedBy>Tzvi Merling</cp:lastModifiedBy>
  <cp:revision>42</cp:revision>
  <dcterms:created xsi:type="dcterms:W3CDTF">2026-01-25T09:22:21Z</dcterms:created>
  <dcterms:modified xsi:type="dcterms:W3CDTF">2026-01-25T19:38:53Z</dcterms:modified>
</cp:coreProperties>
</file>